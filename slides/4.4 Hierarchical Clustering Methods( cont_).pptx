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 id="2147483667" r:id="rId5"/>
    <p:sldMasterId id="214748366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Tahoma"/>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Tahoma-regular.fntdata"/><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Tahoma-bold.fnt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582b55a4a5_0_419: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g2582b55a4a5_0_419:notes"/>
          <p:cNvSpPr txBox="1"/>
          <p:nvPr>
            <p:ph idx="1" type="body"/>
          </p:nvPr>
        </p:nvSpPr>
        <p:spPr>
          <a:xfrm>
            <a:off x="913903" y="4343400"/>
            <a:ext cx="5030100" cy="41133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
        <p:nvSpPr>
          <p:cNvPr id="233" name="Google Shape;233;g2582b55a4a5_0_419:notes"/>
          <p:cNvSpPr txBox="1"/>
          <p:nvPr/>
        </p:nvSpPr>
        <p:spPr>
          <a:xfrm>
            <a:off x="3886696" y="8686800"/>
            <a:ext cx="2971200" cy="457200"/>
          </a:xfrm>
          <a:prstGeom prst="rect">
            <a:avLst/>
          </a:prstGeom>
          <a:noFill/>
          <a:ln>
            <a:noFill/>
          </a:ln>
        </p:spPr>
        <p:txBody>
          <a:bodyPr anchorCtr="0" anchor="b" bIns="45550" lIns="91100" spcFirstLastPara="1" rIns="91100" wrap="square" tIns="4555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GB" sz="1200" u="none">
                <a:solidFill>
                  <a:srgbClr val="000000"/>
                </a:solidFill>
                <a:latin typeface="Tahoma"/>
                <a:ea typeface="Tahoma"/>
                <a:cs typeface="Tahoma"/>
                <a:sym typeface="Tahoma"/>
              </a:rPr>
              <a:t>‹#›</a:t>
            </a:fld>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582b55a4a5_0_628: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2582b55a4a5_0_628: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39ee772909_0_183: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239ee772909_0_183: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3b9cc55e1c_0_1: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23b9cc55e1c_0_1: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60ac351436_0_16: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260ac351436_0_16: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3b9cc55e1c_0_11: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23b9cc55e1c_0_11: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3b9cc55e1c_0_29: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23b9cc55e1c_0_29: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3b9cc55e1c_0_41: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23b9cc55e1c_0_41: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3b9cc55e1c_0_53: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23b9cc55e1c_0_53: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3b9cc55e1c_0_64: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g23b9cc55e1c_0_64: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3b9cc55e1c_0_76: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g23b9cc55e1c_0_76: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60ac351436_0_48: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260ac351436_0_48: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3b9cc55e1c_0_90: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23b9cc55e1c_0_90: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60ac351436_0_56: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260ac351436_0_56: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60ac351436_0_64: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g260ac351436_0_64: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60ac351436_0_72: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g260ac351436_0_72: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60ac351436_0_80: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g260ac351436_0_80: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60ac351436_0_88: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g260ac351436_0_88: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60ac351436_0_96: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g260ac351436_0_96: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4c72e9d6ce_0_3: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g24c72e9d6ce_0_3: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hart" type="txAndChart">
  <p:cSld name="TEXT_AND_CHART">
    <p:spTree>
      <p:nvGrpSpPr>
        <p:cNvPr id="50" name="Shape 50"/>
        <p:cNvGrpSpPr/>
        <p:nvPr/>
      </p:nvGrpSpPr>
      <p:grpSpPr>
        <a:xfrm>
          <a:off x="0" y="0"/>
          <a:ext cx="0" cy="0"/>
          <a:chOff x="0" y="0"/>
          <a:chExt cx="0" cy="0"/>
        </a:xfrm>
      </p:grpSpPr>
      <p:sp>
        <p:nvSpPr>
          <p:cNvPr id="51" name="Google Shape;51;p13"/>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2" name="Google Shape;52;p13"/>
          <p:cNvSpPr txBox="1"/>
          <p:nvPr>
            <p:ph idx="1" type="body"/>
          </p:nvPr>
        </p:nvSpPr>
        <p:spPr>
          <a:xfrm>
            <a:off x="838200" y="1428750"/>
            <a:ext cx="38100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53" name="Google Shape;53;p13"/>
          <p:cNvSpPr/>
          <p:nvPr>
            <p:ph idx="2" type="chart"/>
          </p:nvPr>
        </p:nvSpPr>
        <p:spPr>
          <a:xfrm>
            <a:off x="4800600" y="1428750"/>
            <a:ext cx="3810000" cy="30861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192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168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hlink"/>
              </a:buClr>
              <a:buSzPts val="228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13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54" name="Google Shape;54;p13"/>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5" name="Google Shape;55;p13"/>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6" name="Google Shape;56;p13"/>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7" name="Shape 127"/>
        <p:cNvGrpSpPr/>
        <p:nvPr/>
      </p:nvGrpSpPr>
      <p:grpSpPr>
        <a:xfrm>
          <a:off x="0" y="0"/>
          <a:ext cx="0" cy="0"/>
          <a:chOff x="0" y="0"/>
          <a:chExt cx="0" cy="0"/>
        </a:xfrm>
      </p:grpSpPr>
      <p:sp>
        <p:nvSpPr>
          <p:cNvPr id="128" name="Google Shape;128;p15"/>
          <p:cNvSpPr txBox="1"/>
          <p:nvPr>
            <p:ph type="ctrTitle"/>
          </p:nvPr>
        </p:nvSpPr>
        <p:spPr>
          <a:xfrm>
            <a:off x="990600" y="131445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descr="Rectangle: Click to edit Master text styles&#10;Second level&#10;Third level&#10;Fourth level&#10;Fifth level" id="129" name="Google Shape;129;p15"/>
          <p:cNvSpPr txBox="1"/>
          <p:nvPr>
            <p:ph idx="1" type="subTitle"/>
          </p:nvPr>
        </p:nvSpPr>
        <p:spPr>
          <a:xfrm>
            <a:off x="990600" y="2482453"/>
            <a:ext cx="6400800" cy="1314600"/>
          </a:xfrm>
          <a:prstGeom prst="rect">
            <a:avLst/>
          </a:prstGeom>
          <a:noFill/>
          <a:ln>
            <a:noFill/>
          </a:ln>
        </p:spPr>
        <p:txBody>
          <a:bodyPr anchorCtr="0" anchor="t" bIns="45700" lIns="91425" spcFirstLastPara="1" rIns="91425" wrap="square" tIns="45700">
            <a:noAutofit/>
          </a:bodyPr>
          <a:lstStyle>
            <a:lvl1pPr lvl="0" rtl="0" algn="l">
              <a:spcBef>
                <a:spcPts val="640"/>
              </a:spcBef>
              <a:spcAft>
                <a:spcPts val="0"/>
              </a:spcAft>
              <a:buSzPts val="1920"/>
              <a:buFont typeface="Noto Sans Symbols"/>
              <a:buNone/>
              <a:defRPr/>
            </a:lvl1pPr>
            <a:lvl2pPr lvl="1" rtl="0" algn="l">
              <a:spcBef>
                <a:spcPts val="360"/>
              </a:spcBef>
              <a:spcAft>
                <a:spcPts val="0"/>
              </a:spcAft>
              <a:buSzPts val="1080"/>
              <a:buChar char="■"/>
              <a:defRPr/>
            </a:lvl2pPr>
            <a:lvl3pPr lvl="2" rtl="0" algn="l">
              <a:spcBef>
                <a:spcPts val="360"/>
              </a:spcBef>
              <a:spcAft>
                <a:spcPts val="0"/>
              </a:spcAft>
              <a:buSzPts val="1710"/>
              <a:buChar char="⬥"/>
              <a:defRPr/>
            </a:lvl3pPr>
            <a:lvl4pPr lvl="3" rtl="0" algn="l">
              <a:spcBef>
                <a:spcPts val="360"/>
              </a:spcBef>
              <a:spcAft>
                <a:spcPts val="0"/>
              </a:spcAft>
              <a:buSzPts val="1170"/>
              <a:buChar char="■"/>
              <a:defRPr/>
            </a:lvl4pPr>
            <a:lvl5pPr lvl="4" rtl="0" algn="l">
              <a:spcBef>
                <a:spcPts val="360"/>
              </a:spcBef>
              <a:spcAft>
                <a:spcPts val="0"/>
              </a:spcAft>
              <a:buSzPts val="1080"/>
              <a:buChar char="■"/>
              <a:defRPr/>
            </a:lvl5pPr>
            <a:lvl6pPr lvl="5" rtl="0" algn="l">
              <a:spcBef>
                <a:spcPts val="360"/>
              </a:spcBef>
              <a:spcAft>
                <a:spcPts val="0"/>
              </a:spcAft>
              <a:buSzPts val="1080"/>
              <a:buChar char="■"/>
              <a:defRPr/>
            </a:lvl6pPr>
            <a:lvl7pPr lvl="6" rtl="0" algn="l">
              <a:spcBef>
                <a:spcPts val="360"/>
              </a:spcBef>
              <a:spcAft>
                <a:spcPts val="0"/>
              </a:spcAft>
              <a:buSzPts val="1080"/>
              <a:buChar char="■"/>
              <a:defRPr/>
            </a:lvl7pPr>
            <a:lvl8pPr lvl="7" rtl="0" algn="l">
              <a:spcBef>
                <a:spcPts val="360"/>
              </a:spcBef>
              <a:spcAft>
                <a:spcPts val="0"/>
              </a:spcAft>
              <a:buSzPts val="1080"/>
              <a:buChar char="■"/>
              <a:defRPr/>
            </a:lvl8pPr>
            <a:lvl9pPr lvl="8" rtl="0" algn="l">
              <a:spcBef>
                <a:spcPts val="360"/>
              </a:spcBef>
              <a:spcAft>
                <a:spcPts val="0"/>
              </a:spcAft>
              <a:buSzPts val="1080"/>
              <a:buChar char="■"/>
              <a:defRPr/>
            </a:lvl9pPr>
          </a:lstStyle>
          <a:p/>
        </p:txBody>
      </p:sp>
      <p:sp>
        <p:nvSpPr>
          <p:cNvPr id="130" name="Google Shape;130;p15"/>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
        <p:nvSpPr>
          <p:cNvPr id="131" name="Google Shape;131;p15"/>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hart" type="txAndChart">
  <p:cSld name="TEXT_AND_CHART">
    <p:spTree>
      <p:nvGrpSpPr>
        <p:cNvPr id="199" name="Shape 199"/>
        <p:cNvGrpSpPr/>
        <p:nvPr/>
      </p:nvGrpSpPr>
      <p:grpSpPr>
        <a:xfrm>
          <a:off x="0" y="0"/>
          <a:ext cx="0" cy="0"/>
          <a:chOff x="0" y="0"/>
          <a:chExt cx="0" cy="0"/>
        </a:xfrm>
      </p:grpSpPr>
      <p:sp>
        <p:nvSpPr>
          <p:cNvPr id="200" name="Google Shape;200;p17"/>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01" name="Google Shape;201;p17"/>
          <p:cNvSpPr txBox="1"/>
          <p:nvPr>
            <p:ph idx="1" type="body"/>
          </p:nvPr>
        </p:nvSpPr>
        <p:spPr>
          <a:xfrm>
            <a:off x="838200" y="1428750"/>
            <a:ext cx="38100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202" name="Google Shape;202;p17"/>
          <p:cNvSpPr/>
          <p:nvPr>
            <p:ph idx="2" type="chart"/>
          </p:nvPr>
        </p:nvSpPr>
        <p:spPr>
          <a:xfrm>
            <a:off x="4800600" y="1428750"/>
            <a:ext cx="3810000" cy="30861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192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168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hlink"/>
              </a:buClr>
              <a:buSzPts val="228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13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203" name="Google Shape;203;p17"/>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04" name="Google Shape;204;p17"/>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05" name="Google Shape;205;p17"/>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06" name="Shape 206"/>
        <p:cNvGrpSpPr/>
        <p:nvPr/>
      </p:nvGrpSpPr>
      <p:grpSpPr>
        <a:xfrm>
          <a:off x="0" y="0"/>
          <a:ext cx="0" cy="0"/>
          <a:chOff x="0" y="0"/>
          <a:chExt cx="0" cy="0"/>
        </a:xfrm>
      </p:grpSpPr>
      <p:sp>
        <p:nvSpPr>
          <p:cNvPr id="207" name="Google Shape;207;p18"/>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08" name="Google Shape;208;p18"/>
          <p:cNvSpPr txBox="1"/>
          <p:nvPr>
            <p:ph idx="1" type="body"/>
          </p:nvPr>
        </p:nvSpPr>
        <p:spPr>
          <a:xfrm>
            <a:off x="838200" y="1428750"/>
            <a:ext cx="38100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209" name="Google Shape;209;p18"/>
          <p:cNvSpPr txBox="1"/>
          <p:nvPr>
            <p:ph idx="2" type="body"/>
          </p:nvPr>
        </p:nvSpPr>
        <p:spPr>
          <a:xfrm>
            <a:off x="4800600" y="1428750"/>
            <a:ext cx="38100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210" name="Google Shape;210;p18"/>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1" name="Google Shape;211;p18"/>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2" name="Google Shape;212;p18"/>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3" name="Shape 213"/>
        <p:cNvGrpSpPr/>
        <p:nvPr/>
      </p:nvGrpSpPr>
      <p:grpSpPr>
        <a:xfrm>
          <a:off x="0" y="0"/>
          <a:ext cx="0" cy="0"/>
          <a:chOff x="0" y="0"/>
          <a:chExt cx="0" cy="0"/>
        </a:xfrm>
      </p:grpSpPr>
      <p:sp>
        <p:nvSpPr>
          <p:cNvPr id="214" name="Google Shape;214;p19"/>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5" name="Google Shape;215;p19"/>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6" name="Google Shape;216;p19"/>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7" name="Shape 217"/>
        <p:cNvGrpSpPr/>
        <p:nvPr/>
      </p:nvGrpSpPr>
      <p:grpSpPr>
        <a:xfrm>
          <a:off x="0" y="0"/>
          <a:ext cx="0" cy="0"/>
          <a:chOff x="0" y="0"/>
          <a:chExt cx="0" cy="0"/>
        </a:xfrm>
      </p:grpSpPr>
      <p:sp>
        <p:nvSpPr>
          <p:cNvPr id="218" name="Google Shape;218;p20"/>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19" name="Google Shape;219;p20"/>
          <p:cNvSpPr txBox="1"/>
          <p:nvPr>
            <p:ph idx="1" type="body"/>
          </p:nvPr>
        </p:nvSpPr>
        <p:spPr>
          <a:xfrm>
            <a:off x="838200" y="1428750"/>
            <a:ext cx="3810000" cy="3086100"/>
          </a:xfrm>
          <a:prstGeom prst="rect">
            <a:avLst/>
          </a:prstGeom>
          <a:noFill/>
          <a:ln>
            <a:noFill/>
          </a:ln>
        </p:spPr>
        <p:txBody>
          <a:bodyPr anchorCtr="0" anchor="t" bIns="45700" lIns="91425" spcFirstLastPara="1" rIns="91425" wrap="square" tIns="45700">
            <a:noAutofit/>
          </a:bodyPr>
          <a:lstStyle>
            <a:lvl1pPr indent="-335280" lvl="0" marL="457200" rtl="0" algn="l">
              <a:spcBef>
                <a:spcPts val="560"/>
              </a:spcBef>
              <a:spcAft>
                <a:spcPts val="0"/>
              </a:spcAft>
              <a:buSzPts val="1680"/>
              <a:buChar char="❑"/>
              <a:defRPr sz="2800"/>
            </a:lvl1pPr>
            <a:lvl2pPr indent="-320040" lvl="1" marL="914400" rtl="0" algn="l">
              <a:spcBef>
                <a:spcPts val="480"/>
              </a:spcBef>
              <a:spcAft>
                <a:spcPts val="0"/>
              </a:spcAft>
              <a:buSzPts val="1440"/>
              <a:buChar char="■"/>
              <a:defRPr sz="2400"/>
            </a:lvl2pPr>
            <a:lvl3pPr indent="-349250" lvl="2" marL="1371600" rtl="0" algn="l">
              <a:spcBef>
                <a:spcPts val="400"/>
              </a:spcBef>
              <a:spcAft>
                <a:spcPts val="0"/>
              </a:spcAft>
              <a:buSzPts val="1900"/>
              <a:buChar char="⬥"/>
              <a:defRPr sz="2000"/>
            </a:lvl3pPr>
            <a:lvl4pPr indent="-302894" lvl="3" marL="1828800" rtl="0" algn="l">
              <a:spcBef>
                <a:spcPts val="360"/>
              </a:spcBef>
              <a:spcAft>
                <a:spcPts val="0"/>
              </a:spcAft>
              <a:buSzPts val="1170"/>
              <a:buChar char="■"/>
              <a:defRPr sz="1800"/>
            </a:lvl4pPr>
            <a:lvl5pPr indent="-297179" lvl="4" marL="2286000" rtl="0" algn="l">
              <a:spcBef>
                <a:spcPts val="360"/>
              </a:spcBef>
              <a:spcAft>
                <a:spcPts val="0"/>
              </a:spcAft>
              <a:buSzPts val="1080"/>
              <a:buChar char="■"/>
              <a:defRPr sz="1800"/>
            </a:lvl5pPr>
            <a:lvl6pPr indent="-297179" lvl="5" marL="2743200" rtl="0" algn="l">
              <a:spcBef>
                <a:spcPts val="360"/>
              </a:spcBef>
              <a:spcAft>
                <a:spcPts val="0"/>
              </a:spcAft>
              <a:buSzPts val="1080"/>
              <a:buChar char="■"/>
              <a:defRPr sz="1800"/>
            </a:lvl6pPr>
            <a:lvl7pPr indent="-297179" lvl="6" marL="3200400" rtl="0" algn="l">
              <a:spcBef>
                <a:spcPts val="360"/>
              </a:spcBef>
              <a:spcAft>
                <a:spcPts val="0"/>
              </a:spcAft>
              <a:buSzPts val="1080"/>
              <a:buChar char="■"/>
              <a:defRPr sz="1800"/>
            </a:lvl7pPr>
            <a:lvl8pPr indent="-297179" lvl="7" marL="3657600" rtl="0" algn="l">
              <a:spcBef>
                <a:spcPts val="360"/>
              </a:spcBef>
              <a:spcAft>
                <a:spcPts val="0"/>
              </a:spcAft>
              <a:buSzPts val="1080"/>
              <a:buChar char="■"/>
              <a:defRPr sz="1800"/>
            </a:lvl8pPr>
            <a:lvl9pPr indent="-297179" lvl="8" marL="4114800" rtl="0" algn="l">
              <a:spcBef>
                <a:spcPts val="360"/>
              </a:spcBef>
              <a:spcAft>
                <a:spcPts val="0"/>
              </a:spcAft>
              <a:buSzPts val="1080"/>
              <a:buChar char="■"/>
              <a:defRPr sz="1800"/>
            </a:lvl9pPr>
          </a:lstStyle>
          <a:p/>
        </p:txBody>
      </p:sp>
      <p:sp>
        <p:nvSpPr>
          <p:cNvPr id="220" name="Google Shape;220;p20"/>
          <p:cNvSpPr txBox="1"/>
          <p:nvPr>
            <p:ph idx="2" type="body"/>
          </p:nvPr>
        </p:nvSpPr>
        <p:spPr>
          <a:xfrm>
            <a:off x="4800600" y="1428750"/>
            <a:ext cx="3810000" cy="3086100"/>
          </a:xfrm>
          <a:prstGeom prst="rect">
            <a:avLst/>
          </a:prstGeom>
          <a:noFill/>
          <a:ln>
            <a:noFill/>
          </a:ln>
        </p:spPr>
        <p:txBody>
          <a:bodyPr anchorCtr="0" anchor="t" bIns="45700" lIns="91425" spcFirstLastPara="1" rIns="91425" wrap="square" tIns="45700">
            <a:noAutofit/>
          </a:bodyPr>
          <a:lstStyle>
            <a:lvl1pPr indent="-335280" lvl="0" marL="457200" rtl="0" algn="l">
              <a:spcBef>
                <a:spcPts val="560"/>
              </a:spcBef>
              <a:spcAft>
                <a:spcPts val="0"/>
              </a:spcAft>
              <a:buSzPts val="1680"/>
              <a:buChar char="❑"/>
              <a:defRPr sz="2800"/>
            </a:lvl1pPr>
            <a:lvl2pPr indent="-320040" lvl="1" marL="914400" rtl="0" algn="l">
              <a:spcBef>
                <a:spcPts val="480"/>
              </a:spcBef>
              <a:spcAft>
                <a:spcPts val="0"/>
              </a:spcAft>
              <a:buSzPts val="1440"/>
              <a:buChar char="■"/>
              <a:defRPr sz="2400"/>
            </a:lvl2pPr>
            <a:lvl3pPr indent="-349250" lvl="2" marL="1371600" rtl="0" algn="l">
              <a:spcBef>
                <a:spcPts val="400"/>
              </a:spcBef>
              <a:spcAft>
                <a:spcPts val="0"/>
              </a:spcAft>
              <a:buSzPts val="1900"/>
              <a:buChar char="⬥"/>
              <a:defRPr sz="2000"/>
            </a:lvl3pPr>
            <a:lvl4pPr indent="-302894" lvl="3" marL="1828800" rtl="0" algn="l">
              <a:spcBef>
                <a:spcPts val="360"/>
              </a:spcBef>
              <a:spcAft>
                <a:spcPts val="0"/>
              </a:spcAft>
              <a:buSzPts val="1170"/>
              <a:buChar char="■"/>
              <a:defRPr sz="1800"/>
            </a:lvl4pPr>
            <a:lvl5pPr indent="-297179" lvl="4" marL="2286000" rtl="0" algn="l">
              <a:spcBef>
                <a:spcPts val="360"/>
              </a:spcBef>
              <a:spcAft>
                <a:spcPts val="0"/>
              </a:spcAft>
              <a:buSzPts val="1080"/>
              <a:buChar char="■"/>
              <a:defRPr sz="1800"/>
            </a:lvl5pPr>
            <a:lvl6pPr indent="-297179" lvl="5" marL="2743200" rtl="0" algn="l">
              <a:spcBef>
                <a:spcPts val="360"/>
              </a:spcBef>
              <a:spcAft>
                <a:spcPts val="0"/>
              </a:spcAft>
              <a:buSzPts val="1080"/>
              <a:buChar char="■"/>
              <a:defRPr sz="1800"/>
            </a:lvl6pPr>
            <a:lvl7pPr indent="-297179" lvl="6" marL="3200400" rtl="0" algn="l">
              <a:spcBef>
                <a:spcPts val="360"/>
              </a:spcBef>
              <a:spcAft>
                <a:spcPts val="0"/>
              </a:spcAft>
              <a:buSzPts val="1080"/>
              <a:buChar char="■"/>
              <a:defRPr sz="1800"/>
            </a:lvl7pPr>
            <a:lvl8pPr indent="-297179" lvl="7" marL="3657600" rtl="0" algn="l">
              <a:spcBef>
                <a:spcPts val="360"/>
              </a:spcBef>
              <a:spcAft>
                <a:spcPts val="0"/>
              </a:spcAft>
              <a:buSzPts val="1080"/>
              <a:buChar char="■"/>
              <a:defRPr sz="1800"/>
            </a:lvl8pPr>
            <a:lvl9pPr indent="-297179" lvl="8" marL="4114800" rtl="0" algn="l">
              <a:spcBef>
                <a:spcPts val="360"/>
              </a:spcBef>
              <a:spcAft>
                <a:spcPts val="0"/>
              </a:spcAft>
              <a:buSzPts val="1080"/>
              <a:buChar char="■"/>
              <a:defRPr sz="1800"/>
            </a:lvl9pPr>
          </a:lstStyle>
          <a:p/>
        </p:txBody>
      </p:sp>
      <p:sp>
        <p:nvSpPr>
          <p:cNvPr id="221" name="Google Shape;221;p20"/>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2" name="Google Shape;222;p20"/>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3" name="Google Shape;223;p20"/>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4" name="Shape 224"/>
        <p:cNvGrpSpPr/>
        <p:nvPr/>
      </p:nvGrpSpPr>
      <p:grpSpPr>
        <a:xfrm>
          <a:off x="0" y="0"/>
          <a:ext cx="0" cy="0"/>
          <a:chOff x="0" y="0"/>
          <a:chExt cx="0" cy="0"/>
        </a:xfrm>
      </p:grpSpPr>
      <p:sp>
        <p:nvSpPr>
          <p:cNvPr id="225" name="Google Shape;225;p21"/>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26" name="Google Shape;226;p21"/>
          <p:cNvSpPr txBox="1"/>
          <p:nvPr>
            <p:ph idx="1" type="body"/>
          </p:nvPr>
        </p:nvSpPr>
        <p:spPr>
          <a:xfrm>
            <a:off x="838200" y="1428750"/>
            <a:ext cx="77724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227" name="Google Shape;227;p21"/>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8" name="Google Shape;228;p21"/>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9" name="Google Shape;229;p21"/>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 name="Shape 57"/>
        <p:cNvGrpSpPr/>
        <p:nvPr/>
      </p:nvGrpSpPr>
      <p:grpSpPr>
        <a:xfrm>
          <a:off x="0" y="0"/>
          <a:ext cx="0" cy="0"/>
          <a:chOff x="0" y="0"/>
          <a:chExt cx="0" cy="0"/>
        </a:xfrm>
      </p:grpSpPr>
      <p:grpSp>
        <p:nvGrpSpPr>
          <p:cNvPr id="58" name="Google Shape;58;p14"/>
          <p:cNvGrpSpPr/>
          <p:nvPr/>
        </p:nvGrpSpPr>
        <p:grpSpPr>
          <a:xfrm>
            <a:off x="-136525" y="0"/>
            <a:ext cx="9204325" cy="5029200"/>
            <a:chOff x="-86" y="0"/>
            <a:chExt cx="5798" cy="4224"/>
          </a:xfrm>
        </p:grpSpPr>
        <p:grpSp>
          <p:nvGrpSpPr>
            <p:cNvPr id="59" name="Google Shape;59;p14"/>
            <p:cNvGrpSpPr/>
            <p:nvPr/>
          </p:nvGrpSpPr>
          <p:grpSpPr>
            <a:xfrm>
              <a:off x="0" y="0"/>
              <a:ext cx="5712" cy="4224"/>
              <a:chOff x="0" y="0"/>
              <a:chExt cx="5712" cy="4224"/>
            </a:xfrm>
          </p:grpSpPr>
          <p:sp>
            <p:nvSpPr>
              <p:cNvPr id="60" name="Google Shape;60;p14"/>
              <p:cNvSpPr txBox="1"/>
              <p:nvPr/>
            </p:nvSpPr>
            <p:spPr>
              <a:xfrm>
                <a:off x="2112" y="0"/>
                <a:ext cx="3600" cy="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nvGrpSpPr>
              <p:cNvPr id="61" name="Google Shape;61;p14"/>
              <p:cNvGrpSpPr/>
              <p:nvPr/>
            </p:nvGrpSpPr>
            <p:grpSpPr>
              <a:xfrm>
                <a:off x="0" y="0"/>
                <a:ext cx="5700" cy="4224"/>
                <a:chOff x="0" y="0"/>
                <a:chExt cx="5700" cy="4224"/>
              </a:xfrm>
            </p:grpSpPr>
            <p:cxnSp>
              <p:nvCxnSpPr>
                <p:cNvPr id="62" name="Google Shape;62;p14"/>
                <p:cNvCxnSpPr/>
                <p:nvPr/>
              </p:nvCxnSpPr>
              <p:spPr>
                <a:xfrm>
                  <a:off x="0" y="19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3" name="Google Shape;63;p14"/>
                <p:cNvCxnSpPr/>
                <p:nvPr/>
              </p:nvCxnSpPr>
              <p:spPr>
                <a:xfrm>
                  <a:off x="0" y="38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4" name="Google Shape;64;p14"/>
                <p:cNvCxnSpPr/>
                <p:nvPr/>
              </p:nvCxnSpPr>
              <p:spPr>
                <a:xfrm>
                  <a:off x="0" y="57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5" name="Google Shape;65;p14"/>
                <p:cNvCxnSpPr/>
                <p:nvPr/>
              </p:nvCxnSpPr>
              <p:spPr>
                <a:xfrm>
                  <a:off x="0" y="76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6" name="Google Shape;66;p14"/>
                <p:cNvCxnSpPr/>
                <p:nvPr/>
              </p:nvCxnSpPr>
              <p:spPr>
                <a:xfrm>
                  <a:off x="0" y="96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 name="Google Shape;67;p14"/>
                <p:cNvCxnSpPr/>
                <p:nvPr/>
              </p:nvCxnSpPr>
              <p:spPr>
                <a:xfrm>
                  <a:off x="0" y="115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 name="Google Shape;68;p14"/>
                <p:cNvCxnSpPr/>
                <p:nvPr/>
              </p:nvCxnSpPr>
              <p:spPr>
                <a:xfrm>
                  <a:off x="0" y="134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9" name="Google Shape;69;p14"/>
                <p:cNvCxnSpPr/>
                <p:nvPr/>
              </p:nvCxnSpPr>
              <p:spPr>
                <a:xfrm>
                  <a:off x="0" y="153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0" name="Google Shape;70;p14"/>
                <p:cNvCxnSpPr/>
                <p:nvPr/>
              </p:nvCxnSpPr>
              <p:spPr>
                <a:xfrm>
                  <a:off x="0" y="172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1" name="Google Shape;71;p14"/>
                <p:cNvCxnSpPr/>
                <p:nvPr/>
              </p:nvCxnSpPr>
              <p:spPr>
                <a:xfrm>
                  <a:off x="0" y="192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2" name="Google Shape;72;p14"/>
                <p:cNvCxnSpPr/>
                <p:nvPr/>
              </p:nvCxnSpPr>
              <p:spPr>
                <a:xfrm>
                  <a:off x="0" y="211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3" name="Google Shape;73;p14"/>
                <p:cNvCxnSpPr/>
                <p:nvPr/>
              </p:nvCxnSpPr>
              <p:spPr>
                <a:xfrm>
                  <a:off x="0" y="230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 name="Google Shape;74;p14"/>
                <p:cNvCxnSpPr/>
                <p:nvPr/>
              </p:nvCxnSpPr>
              <p:spPr>
                <a:xfrm>
                  <a:off x="0" y="249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 name="Google Shape;75;p14"/>
                <p:cNvCxnSpPr/>
                <p:nvPr/>
              </p:nvCxnSpPr>
              <p:spPr>
                <a:xfrm>
                  <a:off x="0" y="268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 name="Google Shape;76;p14"/>
                <p:cNvCxnSpPr/>
                <p:nvPr/>
              </p:nvCxnSpPr>
              <p:spPr>
                <a:xfrm>
                  <a:off x="0" y="288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7" name="Google Shape;77;p14"/>
                <p:cNvCxnSpPr/>
                <p:nvPr/>
              </p:nvCxnSpPr>
              <p:spPr>
                <a:xfrm>
                  <a:off x="0" y="307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8" name="Google Shape;78;p14"/>
                <p:cNvCxnSpPr/>
                <p:nvPr/>
              </p:nvCxnSpPr>
              <p:spPr>
                <a:xfrm>
                  <a:off x="0" y="326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9" name="Google Shape;79;p14"/>
                <p:cNvCxnSpPr/>
                <p:nvPr/>
              </p:nvCxnSpPr>
              <p:spPr>
                <a:xfrm>
                  <a:off x="0" y="345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0" name="Google Shape;80;p14"/>
                <p:cNvCxnSpPr/>
                <p:nvPr/>
              </p:nvCxnSpPr>
              <p:spPr>
                <a:xfrm>
                  <a:off x="0" y="364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1" name="Google Shape;81;p14"/>
                <p:cNvCxnSpPr/>
                <p:nvPr/>
              </p:nvCxnSpPr>
              <p:spPr>
                <a:xfrm>
                  <a:off x="0" y="384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 name="Google Shape;82;p14"/>
                <p:cNvCxnSpPr/>
                <p:nvPr/>
              </p:nvCxnSpPr>
              <p:spPr>
                <a:xfrm>
                  <a:off x="0" y="403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 name="Google Shape;83;p14"/>
                <p:cNvCxnSpPr/>
                <p:nvPr/>
              </p:nvCxnSpPr>
              <p:spPr>
                <a:xfrm>
                  <a:off x="0" y="422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4" name="Google Shape;84;p14"/>
                <p:cNvCxnSpPr/>
                <p:nvPr/>
              </p:nvCxnSpPr>
              <p:spPr>
                <a:xfrm>
                  <a:off x="19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5" name="Google Shape;85;p14"/>
                <p:cNvCxnSpPr/>
                <p:nvPr/>
              </p:nvCxnSpPr>
              <p:spPr>
                <a:xfrm>
                  <a:off x="38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6" name="Google Shape;86;p14"/>
                <p:cNvCxnSpPr/>
                <p:nvPr/>
              </p:nvCxnSpPr>
              <p:spPr>
                <a:xfrm>
                  <a:off x="57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7" name="Google Shape;87;p14"/>
                <p:cNvCxnSpPr/>
                <p:nvPr/>
              </p:nvCxnSpPr>
              <p:spPr>
                <a:xfrm>
                  <a:off x="76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8" name="Google Shape;88;p14"/>
                <p:cNvCxnSpPr/>
                <p:nvPr/>
              </p:nvCxnSpPr>
              <p:spPr>
                <a:xfrm>
                  <a:off x="96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9" name="Google Shape;89;p14"/>
                <p:cNvCxnSpPr/>
                <p:nvPr/>
              </p:nvCxnSpPr>
              <p:spPr>
                <a:xfrm>
                  <a:off x="115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0" name="Google Shape;90;p14"/>
                <p:cNvCxnSpPr/>
                <p:nvPr/>
              </p:nvCxnSpPr>
              <p:spPr>
                <a:xfrm>
                  <a:off x="134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1" name="Google Shape;91;p14"/>
                <p:cNvCxnSpPr/>
                <p:nvPr/>
              </p:nvCxnSpPr>
              <p:spPr>
                <a:xfrm>
                  <a:off x="153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2" name="Google Shape;92;p14"/>
                <p:cNvCxnSpPr/>
                <p:nvPr/>
              </p:nvCxnSpPr>
              <p:spPr>
                <a:xfrm>
                  <a:off x="172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3" name="Google Shape;93;p14"/>
                <p:cNvCxnSpPr/>
                <p:nvPr/>
              </p:nvCxnSpPr>
              <p:spPr>
                <a:xfrm>
                  <a:off x="192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4" name="Google Shape;94;p14"/>
                <p:cNvCxnSpPr/>
                <p:nvPr/>
              </p:nvCxnSpPr>
              <p:spPr>
                <a:xfrm>
                  <a:off x="211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5" name="Google Shape;95;p14"/>
                <p:cNvCxnSpPr/>
                <p:nvPr/>
              </p:nvCxnSpPr>
              <p:spPr>
                <a:xfrm>
                  <a:off x="230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6" name="Google Shape;96;p14"/>
                <p:cNvCxnSpPr/>
                <p:nvPr/>
              </p:nvCxnSpPr>
              <p:spPr>
                <a:xfrm>
                  <a:off x="249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7" name="Google Shape;97;p14"/>
                <p:cNvCxnSpPr/>
                <p:nvPr/>
              </p:nvCxnSpPr>
              <p:spPr>
                <a:xfrm>
                  <a:off x="268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8" name="Google Shape;98;p14"/>
                <p:cNvCxnSpPr/>
                <p:nvPr/>
              </p:nvCxnSpPr>
              <p:spPr>
                <a:xfrm>
                  <a:off x="288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9" name="Google Shape;99;p14"/>
                <p:cNvCxnSpPr/>
                <p:nvPr/>
              </p:nvCxnSpPr>
              <p:spPr>
                <a:xfrm>
                  <a:off x="307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 name="Google Shape;100;p14"/>
                <p:cNvCxnSpPr/>
                <p:nvPr/>
              </p:nvCxnSpPr>
              <p:spPr>
                <a:xfrm>
                  <a:off x="326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 name="Google Shape;101;p14"/>
                <p:cNvCxnSpPr/>
                <p:nvPr/>
              </p:nvCxnSpPr>
              <p:spPr>
                <a:xfrm>
                  <a:off x="345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2" name="Google Shape;102;p14"/>
                <p:cNvCxnSpPr/>
                <p:nvPr/>
              </p:nvCxnSpPr>
              <p:spPr>
                <a:xfrm>
                  <a:off x="364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 name="Google Shape;103;p14"/>
                <p:cNvCxnSpPr/>
                <p:nvPr/>
              </p:nvCxnSpPr>
              <p:spPr>
                <a:xfrm>
                  <a:off x="384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 name="Google Shape;104;p14"/>
                <p:cNvCxnSpPr/>
                <p:nvPr/>
              </p:nvCxnSpPr>
              <p:spPr>
                <a:xfrm>
                  <a:off x="403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 name="Google Shape;105;p14"/>
                <p:cNvCxnSpPr/>
                <p:nvPr/>
              </p:nvCxnSpPr>
              <p:spPr>
                <a:xfrm>
                  <a:off x="422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 name="Google Shape;106;p14"/>
                <p:cNvCxnSpPr/>
                <p:nvPr/>
              </p:nvCxnSpPr>
              <p:spPr>
                <a:xfrm>
                  <a:off x="441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 name="Google Shape;107;p14"/>
                <p:cNvCxnSpPr/>
                <p:nvPr/>
              </p:nvCxnSpPr>
              <p:spPr>
                <a:xfrm>
                  <a:off x="460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 name="Google Shape;108;p14"/>
                <p:cNvCxnSpPr/>
                <p:nvPr/>
              </p:nvCxnSpPr>
              <p:spPr>
                <a:xfrm>
                  <a:off x="480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9" name="Google Shape;109;p14"/>
                <p:cNvCxnSpPr/>
                <p:nvPr/>
              </p:nvCxnSpPr>
              <p:spPr>
                <a:xfrm>
                  <a:off x="499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10" name="Google Shape;110;p14"/>
                <p:cNvCxnSpPr/>
                <p:nvPr/>
              </p:nvCxnSpPr>
              <p:spPr>
                <a:xfrm>
                  <a:off x="518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 name="Google Shape;111;p14"/>
                <p:cNvCxnSpPr/>
                <p:nvPr/>
              </p:nvCxnSpPr>
              <p:spPr>
                <a:xfrm>
                  <a:off x="537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 name="Google Shape;112;p14"/>
                <p:cNvCxnSpPr/>
                <p:nvPr/>
              </p:nvCxnSpPr>
              <p:spPr>
                <a:xfrm>
                  <a:off x="5568" y="0"/>
                  <a:ext cx="0" cy="4200"/>
                </a:xfrm>
                <a:prstGeom prst="straightConnector1">
                  <a:avLst/>
                </a:prstGeom>
                <a:noFill/>
                <a:ln cap="flat" cmpd="sng" w="9525">
                  <a:solidFill>
                    <a:schemeClr val="folHlink"/>
                  </a:solidFill>
                  <a:prstDash val="solid"/>
                  <a:miter lim="800000"/>
                  <a:headEnd len="med" w="med" type="none"/>
                  <a:tailEnd len="med" w="med" type="none"/>
                </a:ln>
              </p:spPr>
            </p:cxnSp>
          </p:grpSp>
          <p:cxnSp>
            <p:nvCxnSpPr>
              <p:cNvPr id="113" name="Google Shape;113;p14"/>
              <p:cNvCxnSpPr/>
              <p:nvPr/>
            </p:nvCxnSpPr>
            <p:spPr>
              <a:xfrm>
                <a:off x="5568" y="0"/>
                <a:ext cx="0" cy="1500"/>
              </a:xfrm>
              <a:prstGeom prst="straightConnector1">
                <a:avLst/>
              </a:prstGeom>
              <a:noFill/>
              <a:ln cap="flat" cmpd="sng" w="9525">
                <a:solidFill>
                  <a:schemeClr val="hlink"/>
                </a:solidFill>
                <a:prstDash val="solid"/>
                <a:miter lim="800000"/>
                <a:headEnd len="med" w="med" type="none"/>
                <a:tailEnd len="med" w="med" type="none"/>
              </a:ln>
            </p:spPr>
          </p:cxnSp>
        </p:grpSp>
        <p:grpSp>
          <p:nvGrpSpPr>
            <p:cNvPr id="114" name="Google Shape;114;p14"/>
            <p:cNvGrpSpPr/>
            <p:nvPr/>
          </p:nvGrpSpPr>
          <p:grpSpPr>
            <a:xfrm>
              <a:off x="-86" y="559"/>
              <a:ext cx="4281" cy="1800"/>
              <a:chOff x="-86" y="559"/>
              <a:chExt cx="4281" cy="1800"/>
            </a:xfrm>
          </p:grpSpPr>
          <p:cxnSp>
            <p:nvCxnSpPr>
              <p:cNvPr id="115" name="Google Shape;115;p14"/>
              <p:cNvCxnSpPr/>
              <p:nvPr/>
            </p:nvCxnSpPr>
            <p:spPr>
              <a:xfrm>
                <a:off x="506" y="559"/>
                <a:ext cx="0" cy="1800"/>
              </a:xfrm>
              <a:prstGeom prst="straightConnector1">
                <a:avLst/>
              </a:prstGeom>
              <a:noFill/>
              <a:ln cap="flat" cmpd="sng" w="9525">
                <a:solidFill>
                  <a:schemeClr val="hlink"/>
                </a:solidFill>
                <a:prstDash val="solid"/>
                <a:miter lim="800000"/>
                <a:headEnd len="med" w="med" type="none"/>
                <a:tailEnd len="med" w="med" type="none"/>
              </a:ln>
            </p:spPr>
          </p:cxnSp>
          <p:cxnSp>
            <p:nvCxnSpPr>
              <p:cNvPr id="116" name="Google Shape;116;p14"/>
              <p:cNvCxnSpPr/>
              <p:nvPr/>
            </p:nvCxnSpPr>
            <p:spPr>
              <a:xfrm rot="10800000">
                <a:off x="-86" y="1925"/>
                <a:ext cx="3300" cy="0"/>
              </a:xfrm>
              <a:prstGeom prst="straightConnector1">
                <a:avLst/>
              </a:prstGeom>
              <a:noFill/>
              <a:ln cap="flat" cmpd="sng" w="9525">
                <a:solidFill>
                  <a:schemeClr val="hlink"/>
                </a:solidFill>
                <a:prstDash val="solid"/>
                <a:miter lim="800000"/>
                <a:headEnd len="med" w="med" type="none"/>
                <a:tailEnd len="med" w="med" type="none"/>
              </a:ln>
            </p:spPr>
          </p:cxnSp>
          <p:cxnSp>
            <p:nvCxnSpPr>
              <p:cNvPr id="117" name="Google Shape;117;p14"/>
              <p:cNvCxnSpPr/>
              <p:nvPr/>
            </p:nvCxnSpPr>
            <p:spPr>
              <a:xfrm rot="10800000">
                <a:off x="295" y="939"/>
                <a:ext cx="3900" cy="0"/>
              </a:xfrm>
              <a:prstGeom prst="straightConnector1">
                <a:avLst/>
              </a:prstGeom>
              <a:noFill/>
              <a:ln cap="flat" cmpd="sng" w="9525">
                <a:solidFill>
                  <a:schemeClr val="hlink"/>
                </a:solidFill>
                <a:prstDash val="solid"/>
                <a:miter lim="800000"/>
                <a:headEnd len="med" w="med" type="none"/>
                <a:tailEnd len="med" w="med" type="none"/>
              </a:ln>
            </p:spPr>
          </p:cxnSp>
          <p:sp>
            <p:nvSpPr>
              <p:cNvPr id="118" name="Google Shape;118;p14"/>
              <p:cNvSpPr/>
              <p:nvPr/>
            </p:nvSpPr>
            <p:spPr>
              <a:xfrm flipH="1" rot="-5400000">
                <a:off x="425" y="860"/>
                <a:ext cx="108" cy="108"/>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grpSp>
          <p:nvGrpSpPr>
            <p:cNvPr id="119" name="Google Shape;119;p14"/>
            <p:cNvGrpSpPr/>
            <p:nvPr/>
          </p:nvGrpSpPr>
          <p:grpSpPr>
            <a:xfrm>
              <a:off x="1480" y="1952"/>
              <a:ext cx="3900" cy="1800"/>
              <a:chOff x="1480" y="1952"/>
              <a:chExt cx="3900" cy="1800"/>
            </a:xfrm>
          </p:grpSpPr>
          <p:cxnSp>
            <p:nvCxnSpPr>
              <p:cNvPr id="120" name="Google Shape;120;p14"/>
              <p:cNvCxnSpPr/>
              <p:nvPr/>
            </p:nvCxnSpPr>
            <p:spPr>
              <a:xfrm>
                <a:off x="1480" y="3442"/>
                <a:ext cx="3900" cy="0"/>
              </a:xfrm>
              <a:prstGeom prst="straightConnector1">
                <a:avLst/>
              </a:prstGeom>
              <a:noFill/>
              <a:ln cap="flat" cmpd="sng" w="9525">
                <a:solidFill>
                  <a:schemeClr val="hlink"/>
                </a:solidFill>
                <a:prstDash val="solid"/>
                <a:miter lim="800000"/>
                <a:headEnd len="med" w="med" type="none"/>
                <a:tailEnd len="med" w="med" type="none"/>
              </a:ln>
            </p:spPr>
          </p:cxnSp>
          <p:cxnSp>
            <p:nvCxnSpPr>
              <p:cNvPr id="121" name="Google Shape;121;p14"/>
              <p:cNvCxnSpPr/>
              <p:nvPr/>
            </p:nvCxnSpPr>
            <p:spPr>
              <a:xfrm>
                <a:off x="5172" y="1952"/>
                <a:ext cx="0" cy="1800"/>
              </a:xfrm>
              <a:prstGeom prst="straightConnector1">
                <a:avLst/>
              </a:prstGeom>
              <a:noFill/>
              <a:ln cap="flat" cmpd="sng" w="9525">
                <a:solidFill>
                  <a:schemeClr val="hlink"/>
                </a:solidFill>
                <a:prstDash val="solid"/>
                <a:miter lim="800000"/>
                <a:headEnd len="med" w="med" type="none"/>
                <a:tailEnd len="med" w="med" type="none"/>
              </a:ln>
            </p:spPr>
          </p:cxnSp>
          <p:sp>
            <p:nvSpPr>
              <p:cNvPr id="122" name="Google Shape;122;p14"/>
              <p:cNvSpPr/>
              <p:nvPr/>
            </p:nvSpPr>
            <p:spPr>
              <a:xfrm rot="5400000">
                <a:off x="5145" y="3347"/>
                <a:ext cx="108" cy="108"/>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grpSp>
      <p:sp>
        <p:nvSpPr>
          <p:cNvPr id="123" name="Google Shape;123;p14"/>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descr="Rectangle: Click to edit Master text styles &#10;Second level &#10;Third level &#10;Fourth level &#10;Fifth level" id="124" name="Google Shape;124;p14"/>
          <p:cNvSpPr txBox="1"/>
          <p:nvPr>
            <p:ph idx="1" type="body"/>
          </p:nvPr>
        </p:nvSpPr>
        <p:spPr>
          <a:xfrm>
            <a:off x="838200" y="1428750"/>
            <a:ext cx="7772400" cy="30861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dk1"/>
              </a:buClr>
              <a:buSzPts val="192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indent="-335280" lvl="1" marL="914400" marR="0" rtl="0" algn="l">
              <a:spcBef>
                <a:spcPts val="560"/>
              </a:spcBef>
              <a:spcAft>
                <a:spcPts val="0"/>
              </a:spcAft>
              <a:buClr>
                <a:schemeClr val="dk1"/>
              </a:buClr>
              <a:buSzPts val="168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indent="-373380" lvl="2" marL="1371600" marR="0" rtl="0" algn="l">
              <a:spcBef>
                <a:spcPts val="480"/>
              </a:spcBef>
              <a:spcAft>
                <a:spcPts val="0"/>
              </a:spcAft>
              <a:buClr>
                <a:schemeClr val="hlink"/>
              </a:buClr>
              <a:buSzPts val="228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11150" lvl="3" marL="1828800" marR="0" rtl="0" algn="l">
              <a:spcBef>
                <a:spcPts val="400"/>
              </a:spcBef>
              <a:spcAft>
                <a:spcPts val="0"/>
              </a:spcAft>
              <a:buClr>
                <a:schemeClr val="dk1"/>
              </a:buClr>
              <a:buSzPts val="13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indent="-304800" lvl="4" marL="22860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04800" lvl="5" marL="27432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indent="-304800" lvl="6" marL="32004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indent="-304800" lvl="7" marL="36576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indent="-304800" lvl="8" marL="41148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5" name="Google Shape;125;p14"/>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solidFill>
                <a:srgbClr val="000000"/>
              </a:solidFill>
              <a:latin typeface="Arial"/>
              <a:ea typeface="Arial"/>
              <a:cs typeface="Arial"/>
              <a:sym typeface="Arial"/>
            </a:endParaRPr>
          </a:p>
        </p:txBody>
      </p:sp>
      <p:sp>
        <p:nvSpPr>
          <p:cNvPr id="126" name="Google Shape;126;p14"/>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grpSp>
        <p:nvGrpSpPr>
          <p:cNvPr id="133" name="Google Shape;133;p16"/>
          <p:cNvGrpSpPr/>
          <p:nvPr/>
        </p:nvGrpSpPr>
        <p:grpSpPr>
          <a:xfrm>
            <a:off x="0" y="0"/>
            <a:ext cx="9067800" cy="5029200"/>
            <a:chOff x="0" y="0"/>
            <a:chExt cx="5712" cy="4224"/>
          </a:xfrm>
        </p:grpSpPr>
        <p:grpSp>
          <p:nvGrpSpPr>
            <p:cNvPr id="134" name="Google Shape;134;p16"/>
            <p:cNvGrpSpPr/>
            <p:nvPr/>
          </p:nvGrpSpPr>
          <p:grpSpPr>
            <a:xfrm>
              <a:off x="0" y="0"/>
              <a:ext cx="5700" cy="4224"/>
              <a:chOff x="0" y="0"/>
              <a:chExt cx="5700" cy="4224"/>
            </a:xfrm>
          </p:grpSpPr>
          <p:grpSp>
            <p:nvGrpSpPr>
              <p:cNvPr id="135" name="Google Shape;135;p16"/>
              <p:cNvGrpSpPr/>
              <p:nvPr/>
            </p:nvGrpSpPr>
            <p:grpSpPr>
              <a:xfrm>
                <a:off x="0" y="192"/>
                <a:ext cx="5700" cy="4032"/>
                <a:chOff x="0" y="192"/>
                <a:chExt cx="5700" cy="4032"/>
              </a:xfrm>
            </p:grpSpPr>
            <p:cxnSp>
              <p:nvCxnSpPr>
                <p:cNvPr id="136" name="Google Shape;136;p16"/>
                <p:cNvCxnSpPr/>
                <p:nvPr/>
              </p:nvCxnSpPr>
              <p:spPr>
                <a:xfrm>
                  <a:off x="0" y="19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37" name="Google Shape;137;p16"/>
                <p:cNvCxnSpPr/>
                <p:nvPr/>
              </p:nvCxnSpPr>
              <p:spPr>
                <a:xfrm>
                  <a:off x="0" y="38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38" name="Google Shape;138;p16"/>
                <p:cNvCxnSpPr/>
                <p:nvPr/>
              </p:nvCxnSpPr>
              <p:spPr>
                <a:xfrm>
                  <a:off x="0" y="57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39" name="Google Shape;139;p16"/>
                <p:cNvCxnSpPr/>
                <p:nvPr/>
              </p:nvCxnSpPr>
              <p:spPr>
                <a:xfrm>
                  <a:off x="0" y="76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0" name="Google Shape;140;p16"/>
                <p:cNvCxnSpPr/>
                <p:nvPr/>
              </p:nvCxnSpPr>
              <p:spPr>
                <a:xfrm>
                  <a:off x="0" y="96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1" name="Google Shape;141;p16"/>
                <p:cNvCxnSpPr/>
                <p:nvPr/>
              </p:nvCxnSpPr>
              <p:spPr>
                <a:xfrm>
                  <a:off x="0" y="115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2" name="Google Shape;142;p16"/>
                <p:cNvCxnSpPr/>
                <p:nvPr/>
              </p:nvCxnSpPr>
              <p:spPr>
                <a:xfrm>
                  <a:off x="0" y="134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3" name="Google Shape;143;p16"/>
                <p:cNvCxnSpPr/>
                <p:nvPr/>
              </p:nvCxnSpPr>
              <p:spPr>
                <a:xfrm>
                  <a:off x="0" y="153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4" name="Google Shape;144;p16"/>
                <p:cNvCxnSpPr/>
                <p:nvPr/>
              </p:nvCxnSpPr>
              <p:spPr>
                <a:xfrm>
                  <a:off x="0" y="172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5" name="Google Shape;145;p16"/>
                <p:cNvCxnSpPr/>
                <p:nvPr/>
              </p:nvCxnSpPr>
              <p:spPr>
                <a:xfrm>
                  <a:off x="0" y="192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6" name="Google Shape;146;p16"/>
                <p:cNvCxnSpPr/>
                <p:nvPr/>
              </p:nvCxnSpPr>
              <p:spPr>
                <a:xfrm>
                  <a:off x="0" y="211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7" name="Google Shape;147;p16"/>
                <p:cNvCxnSpPr/>
                <p:nvPr/>
              </p:nvCxnSpPr>
              <p:spPr>
                <a:xfrm>
                  <a:off x="0" y="230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8" name="Google Shape;148;p16"/>
                <p:cNvCxnSpPr/>
                <p:nvPr/>
              </p:nvCxnSpPr>
              <p:spPr>
                <a:xfrm>
                  <a:off x="0" y="249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9" name="Google Shape;149;p16"/>
                <p:cNvCxnSpPr/>
                <p:nvPr/>
              </p:nvCxnSpPr>
              <p:spPr>
                <a:xfrm>
                  <a:off x="0" y="268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0" name="Google Shape;150;p16"/>
                <p:cNvCxnSpPr/>
                <p:nvPr/>
              </p:nvCxnSpPr>
              <p:spPr>
                <a:xfrm>
                  <a:off x="0" y="288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1" name="Google Shape;151;p16"/>
                <p:cNvCxnSpPr/>
                <p:nvPr/>
              </p:nvCxnSpPr>
              <p:spPr>
                <a:xfrm>
                  <a:off x="0" y="307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2" name="Google Shape;152;p16"/>
                <p:cNvCxnSpPr/>
                <p:nvPr/>
              </p:nvCxnSpPr>
              <p:spPr>
                <a:xfrm>
                  <a:off x="0" y="326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3" name="Google Shape;153;p16"/>
                <p:cNvCxnSpPr/>
                <p:nvPr/>
              </p:nvCxnSpPr>
              <p:spPr>
                <a:xfrm>
                  <a:off x="0" y="345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4" name="Google Shape;154;p16"/>
                <p:cNvCxnSpPr/>
                <p:nvPr/>
              </p:nvCxnSpPr>
              <p:spPr>
                <a:xfrm>
                  <a:off x="0" y="364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5" name="Google Shape;155;p16"/>
                <p:cNvCxnSpPr/>
                <p:nvPr/>
              </p:nvCxnSpPr>
              <p:spPr>
                <a:xfrm>
                  <a:off x="0" y="384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6" name="Google Shape;156;p16"/>
                <p:cNvCxnSpPr/>
                <p:nvPr/>
              </p:nvCxnSpPr>
              <p:spPr>
                <a:xfrm>
                  <a:off x="0" y="403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7" name="Google Shape;157;p16"/>
                <p:cNvCxnSpPr/>
                <p:nvPr/>
              </p:nvCxnSpPr>
              <p:spPr>
                <a:xfrm>
                  <a:off x="0" y="4224"/>
                  <a:ext cx="570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58" name="Google Shape;158;p16"/>
              <p:cNvGrpSpPr/>
              <p:nvPr/>
            </p:nvGrpSpPr>
            <p:grpSpPr>
              <a:xfrm>
                <a:off x="192" y="0"/>
                <a:ext cx="5376" cy="4200"/>
                <a:chOff x="192" y="0"/>
                <a:chExt cx="5376" cy="4200"/>
              </a:xfrm>
            </p:grpSpPr>
            <p:cxnSp>
              <p:nvCxnSpPr>
                <p:cNvPr id="159" name="Google Shape;159;p16"/>
                <p:cNvCxnSpPr/>
                <p:nvPr/>
              </p:nvCxnSpPr>
              <p:spPr>
                <a:xfrm>
                  <a:off x="19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0" name="Google Shape;160;p16"/>
                <p:cNvCxnSpPr/>
                <p:nvPr/>
              </p:nvCxnSpPr>
              <p:spPr>
                <a:xfrm>
                  <a:off x="38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1" name="Google Shape;161;p16"/>
                <p:cNvCxnSpPr/>
                <p:nvPr/>
              </p:nvCxnSpPr>
              <p:spPr>
                <a:xfrm>
                  <a:off x="57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2" name="Google Shape;162;p16"/>
                <p:cNvCxnSpPr/>
                <p:nvPr/>
              </p:nvCxnSpPr>
              <p:spPr>
                <a:xfrm>
                  <a:off x="76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3" name="Google Shape;163;p16"/>
                <p:cNvCxnSpPr/>
                <p:nvPr/>
              </p:nvCxnSpPr>
              <p:spPr>
                <a:xfrm>
                  <a:off x="96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4" name="Google Shape;164;p16"/>
                <p:cNvCxnSpPr/>
                <p:nvPr/>
              </p:nvCxnSpPr>
              <p:spPr>
                <a:xfrm>
                  <a:off x="115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5" name="Google Shape;165;p16"/>
                <p:cNvCxnSpPr/>
                <p:nvPr/>
              </p:nvCxnSpPr>
              <p:spPr>
                <a:xfrm>
                  <a:off x="134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6" name="Google Shape;166;p16"/>
                <p:cNvCxnSpPr/>
                <p:nvPr/>
              </p:nvCxnSpPr>
              <p:spPr>
                <a:xfrm>
                  <a:off x="153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7" name="Google Shape;167;p16"/>
                <p:cNvCxnSpPr/>
                <p:nvPr/>
              </p:nvCxnSpPr>
              <p:spPr>
                <a:xfrm>
                  <a:off x="172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8" name="Google Shape;168;p16"/>
                <p:cNvCxnSpPr/>
                <p:nvPr/>
              </p:nvCxnSpPr>
              <p:spPr>
                <a:xfrm>
                  <a:off x="192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9" name="Google Shape;169;p16"/>
                <p:cNvCxnSpPr/>
                <p:nvPr/>
              </p:nvCxnSpPr>
              <p:spPr>
                <a:xfrm>
                  <a:off x="211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0" name="Google Shape;170;p16"/>
                <p:cNvCxnSpPr/>
                <p:nvPr/>
              </p:nvCxnSpPr>
              <p:spPr>
                <a:xfrm>
                  <a:off x="230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1" name="Google Shape;171;p16"/>
                <p:cNvCxnSpPr/>
                <p:nvPr/>
              </p:nvCxnSpPr>
              <p:spPr>
                <a:xfrm>
                  <a:off x="249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2" name="Google Shape;172;p16"/>
                <p:cNvCxnSpPr/>
                <p:nvPr/>
              </p:nvCxnSpPr>
              <p:spPr>
                <a:xfrm>
                  <a:off x="268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3" name="Google Shape;173;p16"/>
                <p:cNvCxnSpPr/>
                <p:nvPr/>
              </p:nvCxnSpPr>
              <p:spPr>
                <a:xfrm>
                  <a:off x="288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4" name="Google Shape;174;p16"/>
                <p:cNvCxnSpPr/>
                <p:nvPr/>
              </p:nvCxnSpPr>
              <p:spPr>
                <a:xfrm>
                  <a:off x="307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5" name="Google Shape;175;p16"/>
                <p:cNvCxnSpPr/>
                <p:nvPr/>
              </p:nvCxnSpPr>
              <p:spPr>
                <a:xfrm>
                  <a:off x="326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6" name="Google Shape;176;p16"/>
                <p:cNvCxnSpPr/>
                <p:nvPr/>
              </p:nvCxnSpPr>
              <p:spPr>
                <a:xfrm>
                  <a:off x="345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7" name="Google Shape;177;p16"/>
                <p:cNvCxnSpPr/>
                <p:nvPr/>
              </p:nvCxnSpPr>
              <p:spPr>
                <a:xfrm>
                  <a:off x="364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8" name="Google Shape;178;p16"/>
                <p:cNvCxnSpPr/>
                <p:nvPr/>
              </p:nvCxnSpPr>
              <p:spPr>
                <a:xfrm>
                  <a:off x="384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9" name="Google Shape;179;p16"/>
                <p:cNvCxnSpPr/>
                <p:nvPr/>
              </p:nvCxnSpPr>
              <p:spPr>
                <a:xfrm>
                  <a:off x="403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0" name="Google Shape;180;p16"/>
                <p:cNvCxnSpPr/>
                <p:nvPr/>
              </p:nvCxnSpPr>
              <p:spPr>
                <a:xfrm>
                  <a:off x="422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1" name="Google Shape;181;p16"/>
                <p:cNvCxnSpPr/>
                <p:nvPr/>
              </p:nvCxnSpPr>
              <p:spPr>
                <a:xfrm>
                  <a:off x="441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2" name="Google Shape;182;p16"/>
                <p:cNvCxnSpPr/>
                <p:nvPr/>
              </p:nvCxnSpPr>
              <p:spPr>
                <a:xfrm>
                  <a:off x="460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3" name="Google Shape;183;p16"/>
                <p:cNvCxnSpPr/>
                <p:nvPr/>
              </p:nvCxnSpPr>
              <p:spPr>
                <a:xfrm>
                  <a:off x="480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4" name="Google Shape;184;p16"/>
                <p:cNvCxnSpPr/>
                <p:nvPr/>
              </p:nvCxnSpPr>
              <p:spPr>
                <a:xfrm>
                  <a:off x="499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5" name="Google Shape;185;p16"/>
                <p:cNvCxnSpPr/>
                <p:nvPr/>
              </p:nvCxnSpPr>
              <p:spPr>
                <a:xfrm>
                  <a:off x="518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6" name="Google Shape;186;p16"/>
                <p:cNvCxnSpPr/>
                <p:nvPr/>
              </p:nvCxnSpPr>
              <p:spPr>
                <a:xfrm>
                  <a:off x="537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7" name="Google Shape;187;p16"/>
                <p:cNvCxnSpPr/>
                <p:nvPr/>
              </p:nvCxnSpPr>
              <p:spPr>
                <a:xfrm>
                  <a:off x="5568" y="0"/>
                  <a:ext cx="0" cy="420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88" name="Google Shape;188;p16"/>
            <p:cNvSpPr txBox="1"/>
            <p:nvPr/>
          </p:nvSpPr>
          <p:spPr>
            <a:xfrm>
              <a:off x="2112" y="0"/>
              <a:ext cx="3600" cy="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cxnSp>
          <p:nvCxnSpPr>
            <p:cNvPr id="189" name="Google Shape;189;p16"/>
            <p:cNvCxnSpPr/>
            <p:nvPr/>
          </p:nvCxnSpPr>
          <p:spPr>
            <a:xfrm>
              <a:off x="5568" y="0"/>
              <a:ext cx="0" cy="1500"/>
            </a:xfrm>
            <a:prstGeom prst="straightConnector1">
              <a:avLst/>
            </a:prstGeom>
            <a:noFill/>
            <a:ln cap="flat" cmpd="sng" w="9525">
              <a:solidFill>
                <a:schemeClr val="hlink"/>
              </a:solidFill>
              <a:prstDash val="solid"/>
              <a:miter lim="800000"/>
              <a:headEnd len="med" w="med" type="none"/>
              <a:tailEnd len="med" w="med" type="none"/>
            </a:ln>
          </p:spPr>
        </p:cxnSp>
        <p:grpSp>
          <p:nvGrpSpPr>
            <p:cNvPr id="190" name="Google Shape;190;p16"/>
            <p:cNvGrpSpPr/>
            <p:nvPr/>
          </p:nvGrpSpPr>
          <p:grpSpPr>
            <a:xfrm>
              <a:off x="316" y="892"/>
              <a:ext cx="1069" cy="1529"/>
              <a:chOff x="204" y="916"/>
              <a:chExt cx="2100" cy="3004"/>
            </a:xfrm>
          </p:grpSpPr>
          <p:cxnSp>
            <p:nvCxnSpPr>
              <p:cNvPr id="191" name="Google Shape;191;p16"/>
              <p:cNvCxnSpPr/>
              <p:nvPr/>
            </p:nvCxnSpPr>
            <p:spPr>
              <a:xfrm rot="10800000">
                <a:off x="204" y="1038"/>
                <a:ext cx="2100" cy="0"/>
              </a:xfrm>
              <a:prstGeom prst="straightConnector1">
                <a:avLst/>
              </a:prstGeom>
              <a:noFill/>
              <a:ln cap="flat" cmpd="sng" w="9525">
                <a:solidFill>
                  <a:schemeClr val="hlink"/>
                </a:solidFill>
                <a:prstDash val="solid"/>
                <a:miter lim="800000"/>
                <a:headEnd len="med" w="med" type="none"/>
                <a:tailEnd len="med" w="med" type="none"/>
              </a:ln>
            </p:spPr>
          </p:cxnSp>
          <p:cxnSp>
            <p:nvCxnSpPr>
              <p:cNvPr id="192" name="Google Shape;192;p16"/>
              <p:cNvCxnSpPr/>
              <p:nvPr/>
            </p:nvCxnSpPr>
            <p:spPr>
              <a:xfrm>
                <a:off x="336" y="920"/>
                <a:ext cx="0" cy="3000"/>
              </a:xfrm>
              <a:prstGeom prst="straightConnector1">
                <a:avLst/>
              </a:prstGeom>
              <a:noFill/>
              <a:ln cap="flat" cmpd="sng" w="9525">
                <a:solidFill>
                  <a:schemeClr val="hlink"/>
                </a:solidFill>
                <a:prstDash val="solid"/>
                <a:miter lim="800000"/>
                <a:headEnd len="med" w="med" type="none"/>
                <a:tailEnd len="med" w="med" type="none"/>
              </a:ln>
            </p:spPr>
          </p:cxnSp>
          <p:sp>
            <p:nvSpPr>
              <p:cNvPr id="193" name="Google Shape;193;p16"/>
              <p:cNvSpPr/>
              <p:nvPr/>
            </p:nvSpPr>
            <p:spPr>
              <a:xfrm flipH="1">
                <a:off x="240" y="916"/>
                <a:ext cx="216" cy="216"/>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grpSp>
      <p:sp>
        <p:nvSpPr>
          <p:cNvPr id="194" name="Google Shape;194;p16"/>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descr="Rectangle: Click to edit Master text styles &#10;Second level &#10;Third level &#10;Fourth level &#10;Fifth level" id="195" name="Google Shape;195;p16"/>
          <p:cNvSpPr txBox="1"/>
          <p:nvPr>
            <p:ph idx="1" type="body"/>
          </p:nvPr>
        </p:nvSpPr>
        <p:spPr>
          <a:xfrm>
            <a:off x="838200" y="1428750"/>
            <a:ext cx="7772400" cy="30861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dk1"/>
              </a:buClr>
              <a:buSzPts val="192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indent="-335280" lvl="1" marL="914400" marR="0" rtl="0" algn="l">
              <a:spcBef>
                <a:spcPts val="560"/>
              </a:spcBef>
              <a:spcAft>
                <a:spcPts val="0"/>
              </a:spcAft>
              <a:buClr>
                <a:schemeClr val="dk1"/>
              </a:buClr>
              <a:buSzPts val="168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indent="-373380" lvl="2" marL="1371600" marR="0" rtl="0" algn="l">
              <a:spcBef>
                <a:spcPts val="480"/>
              </a:spcBef>
              <a:spcAft>
                <a:spcPts val="0"/>
              </a:spcAft>
              <a:buClr>
                <a:schemeClr val="hlink"/>
              </a:buClr>
              <a:buSzPts val="228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11150" lvl="3" marL="1828800" marR="0" rtl="0" algn="l">
              <a:spcBef>
                <a:spcPts val="400"/>
              </a:spcBef>
              <a:spcAft>
                <a:spcPts val="0"/>
              </a:spcAft>
              <a:buClr>
                <a:schemeClr val="dk1"/>
              </a:buClr>
              <a:buSzPts val="13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indent="-304800" lvl="4" marL="22860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04800" lvl="5" marL="27432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indent="-304800" lvl="6" marL="32004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indent="-304800" lvl="7" marL="36576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indent="-304800" lvl="8" marL="41148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96" name="Google Shape;196;p16"/>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197" name="Google Shape;197;p16"/>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198" name="Google Shape;198;p16"/>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2"/>
          <p:cNvSpPr txBox="1"/>
          <p:nvPr>
            <p:ph type="ctrTitle"/>
          </p:nvPr>
        </p:nvSpPr>
        <p:spPr>
          <a:xfrm>
            <a:off x="1193275" y="143105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GB" sz="3600" u="none">
                <a:solidFill>
                  <a:schemeClr val="dk2"/>
                </a:solidFill>
                <a:latin typeface="Times New Roman"/>
                <a:ea typeface="Times New Roman"/>
                <a:cs typeface="Times New Roman"/>
                <a:sym typeface="Times New Roman"/>
              </a:rPr>
              <a:t>Chapter </a:t>
            </a:r>
            <a:r>
              <a:rPr lang="en-GB" sz="3600"/>
              <a:t>4</a:t>
            </a:r>
            <a:r>
              <a:rPr b="0" i="0" lang="en-GB" sz="3600" u="none">
                <a:solidFill>
                  <a:schemeClr val="dk2"/>
                </a:solidFill>
                <a:latin typeface="Times New Roman"/>
                <a:ea typeface="Times New Roman"/>
                <a:cs typeface="Times New Roman"/>
                <a:sym typeface="Times New Roman"/>
              </a:rPr>
              <a:t>: </a:t>
            </a:r>
            <a:br>
              <a:rPr b="0" i="0" lang="en-GB" sz="3600" u="none">
                <a:solidFill>
                  <a:schemeClr val="dk2"/>
                </a:solidFill>
                <a:latin typeface="Times New Roman"/>
                <a:ea typeface="Times New Roman"/>
                <a:cs typeface="Times New Roman"/>
                <a:sym typeface="Times New Roman"/>
              </a:rPr>
            </a:br>
            <a:r>
              <a:rPr lang="en-GB" sz="3600"/>
              <a:t>Cluster Analysis in Data Mining</a:t>
            </a:r>
            <a:endParaRPr sz="3600"/>
          </a:p>
        </p:txBody>
      </p:sp>
      <p:pic>
        <p:nvPicPr>
          <p:cNvPr id="236" name="Google Shape;236;p22"/>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3"/>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sp>
        <p:nvSpPr>
          <p:cNvPr descr="Rectangle: Click to edit Master text styles &#10;Second level &#10;Third level &#10;Fourth level &#10;Fifth level" id="242" name="Google Shape;242;p23"/>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40458C"/>
              </a:buClr>
              <a:buSzPts val="1800"/>
              <a:buChar char="●"/>
            </a:pPr>
            <a:r>
              <a:rPr lang="en-GB" sz="1800">
                <a:solidFill>
                  <a:srgbClr val="1F1F1F"/>
                </a:solidFill>
              </a:rPr>
              <a:t>Understand advanced hierarchical clustering techniques.</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Explore CURE: Clustering Using Well-Scattered Representatives.</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Learn about CHAMELEON: Graph Partitioning on KNN Graph.</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Discover Probabilistic Hierarchical Clustering's probabilistic approach.</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Recognize the benefits and applications of these advanced methods.</a:t>
            </a:r>
            <a:endParaRPr sz="1800">
              <a:solidFill>
                <a:srgbClr val="1F1F1F"/>
              </a:solidFill>
            </a:endParaRPr>
          </a:p>
          <a:p>
            <a:pPr indent="-388620" lvl="0" marL="342900" rtl="0" algn="just">
              <a:spcBef>
                <a:spcPts val="440"/>
              </a:spcBef>
              <a:spcAft>
                <a:spcPts val="0"/>
              </a:spcAft>
              <a:buClr>
                <a:srgbClr val="40458C"/>
              </a:buClr>
              <a:buSzPts val="1800"/>
              <a:buChar char="●"/>
            </a:pPr>
            <a:r>
              <a:rPr lang="en-GB" sz="1800">
                <a:solidFill>
                  <a:srgbClr val="1F1F1F"/>
                </a:solidFill>
              </a:rPr>
              <a:t>Let's uncover how these methods contribute to the complexity and sophistication of hierarchical clustering.</a:t>
            </a:r>
            <a:endParaRPr sz="1800">
              <a:solidFill>
                <a:srgbClr val="1F1F1F"/>
              </a:solidFill>
            </a:endParaRPr>
          </a:p>
        </p:txBody>
      </p:sp>
      <p:pic>
        <p:nvPicPr>
          <p:cNvPr id="243" name="Google Shape;243;p23"/>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44" name="Google Shape;244;p23"/>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45" name="Google Shape;245;p23"/>
          <p:cNvSpPr txBox="1"/>
          <p:nvPr/>
        </p:nvSpPr>
        <p:spPr>
          <a:xfrm>
            <a:off x="762000" y="1184875"/>
            <a:ext cx="41976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Objective</a:t>
            </a:r>
            <a:endParaRPr b="1" i="1">
              <a:solidFill>
                <a:srgbClr val="0B5394"/>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descr="Rectangle: Click to edit Master text styles &#10;Second level &#10;Third level &#10;Fourth level &#10;Fifth level" id="250" name="Google Shape;250;p24"/>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CURE (Clustering Using REpresentatives) (S. Guha, R. Rastogi, and K. Shim, 1998)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Represent a cluster using a set of well-scattered representative points  </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Cluster distance: Minimum distance between the representative points chosen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This incorporates features of both single link and average link  </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Shrinking factor α: The points are shrunk towards the centroid by a factor α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Far away points are shrunk more towards the center: More robust to outliers  </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Choosing scattered points helps CURE capture clusters of arbitrary shapes .</a:t>
            </a:r>
            <a:endParaRPr sz="1800">
              <a:solidFill>
                <a:srgbClr val="1F1F1F"/>
              </a:solidFill>
            </a:endParaRPr>
          </a:p>
        </p:txBody>
      </p:sp>
      <p:pic>
        <p:nvPicPr>
          <p:cNvPr id="251" name="Google Shape;251;p24"/>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52" name="Google Shape;252;p24"/>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53" name="Google Shape;253;p24"/>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CURE: Clustering Using Well-Scattered Representatives</a:t>
            </a:r>
            <a:endParaRPr b="1" i="1" sz="1800">
              <a:solidFill>
                <a:srgbClr val="0B5394"/>
              </a:solidFill>
              <a:latin typeface="Times New Roman"/>
              <a:ea typeface="Times New Roman"/>
              <a:cs typeface="Times New Roman"/>
              <a:sym typeface="Times New Roman"/>
            </a:endParaRPr>
          </a:p>
        </p:txBody>
      </p:sp>
      <p:sp>
        <p:nvSpPr>
          <p:cNvPr id="254" name="Google Shape;254;p24"/>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descr="Rectangle: Click to edit Master text styles &#10;Second level &#10;Third level &#10;Fourth level &#10;Fifth level" id="259" name="Google Shape;259;p25"/>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CURE is an advanced hierarchical clustering method that enhances the robustness and scalability of clustering.</a:t>
            </a:r>
            <a:endParaRPr sz="1800">
              <a:solidFill>
                <a:srgbClr val="1F1F1F"/>
              </a:solidFill>
            </a:endParaRPr>
          </a:p>
        </p:txBody>
      </p:sp>
      <p:pic>
        <p:nvPicPr>
          <p:cNvPr id="260" name="Google Shape;260;p25"/>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61" name="Google Shape;261;p25"/>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62" name="Google Shape;262;p25"/>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CURE: Clustering Using Well-Scattered Representatives</a:t>
            </a:r>
            <a:endParaRPr b="1" i="1" sz="1800">
              <a:solidFill>
                <a:srgbClr val="0B5394"/>
              </a:solidFill>
              <a:latin typeface="Times New Roman"/>
              <a:ea typeface="Times New Roman"/>
              <a:cs typeface="Times New Roman"/>
              <a:sym typeface="Times New Roman"/>
            </a:endParaRPr>
          </a:p>
        </p:txBody>
      </p:sp>
      <p:sp>
        <p:nvSpPr>
          <p:cNvPr id="263" name="Google Shape;263;p25"/>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pic>
        <p:nvPicPr>
          <p:cNvPr id="264" name="Google Shape;264;p25"/>
          <p:cNvPicPr preferRelativeResize="0"/>
          <p:nvPr/>
        </p:nvPicPr>
        <p:blipFill>
          <a:blip r:embed="rId4">
            <a:alphaModFix/>
          </a:blip>
          <a:stretch>
            <a:fillRect/>
          </a:stretch>
        </p:blipFill>
        <p:spPr>
          <a:xfrm>
            <a:off x="571463" y="2571738"/>
            <a:ext cx="8334375" cy="1838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descr="Rectangle: Click to edit Master text styles &#10;Second level &#10;Third level &#10;Fourth level &#10;Fifth level" id="269" name="Google Shape;269;p26"/>
          <p:cNvSpPr txBox="1"/>
          <p:nvPr>
            <p:ph idx="1" type="body"/>
          </p:nvPr>
        </p:nvSpPr>
        <p:spPr>
          <a:xfrm>
            <a:off x="762000" y="1646572"/>
            <a:ext cx="7953300" cy="45222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CHAMELEON: A graph partitioning approach (G. Karypis, E. H. Han, and V. Kumar, 1999)  </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Measures the similarity based on a dynamic model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Two clusters are merged only if the interconnectivity and closeness (proximity) between two clusters are high relative to the internal interconnectivity of the clusters and closeness of items within the clusters  </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A graph-based, two-phase algorithm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1. Use a graph-partitioning algorithm: Cluster objects into a large number of relatively small sub-clusters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2. Use an agglomerative hierarchical clustering algorithm: Find the genuine clusters by repeatedly combining these sub-clusters</a:t>
            </a:r>
            <a:endParaRPr sz="1800">
              <a:solidFill>
                <a:srgbClr val="1F1F1F"/>
              </a:solidFill>
            </a:endParaRPr>
          </a:p>
        </p:txBody>
      </p:sp>
      <p:pic>
        <p:nvPicPr>
          <p:cNvPr id="270" name="Google Shape;270;p26"/>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71" name="Google Shape;271;p26"/>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72" name="Google Shape;272;p26"/>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CHAMELEON: Graph Partitioning on KNN Graph</a:t>
            </a:r>
            <a:endParaRPr b="1" i="1" sz="1800">
              <a:solidFill>
                <a:srgbClr val="0B5394"/>
              </a:solidFill>
              <a:latin typeface="Times New Roman"/>
              <a:ea typeface="Times New Roman"/>
              <a:cs typeface="Times New Roman"/>
              <a:sym typeface="Times New Roman"/>
            </a:endParaRPr>
          </a:p>
        </p:txBody>
      </p:sp>
      <p:sp>
        <p:nvSpPr>
          <p:cNvPr id="273" name="Google Shape;273;p26"/>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27"/>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79" name="Google Shape;279;p27"/>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80" name="Google Shape;280;p27"/>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Overall Framework of CHAMELEON</a:t>
            </a:r>
            <a:endParaRPr b="1" i="1" sz="1800">
              <a:solidFill>
                <a:srgbClr val="0B5394"/>
              </a:solidFill>
              <a:latin typeface="Times New Roman"/>
              <a:ea typeface="Times New Roman"/>
              <a:cs typeface="Times New Roman"/>
              <a:sym typeface="Times New Roman"/>
            </a:endParaRPr>
          </a:p>
        </p:txBody>
      </p:sp>
      <p:sp>
        <p:nvSpPr>
          <p:cNvPr id="281" name="Google Shape;281;p27"/>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pic>
        <p:nvPicPr>
          <p:cNvPr id="282" name="Google Shape;282;p27"/>
          <p:cNvPicPr preferRelativeResize="0"/>
          <p:nvPr/>
        </p:nvPicPr>
        <p:blipFill>
          <a:blip r:embed="rId4">
            <a:alphaModFix/>
          </a:blip>
          <a:stretch>
            <a:fillRect/>
          </a:stretch>
        </p:blipFill>
        <p:spPr>
          <a:xfrm>
            <a:off x="1414238" y="1745450"/>
            <a:ext cx="6315520" cy="3192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descr="Rectangle: Click to edit Master text styles &#10;Second level &#10;Third level &#10;Fourth level &#10;Fifth level" id="287" name="Google Shape;287;p28"/>
          <p:cNvSpPr txBox="1"/>
          <p:nvPr>
            <p:ph idx="1" type="body"/>
          </p:nvPr>
        </p:nvSpPr>
        <p:spPr>
          <a:xfrm>
            <a:off x="762000" y="1646572"/>
            <a:ext cx="7953300" cy="45222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K-nearest neighbor (KNN) graphs from an original data in 2D:  </a:t>
            </a:r>
            <a:endParaRPr sz="1800">
              <a:solidFill>
                <a:srgbClr val="1F1F1F"/>
              </a:solidFill>
            </a:endParaRPr>
          </a:p>
          <a:p>
            <a:pPr indent="0" lvl="0" marL="457200" rtl="0" algn="just">
              <a:spcBef>
                <a:spcPts val="440"/>
              </a:spcBef>
              <a:spcAft>
                <a:spcPts val="0"/>
              </a:spcAft>
              <a:buNone/>
            </a:pPr>
            <a:r>
              <a:t/>
            </a:r>
            <a:endParaRPr sz="1800">
              <a:solidFill>
                <a:srgbClr val="1F1F1F"/>
              </a:solidFill>
            </a:endParaRPr>
          </a:p>
          <a:p>
            <a:pPr indent="0" lvl="0" marL="457200" rtl="0" algn="just">
              <a:spcBef>
                <a:spcPts val="440"/>
              </a:spcBef>
              <a:spcAft>
                <a:spcPts val="0"/>
              </a:spcAft>
              <a:buNone/>
            </a:pPr>
            <a:r>
              <a:t/>
            </a:r>
            <a:endParaRPr sz="1800">
              <a:solidFill>
                <a:srgbClr val="1F1F1F"/>
              </a:solidFill>
            </a:endParaRPr>
          </a:p>
          <a:p>
            <a:pPr indent="0" lvl="0" marL="457200" rtl="0" algn="just">
              <a:spcBef>
                <a:spcPts val="440"/>
              </a:spcBef>
              <a:spcAft>
                <a:spcPts val="0"/>
              </a:spcAft>
              <a:buNone/>
            </a:pPr>
            <a:r>
              <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EC{Ci ,Cj } :The absolute interconnectivity between Ci and Cj :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The sum of the weight of the edges that connect vertices in Ci to vertices in Cj  </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Internal interconnectivity of a cluster Ci : The size of its min-cut bisector ECCi (i.e., the weighted sum of edges that partition the graph into two roughly equal parts)  </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Relative Interconnectivity (RI): </a:t>
            </a:r>
            <a:endParaRPr sz="1800">
              <a:solidFill>
                <a:srgbClr val="1F1F1F"/>
              </a:solidFill>
            </a:endParaRPr>
          </a:p>
        </p:txBody>
      </p:sp>
      <p:pic>
        <p:nvPicPr>
          <p:cNvPr id="288" name="Google Shape;288;p28"/>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89" name="Google Shape;289;p28"/>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90" name="Google Shape;290;p28"/>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KNN Graphs and Interconnectivity</a:t>
            </a:r>
            <a:endParaRPr b="1" i="1" sz="1800">
              <a:solidFill>
                <a:srgbClr val="0B5394"/>
              </a:solidFill>
              <a:latin typeface="Times New Roman"/>
              <a:ea typeface="Times New Roman"/>
              <a:cs typeface="Times New Roman"/>
              <a:sym typeface="Times New Roman"/>
            </a:endParaRPr>
          </a:p>
        </p:txBody>
      </p:sp>
      <p:sp>
        <p:nvSpPr>
          <p:cNvPr id="291" name="Google Shape;291;p28"/>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pic>
        <p:nvPicPr>
          <p:cNvPr id="292" name="Google Shape;292;p28"/>
          <p:cNvPicPr preferRelativeResize="0"/>
          <p:nvPr/>
        </p:nvPicPr>
        <p:blipFill>
          <a:blip r:embed="rId4">
            <a:alphaModFix/>
          </a:blip>
          <a:stretch>
            <a:fillRect/>
          </a:stretch>
        </p:blipFill>
        <p:spPr>
          <a:xfrm>
            <a:off x="2243500" y="1965149"/>
            <a:ext cx="4842249" cy="1083300"/>
          </a:xfrm>
          <a:prstGeom prst="rect">
            <a:avLst/>
          </a:prstGeom>
          <a:noFill/>
          <a:ln>
            <a:noFill/>
          </a:ln>
        </p:spPr>
      </p:pic>
      <p:pic>
        <p:nvPicPr>
          <p:cNvPr id="293" name="Google Shape;293;p28"/>
          <p:cNvPicPr preferRelativeResize="0"/>
          <p:nvPr/>
        </p:nvPicPr>
        <p:blipFill>
          <a:blip r:embed="rId5">
            <a:alphaModFix/>
          </a:blip>
          <a:stretch>
            <a:fillRect/>
          </a:stretch>
        </p:blipFill>
        <p:spPr>
          <a:xfrm>
            <a:off x="4279000" y="4481550"/>
            <a:ext cx="2176200" cy="547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descr="Rectangle: Click to edit Master text styles &#10;Second level &#10;Third level &#10;Fourth level &#10;Fifth level" id="298" name="Google Shape;298;p29"/>
          <p:cNvSpPr txBox="1"/>
          <p:nvPr>
            <p:ph idx="1" type="body"/>
          </p:nvPr>
        </p:nvSpPr>
        <p:spPr>
          <a:xfrm>
            <a:off x="762000" y="1646572"/>
            <a:ext cx="7953300" cy="45222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Relative closeness between a pair of clusters Ci and Cj : The absolute closeness between Ci and Cj normalized w.r.t. the internal closeness of the two clusters Ci and Cj  </a:t>
            </a:r>
            <a:endParaRPr sz="1800">
              <a:solidFill>
                <a:srgbClr val="1F1F1F"/>
              </a:solidFill>
            </a:endParaRPr>
          </a:p>
          <a:p>
            <a:pPr indent="0" lvl="0" marL="914400" rtl="0" algn="just">
              <a:spcBef>
                <a:spcPts val="440"/>
              </a:spcBef>
              <a:spcAft>
                <a:spcPts val="0"/>
              </a:spcAft>
              <a:buNone/>
            </a:pPr>
            <a:r>
              <a:t/>
            </a:r>
            <a:endParaRPr sz="1800">
              <a:solidFill>
                <a:srgbClr val="1F1F1F"/>
              </a:solidFill>
            </a:endParaRPr>
          </a:p>
          <a:p>
            <a:pPr indent="0" lvl="0" marL="914400" rtl="0" algn="just">
              <a:spcBef>
                <a:spcPts val="440"/>
              </a:spcBef>
              <a:spcAft>
                <a:spcPts val="0"/>
              </a:spcAft>
              <a:buNone/>
            </a:pPr>
            <a:r>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where </a:t>
            </a:r>
            <a:endParaRPr sz="1800">
              <a:solidFill>
                <a:srgbClr val="1F1F1F"/>
              </a:solidFill>
            </a:endParaRPr>
          </a:p>
          <a:p>
            <a:pPr indent="0" lvl="0" marL="914400" rtl="0" algn="just">
              <a:spcBef>
                <a:spcPts val="440"/>
              </a:spcBef>
              <a:spcAft>
                <a:spcPts val="0"/>
              </a:spcAft>
              <a:buNone/>
            </a:pPr>
            <a:r>
              <a:rPr lang="en-GB" sz="1800">
                <a:solidFill>
                  <a:srgbClr val="1F1F1F"/>
                </a:solidFill>
              </a:rPr>
              <a:t>are the average weights of the edges that belong to the min-cut bisector of clusters Ci and Cj , respectively, and</a:t>
            </a:r>
            <a:endParaRPr sz="1800">
              <a:solidFill>
                <a:srgbClr val="1F1F1F"/>
              </a:solidFill>
            </a:endParaRPr>
          </a:p>
          <a:p>
            <a:pPr indent="457200" lvl="0" marL="457200" rtl="0" algn="just">
              <a:spcBef>
                <a:spcPts val="440"/>
              </a:spcBef>
              <a:spcAft>
                <a:spcPts val="0"/>
              </a:spcAft>
              <a:buNone/>
            </a:pPr>
            <a:r>
              <a:rPr lang="en-GB" sz="1800">
                <a:solidFill>
                  <a:srgbClr val="1F1F1F"/>
                </a:solidFill>
              </a:rPr>
              <a:t> is the average weight of the edges that connect vertices in Ci to vertices </a:t>
            </a:r>
            <a:endParaRPr sz="1800">
              <a:solidFill>
                <a:srgbClr val="1F1F1F"/>
              </a:solidFill>
            </a:endParaRPr>
          </a:p>
          <a:p>
            <a:pPr indent="457200" lvl="0" marL="457200" rtl="0" algn="just">
              <a:spcBef>
                <a:spcPts val="440"/>
              </a:spcBef>
              <a:spcAft>
                <a:spcPts val="0"/>
              </a:spcAft>
              <a:buNone/>
            </a:pPr>
            <a:r>
              <a:rPr lang="en-GB" sz="1800">
                <a:solidFill>
                  <a:srgbClr val="1F1F1F"/>
                </a:solidFill>
              </a:rPr>
              <a:t> in Cj  </a:t>
            </a:r>
            <a:endParaRPr sz="1800">
              <a:solidFill>
                <a:srgbClr val="1F1F1F"/>
              </a:solidFill>
            </a:endParaRPr>
          </a:p>
          <a:p>
            <a:pPr indent="0" lvl="0" marL="0" rtl="0" algn="just">
              <a:spcBef>
                <a:spcPts val="440"/>
              </a:spcBef>
              <a:spcAft>
                <a:spcPts val="0"/>
              </a:spcAft>
              <a:buNone/>
            </a:pPr>
            <a:r>
              <a:t/>
            </a:r>
            <a:endParaRPr b="1" sz="1800">
              <a:solidFill>
                <a:srgbClr val="1F1F1F"/>
              </a:solidFill>
            </a:endParaRPr>
          </a:p>
        </p:txBody>
      </p:sp>
      <p:pic>
        <p:nvPicPr>
          <p:cNvPr id="299" name="Google Shape;299;p29"/>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00" name="Google Shape;300;p29"/>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01" name="Google Shape;301;p29"/>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Relative Closeness &amp; Merge of Sub-Clusters</a:t>
            </a:r>
            <a:endParaRPr b="1" i="1" sz="1800">
              <a:solidFill>
                <a:srgbClr val="0B5394"/>
              </a:solidFill>
              <a:latin typeface="Times New Roman"/>
              <a:ea typeface="Times New Roman"/>
              <a:cs typeface="Times New Roman"/>
              <a:sym typeface="Times New Roman"/>
            </a:endParaRPr>
          </a:p>
        </p:txBody>
      </p:sp>
      <p:sp>
        <p:nvSpPr>
          <p:cNvPr id="302" name="Google Shape;302;p29"/>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pic>
        <p:nvPicPr>
          <p:cNvPr id="303" name="Google Shape;303;p29"/>
          <p:cNvPicPr preferRelativeResize="0"/>
          <p:nvPr/>
        </p:nvPicPr>
        <p:blipFill>
          <a:blip r:embed="rId4">
            <a:alphaModFix/>
          </a:blip>
          <a:stretch>
            <a:fillRect/>
          </a:stretch>
        </p:blipFill>
        <p:spPr>
          <a:xfrm>
            <a:off x="2552700" y="2286000"/>
            <a:ext cx="4343400" cy="876300"/>
          </a:xfrm>
          <a:prstGeom prst="rect">
            <a:avLst/>
          </a:prstGeom>
          <a:noFill/>
          <a:ln>
            <a:noFill/>
          </a:ln>
        </p:spPr>
      </p:pic>
      <p:pic>
        <p:nvPicPr>
          <p:cNvPr id="304" name="Google Shape;304;p29"/>
          <p:cNvPicPr preferRelativeResize="0"/>
          <p:nvPr/>
        </p:nvPicPr>
        <p:blipFill>
          <a:blip r:embed="rId5">
            <a:alphaModFix/>
          </a:blip>
          <a:stretch>
            <a:fillRect/>
          </a:stretch>
        </p:blipFill>
        <p:spPr>
          <a:xfrm>
            <a:off x="2552700" y="3244813"/>
            <a:ext cx="1524000" cy="352425"/>
          </a:xfrm>
          <a:prstGeom prst="rect">
            <a:avLst/>
          </a:prstGeom>
          <a:noFill/>
          <a:ln>
            <a:noFill/>
          </a:ln>
        </p:spPr>
      </p:pic>
      <p:pic>
        <p:nvPicPr>
          <p:cNvPr id="305" name="Google Shape;305;p29"/>
          <p:cNvPicPr preferRelativeResize="0"/>
          <p:nvPr/>
        </p:nvPicPr>
        <p:blipFill>
          <a:blip r:embed="rId6">
            <a:alphaModFix/>
          </a:blip>
          <a:stretch>
            <a:fillRect/>
          </a:stretch>
        </p:blipFill>
        <p:spPr>
          <a:xfrm>
            <a:off x="5204363" y="3868113"/>
            <a:ext cx="866775" cy="371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descr="Rectangle: Click to edit Master text styles &#10;Second level &#10;Third level &#10;Fourth level &#10;Fifth level" id="310" name="Google Shape;310;p30"/>
          <p:cNvSpPr txBox="1"/>
          <p:nvPr>
            <p:ph idx="1" type="body"/>
          </p:nvPr>
        </p:nvSpPr>
        <p:spPr>
          <a:xfrm>
            <a:off x="762000" y="1646572"/>
            <a:ext cx="7953300" cy="45222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Merge Sub-Clusters: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Merges only those pairs of clusters whose RI and RC are both above some </a:t>
            </a:r>
            <a:r>
              <a:rPr lang="en-GB" sz="1800">
                <a:solidFill>
                  <a:srgbClr val="1F1F1F"/>
                </a:solidFill>
              </a:rPr>
              <a:t>user specified</a:t>
            </a:r>
            <a:r>
              <a:rPr lang="en-GB" sz="1800">
                <a:solidFill>
                  <a:srgbClr val="1F1F1F"/>
                </a:solidFill>
              </a:rPr>
              <a:t> thresholds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Merge those maximizing the function that combines RI and RC</a:t>
            </a:r>
            <a:endParaRPr sz="1800">
              <a:solidFill>
                <a:srgbClr val="1F1F1F"/>
              </a:solidFill>
            </a:endParaRPr>
          </a:p>
        </p:txBody>
      </p:sp>
      <p:pic>
        <p:nvPicPr>
          <p:cNvPr id="311" name="Google Shape;311;p30"/>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12" name="Google Shape;312;p30"/>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13" name="Google Shape;313;p30"/>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Relative Closeness &amp; Merge of Sub-Clusters</a:t>
            </a:r>
            <a:endParaRPr b="1" i="1" sz="1800">
              <a:solidFill>
                <a:srgbClr val="0B5394"/>
              </a:solidFill>
              <a:latin typeface="Times New Roman"/>
              <a:ea typeface="Times New Roman"/>
              <a:cs typeface="Times New Roman"/>
              <a:sym typeface="Times New Roman"/>
            </a:endParaRPr>
          </a:p>
        </p:txBody>
      </p:sp>
      <p:sp>
        <p:nvSpPr>
          <p:cNvPr id="314" name="Google Shape;314;p30"/>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id="319" name="Google Shape;319;p31"/>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20" name="Google Shape;320;p31"/>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21" name="Google Shape;321;p31"/>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CHAMELEON: Clustering Complex Objects</a:t>
            </a:r>
            <a:endParaRPr b="1" i="1" sz="1800">
              <a:solidFill>
                <a:srgbClr val="0B5394"/>
              </a:solidFill>
              <a:latin typeface="Times New Roman"/>
              <a:ea typeface="Times New Roman"/>
              <a:cs typeface="Times New Roman"/>
              <a:sym typeface="Times New Roman"/>
            </a:endParaRPr>
          </a:p>
        </p:txBody>
      </p:sp>
      <p:sp>
        <p:nvSpPr>
          <p:cNvPr id="322" name="Google Shape;322;p31"/>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pic>
        <p:nvPicPr>
          <p:cNvPr id="323" name="Google Shape;323;p31"/>
          <p:cNvPicPr preferRelativeResize="0"/>
          <p:nvPr/>
        </p:nvPicPr>
        <p:blipFill>
          <a:blip r:embed="rId4">
            <a:alphaModFix/>
          </a:blip>
          <a:stretch>
            <a:fillRect/>
          </a:stretch>
        </p:blipFill>
        <p:spPr>
          <a:xfrm>
            <a:off x="1617300" y="1745450"/>
            <a:ext cx="6400801" cy="31776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descr="Rectangle: Click to edit Master text styles &#10;Second level &#10;Third level &#10;Fourth level &#10;Fifth level" id="328" name="Google Shape;328;p32"/>
          <p:cNvSpPr txBox="1"/>
          <p:nvPr>
            <p:ph idx="1" type="body"/>
          </p:nvPr>
        </p:nvSpPr>
        <p:spPr>
          <a:xfrm>
            <a:off x="762000" y="1646572"/>
            <a:ext cx="7953300" cy="45222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Algorithmic hierarchical clustering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Nontrivial to choose a good distance measure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Hard to handle missing attribute values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Optimization goal not clear: heuristic, local search  </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Probabilistic hierarchical clustering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Use probabilistic models to measure distances between clusters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Generative model: Regard the set of data objects to be clustered as a sample of the underlying data generation mechanism to be analyzed  </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Easy to understand, same efficiency as algorithmic agglomerative clustering method, can handle partially observed data  </a:t>
            </a:r>
            <a:endParaRPr sz="1800">
              <a:solidFill>
                <a:srgbClr val="1F1F1F"/>
              </a:solidFill>
            </a:endParaRPr>
          </a:p>
          <a:p>
            <a:pPr indent="0" lvl="0" marL="457200" rtl="0" algn="just">
              <a:spcBef>
                <a:spcPts val="440"/>
              </a:spcBef>
              <a:spcAft>
                <a:spcPts val="0"/>
              </a:spcAft>
              <a:buNone/>
            </a:pPr>
            <a:r>
              <a:t/>
            </a:r>
            <a:endParaRPr sz="1800">
              <a:solidFill>
                <a:srgbClr val="1F1F1F"/>
              </a:solidFill>
            </a:endParaRPr>
          </a:p>
        </p:txBody>
      </p:sp>
      <p:pic>
        <p:nvPicPr>
          <p:cNvPr id="329" name="Google Shape;329;p32"/>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30" name="Google Shape;330;p32"/>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31" name="Google Shape;331;p32"/>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Probabilistic Hierarchical Clustering</a:t>
            </a:r>
            <a:endParaRPr b="1" i="1" sz="1800">
              <a:solidFill>
                <a:srgbClr val="0B5394"/>
              </a:solidFill>
              <a:latin typeface="Times New Roman"/>
              <a:ea typeface="Times New Roman"/>
              <a:cs typeface="Times New Roman"/>
              <a:sym typeface="Times New Roman"/>
            </a:endParaRPr>
          </a:p>
        </p:txBody>
      </p:sp>
      <p:sp>
        <p:nvSpPr>
          <p:cNvPr id="332" name="Google Shape;332;p32"/>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descr="Rectangle: Click to edit Master text styles &#10;Second level &#10;Third level &#10;Fourth level &#10;Fifth level" id="337" name="Google Shape;337;p33"/>
          <p:cNvSpPr txBox="1"/>
          <p:nvPr>
            <p:ph idx="1" type="body"/>
          </p:nvPr>
        </p:nvSpPr>
        <p:spPr>
          <a:xfrm>
            <a:off x="762000" y="1646572"/>
            <a:ext cx="7953300" cy="45222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For a set of objects partitioned into m clusters C1, . . . ,Cm, </a:t>
            </a:r>
            <a:endParaRPr sz="1800">
              <a:solidFill>
                <a:srgbClr val="1F1F1F"/>
              </a:solidFill>
            </a:endParaRPr>
          </a:p>
          <a:p>
            <a:pPr indent="0" lvl="0" marL="457200" rtl="0" algn="just">
              <a:spcBef>
                <a:spcPts val="440"/>
              </a:spcBef>
              <a:spcAft>
                <a:spcPts val="0"/>
              </a:spcAft>
              <a:buNone/>
            </a:pPr>
            <a:r>
              <a:rPr lang="en-GB" sz="1800">
                <a:solidFill>
                  <a:srgbClr val="1F1F1F"/>
                </a:solidFill>
              </a:rPr>
              <a:t>the quality can be measured by, </a:t>
            </a:r>
            <a:endParaRPr sz="1800">
              <a:solidFill>
                <a:srgbClr val="1F1F1F"/>
              </a:solidFill>
            </a:endParaRPr>
          </a:p>
          <a:p>
            <a:pPr indent="0" lvl="0" marL="914400" rtl="0" algn="just">
              <a:spcBef>
                <a:spcPts val="440"/>
              </a:spcBef>
              <a:spcAft>
                <a:spcPts val="0"/>
              </a:spcAft>
              <a:buNone/>
            </a:pPr>
            <a:r>
              <a:rPr lang="en-GB" sz="1800">
                <a:solidFill>
                  <a:srgbClr val="1F1F1F"/>
                </a:solidFill>
              </a:rPr>
              <a:t>where P() is the maximum likelihood  </a:t>
            </a:r>
            <a:endParaRPr sz="1800">
              <a:solidFill>
                <a:srgbClr val="1F1F1F"/>
              </a:solidFill>
            </a:endParaRPr>
          </a:p>
          <a:p>
            <a:pPr indent="-342900" lvl="0" marL="457200" rtl="0" algn="just">
              <a:spcBef>
                <a:spcPts val="440"/>
              </a:spcBef>
              <a:spcAft>
                <a:spcPts val="0"/>
              </a:spcAft>
              <a:buClr>
                <a:srgbClr val="1F1F1F"/>
              </a:buClr>
              <a:buSzPts val="1800"/>
              <a:buChar char="●"/>
            </a:pPr>
            <a:r>
              <a:rPr lang="en-GB" sz="1800">
                <a:solidFill>
                  <a:srgbClr val="1F1F1F"/>
                </a:solidFill>
              </a:rPr>
              <a:t>If we merge two clusters Cj1 and Cj2 into a cluster Cj1∪Cj2, the change in quality of the overall clustering is</a:t>
            </a:r>
            <a:endParaRPr sz="1800">
              <a:solidFill>
                <a:srgbClr val="1F1F1F"/>
              </a:solidFill>
            </a:endParaRPr>
          </a:p>
          <a:p>
            <a:pPr indent="0" lvl="0" marL="914400" rtl="0" algn="just">
              <a:spcBef>
                <a:spcPts val="440"/>
              </a:spcBef>
              <a:spcAft>
                <a:spcPts val="0"/>
              </a:spcAft>
              <a:buNone/>
            </a:pPr>
            <a:r>
              <a:t/>
            </a:r>
            <a:endParaRPr sz="1800">
              <a:solidFill>
                <a:srgbClr val="1F1F1F"/>
              </a:solidFill>
            </a:endParaRPr>
          </a:p>
          <a:p>
            <a:pPr indent="0" lvl="0" marL="914400" rtl="0" algn="just">
              <a:spcBef>
                <a:spcPts val="440"/>
              </a:spcBef>
              <a:spcAft>
                <a:spcPts val="0"/>
              </a:spcAft>
              <a:buNone/>
            </a:pPr>
            <a:r>
              <a:rPr lang="en-GB" sz="1800">
                <a:solidFill>
                  <a:srgbClr val="1F1F1F"/>
                </a:solidFill>
              </a:rPr>
              <a:t>  </a:t>
            </a:r>
            <a:endParaRPr sz="1800">
              <a:solidFill>
                <a:srgbClr val="1F1F1F"/>
              </a:solidFill>
            </a:endParaRPr>
          </a:p>
          <a:p>
            <a:pPr indent="-342900" lvl="0" marL="457200" rtl="0" algn="just">
              <a:spcBef>
                <a:spcPts val="440"/>
              </a:spcBef>
              <a:spcAft>
                <a:spcPts val="0"/>
              </a:spcAft>
              <a:buClr>
                <a:srgbClr val="1F1F1F"/>
              </a:buClr>
              <a:buSzPts val="1800"/>
              <a:buChar char="●"/>
            </a:pPr>
            <a:r>
              <a:rPr lang="en-GB" sz="1800">
                <a:solidFill>
                  <a:srgbClr val="1F1F1F"/>
                </a:solidFill>
              </a:rPr>
              <a:t>Distance between clusters C1 and C2:  </a:t>
            </a:r>
            <a:endParaRPr sz="1800">
              <a:solidFill>
                <a:srgbClr val="1F1F1F"/>
              </a:solidFill>
            </a:endParaRPr>
          </a:p>
          <a:p>
            <a:pPr indent="0" lvl="0" marL="914400" rtl="0" algn="just">
              <a:spcBef>
                <a:spcPts val="440"/>
              </a:spcBef>
              <a:spcAft>
                <a:spcPts val="0"/>
              </a:spcAft>
              <a:buNone/>
            </a:pPr>
            <a:r>
              <a:t/>
            </a:r>
            <a:endParaRPr sz="1800">
              <a:solidFill>
                <a:srgbClr val="1F1F1F"/>
              </a:solidFill>
            </a:endParaRPr>
          </a:p>
          <a:p>
            <a:pPr indent="-342900" lvl="0" marL="457200" rtl="0" algn="just">
              <a:spcBef>
                <a:spcPts val="440"/>
              </a:spcBef>
              <a:spcAft>
                <a:spcPts val="0"/>
              </a:spcAft>
              <a:buClr>
                <a:srgbClr val="1F1F1F"/>
              </a:buClr>
              <a:buSzPts val="1800"/>
              <a:buChar char="●"/>
            </a:pPr>
            <a:r>
              <a:rPr lang="en-GB" sz="1800">
                <a:solidFill>
                  <a:srgbClr val="1F1F1F"/>
                </a:solidFill>
              </a:rPr>
              <a:t>If dist(Ci , Cj ) &lt; 0, merge Ci and Cj</a:t>
            </a:r>
            <a:endParaRPr sz="1800">
              <a:solidFill>
                <a:srgbClr val="1F1F1F"/>
              </a:solidFill>
            </a:endParaRPr>
          </a:p>
        </p:txBody>
      </p:sp>
      <p:pic>
        <p:nvPicPr>
          <p:cNvPr id="338" name="Google Shape;338;p33"/>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39" name="Google Shape;339;p33"/>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40" name="Google Shape;340;p33"/>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A Probabilistic Hierarchical Clustering Algorithm</a:t>
            </a:r>
            <a:endParaRPr b="1" i="1" sz="1800">
              <a:solidFill>
                <a:srgbClr val="0B5394"/>
              </a:solidFill>
              <a:latin typeface="Times New Roman"/>
              <a:ea typeface="Times New Roman"/>
              <a:cs typeface="Times New Roman"/>
              <a:sym typeface="Times New Roman"/>
            </a:endParaRPr>
          </a:p>
        </p:txBody>
      </p:sp>
      <p:sp>
        <p:nvSpPr>
          <p:cNvPr id="341" name="Google Shape;341;p33"/>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pic>
        <p:nvPicPr>
          <p:cNvPr id="342" name="Google Shape;342;p33"/>
          <p:cNvPicPr preferRelativeResize="0"/>
          <p:nvPr/>
        </p:nvPicPr>
        <p:blipFill>
          <a:blip r:embed="rId4">
            <a:alphaModFix/>
          </a:blip>
          <a:stretch>
            <a:fillRect/>
          </a:stretch>
        </p:blipFill>
        <p:spPr>
          <a:xfrm>
            <a:off x="4310600" y="1879175"/>
            <a:ext cx="2476500" cy="552450"/>
          </a:xfrm>
          <a:prstGeom prst="rect">
            <a:avLst/>
          </a:prstGeom>
          <a:noFill/>
          <a:ln>
            <a:noFill/>
          </a:ln>
        </p:spPr>
      </p:pic>
      <p:pic>
        <p:nvPicPr>
          <p:cNvPr id="343" name="Google Shape;343;p33"/>
          <p:cNvPicPr preferRelativeResize="0"/>
          <p:nvPr/>
        </p:nvPicPr>
        <p:blipFill>
          <a:blip r:embed="rId5">
            <a:alphaModFix/>
          </a:blip>
          <a:stretch>
            <a:fillRect/>
          </a:stretch>
        </p:blipFill>
        <p:spPr>
          <a:xfrm>
            <a:off x="4448175" y="2987575"/>
            <a:ext cx="4695825" cy="914400"/>
          </a:xfrm>
          <a:prstGeom prst="rect">
            <a:avLst/>
          </a:prstGeom>
          <a:noFill/>
          <a:ln>
            <a:noFill/>
          </a:ln>
        </p:spPr>
      </p:pic>
      <p:pic>
        <p:nvPicPr>
          <p:cNvPr id="344" name="Google Shape;344;p33"/>
          <p:cNvPicPr preferRelativeResize="0"/>
          <p:nvPr/>
        </p:nvPicPr>
        <p:blipFill>
          <a:blip r:embed="rId6">
            <a:alphaModFix/>
          </a:blip>
          <a:stretch>
            <a:fillRect/>
          </a:stretch>
        </p:blipFill>
        <p:spPr>
          <a:xfrm>
            <a:off x="4310600" y="4197850"/>
            <a:ext cx="2762250" cy="400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id="349" name="Google Shape;349;p34"/>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50" name="Google Shape;350;p34"/>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51" name="Google Shape;351;p34"/>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A Probabilistic Hierarchical Clustering Algorithm</a:t>
            </a:r>
            <a:endParaRPr b="1" i="1" sz="1800">
              <a:solidFill>
                <a:srgbClr val="0B5394"/>
              </a:solidFill>
              <a:latin typeface="Times New Roman"/>
              <a:ea typeface="Times New Roman"/>
              <a:cs typeface="Times New Roman"/>
              <a:sym typeface="Times New Roman"/>
            </a:endParaRPr>
          </a:p>
        </p:txBody>
      </p:sp>
      <p:sp>
        <p:nvSpPr>
          <p:cNvPr id="352" name="Google Shape;352;p34"/>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pic>
        <p:nvPicPr>
          <p:cNvPr id="353" name="Google Shape;353;p34"/>
          <p:cNvPicPr preferRelativeResize="0"/>
          <p:nvPr/>
        </p:nvPicPr>
        <p:blipFill>
          <a:blip r:embed="rId4">
            <a:alphaModFix/>
          </a:blip>
          <a:stretch>
            <a:fillRect/>
          </a:stretch>
        </p:blipFill>
        <p:spPr>
          <a:xfrm>
            <a:off x="1941063" y="1646575"/>
            <a:ext cx="5261875" cy="3192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descr="Rectangle: Click to edit Master text styles &#10;Second level &#10;Third level &#10;Fourth level &#10;Fifth level" id="358" name="Google Shape;358;p35"/>
          <p:cNvSpPr txBox="1"/>
          <p:nvPr>
            <p:ph idx="1" type="body"/>
          </p:nvPr>
        </p:nvSpPr>
        <p:spPr>
          <a:xfrm>
            <a:off x="762000" y="1646572"/>
            <a:ext cx="7953300" cy="45222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Algorithm Steps:</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Probability Representation: Model data points as probability distributions.</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Pairwise Probability: Estimate the probability of one cluster containing another.</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Hierarchy Construction: Build hierarchical structure based on pairwise probabilities.</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Hierarchical Pruning: Prune hierarchy to eliminate unlikely containment relationships.</a:t>
            </a:r>
            <a:endParaRPr sz="1800">
              <a:solidFill>
                <a:srgbClr val="1F1F1F"/>
              </a:solidFill>
            </a:endParaRPr>
          </a:p>
          <a:p>
            <a:pPr indent="0" lvl="0" marL="914400" rtl="0" algn="just">
              <a:spcBef>
                <a:spcPts val="440"/>
              </a:spcBef>
              <a:spcAft>
                <a:spcPts val="0"/>
              </a:spcAft>
              <a:buNone/>
            </a:pPr>
            <a:r>
              <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Probabilistic Hierarchical Clustering adds a layer of uncertainty modeling to the clustering process, enhancing its flexibility.</a:t>
            </a:r>
            <a:endParaRPr sz="1800">
              <a:solidFill>
                <a:srgbClr val="1F1F1F"/>
              </a:solidFill>
            </a:endParaRPr>
          </a:p>
          <a:p>
            <a:pPr indent="0" lvl="0" marL="0" rtl="0" algn="just">
              <a:spcBef>
                <a:spcPts val="440"/>
              </a:spcBef>
              <a:spcAft>
                <a:spcPts val="0"/>
              </a:spcAft>
              <a:buNone/>
            </a:pPr>
            <a:r>
              <a:t/>
            </a:r>
            <a:endParaRPr sz="1800">
              <a:solidFill>
                <a:srgbClr val="1F1F1F"/>
              </a:solidFill>
            </a:endParaRPr>
          </a:p>
        </p:txBody>
      </p:sp>
      <p:pic>
        <p:nvPicPr>
          <p:cNvPr id="359" name="Google Shape;359;p35"/>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60" name="Google Shape;360;p35"/>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61" name="Google Shape;361;p35"/>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Probabilistic Hierarchical Clustering Algorithm Steps</a:t>
            </a:r>
            <a:endParaRPr b="1" i="1" sz="1800">
              <a:solidFill>
                <a:srgbClr val="0B5394"/>
              </a:solidFill>
              <a:latin typeface="Times New Roman"/>
              <a:ea typeface="Times New Roman"/>
              <a:cs typeface="Times New Roman"/>
              <a:sym typeface="Times New Roman"/>
            </a:endParaRPr>
          </a:p>
        </p:txBody>
      </p:sp>
      <p:sp>
        <p:nvSpPr>
          <p:cNvPr id="362" name="Google Shape;362;p35"/>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descr="Rectangle: Click to edit Master text styles &#10;Second level &#10;Third level &#10;Fourth level &#10;Fifth level" id="367" name="Google Shape;367;p36"/>
          <p:cNvSpPr txBox="1"/>
          <p:nvPr>
            <p:ph idx="1" type="body"/>
          </p:nvPr>
        </p:nvSpPr>
        <p:spPr>
          <a:xfrm>
            <a:off x="762000" y="1646572"/>
            <a:ext cx="7953300" cy="45222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CURE:</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Uses well-scattered representative points.</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Addresses noise and scalability.</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Suitable for large datasets.</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CHAMELEON:</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Leverages KNN graph partitioning.</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Handles complex data distributions.</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Emphasizes inter-cluster and intra-cluster distances.</a:t>
            </a:r>
            <a:endParaRPr sz="1800">
              <a:solidFill>
                <a:srgbClr val="1F1F1F"/>
              </a:solidFill>
            </a:endParaRPr>
          </a:p>
        </p:txBody>
      </p:sp>
      <p:pic>
        <p:nvPicPr>
          <p:cNvPr id="368" name="Google Shape;368;p36"/>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69" name="Google Shape;369;p36"/>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70" name="Google Shape;370;p36"/>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Comparing Advanced Hierarchical Clustering Methods</a:t>
            </a:r>
            <a:endParaRPr b="1" i="1" sz="1800">
              <a:solidFill>
                <a:srgbClr val="0B5394"/>
              </a:solidFill>
              <a:latin typeface="Times New Roman"/>
              <a:ea typeface="Times New Roman"/>
              <a:cs typeface="Times New Roman"/>
              <a:sym typeface="Times New Roman"/>
            </a:endParaRPr>
          </a:p>
        </p:txBody>
      </p:sp>
      <p:sp>
        <p:nvSpPr>
          <p:cNvPr id="371" name="Google Shape;371;p36"/>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descr="Rectangle: Click to edit Master text styles &#10;Second level &#10;Third level &#10;Fourth level &#10;Fifth level" id="376" name="Google Shape;376;p37"/>
          <p:cNvSpPr txBox="1"/>
          <p:nvPr>
            <p:ph idx="1" type="body"/>
          </p:nvPr>
        </p:nvSpPr>
        <p:spPr>
          <a:xfrm>
            <a:off x="762000" y="1646572"/>
            <a:ext cx="7953300" cy="45222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Probabilistic Hierarchical Clustering:</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Incorporates probability distributions.</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Provides a probabilistic view of clustering.</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Integrates uncertainty modeling.</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Choosing the right advanced method depends on data characteristics and the desired insights.</a:t>
            </a:r>
            <a:endParaRPr sz="1800">
              <a:solidFill>
                <a:srgbClr val="1F1F1F"/>
              </a:solidFill>
            </a:endParaRPr>
          </a:p>
        </p:txBody>
      </p:sp>
      <p:pic>
        <p:nvPicPr>
          <p:cNvPr id="377" name="Google Shape;377;p37"/>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78" name="Google Shape;378;p37"/>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79" name="Google Shape;379;p37"/>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Comparing Advanced Hierarchical Clustering Methods</a:t>
            </a:r>
            <a:endParaRPr b="1" i="1" sz="1800">
              <a:solidFill>
                <a:srgbClr val="0B5394"/>
              </a:solidFill>
              <a:latin typeface="Times New Roman"/>
              <a:ea typeface="Times New Roman"/>
              <a:cs typeface="Times New Roman"/>
              <a:sym typeface="Times New Roman"/>
            </a:endParaRPr>
          </a:p>
        </p:txBody>
      </p:sp>
      <p:sp>
        <p:nvSpPr>
          <p:cNvPr id="380" name="Google Shape;380;p37"/>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descr="Rectangle: Click to edit Master text styles &#10;Second level &#10;Third level &#10;Fourth level &#10;Fifth level" id="385" name="Google Shape;385;p38"/>
          <p:cNvSpPr txBox="1"/>
          <p:nvPr>
            <p:ph idx="1" type="body"/>
          </p:nvPr>
        </p:nvSpPr>
        <p:spPr>
          <a:xfrm>
            <a:off x="762000" y="1646572"/>
            <a:ext cx="7953300" cy="45222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Let's explore an application of advanced hierarchical clustering: detecting communities in social networks.</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Objective:</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Identify communities or groups of tightly connected individuals.</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Understand social network structure and relationships.</a:t>
            </a:r>
            <a:endParaRPr sz="1800">
              <a:solidFill>
                <a:srgbClr val="1F1F1F"/>
              </a:solidFill>
            </a:endParaRPr>
          </a:p>
        </p:txBody>
      </p:sp>
      <p:pic>
        <p:nvPicPr>
          <p:cNvPr id="386" name="Google Shape;386;p38"/>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87" name="Google Shape;387;p38"/>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88" name="Google Shape;388;p38"/>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Application: Social Network Community Detection</a:t>
            </a:r>
            <a:endParaRPr b="1" i="1" sz="1800">
              <a:solidFill>
                <a:srgbClr val="0B5394"/>
              </a:solidFill>
              <a:latin typeface="Times New Roman"/>
              <a:ea typeface="Times New Roman"/>
              <a:cs typeface="Times New Roman"/>
              <a:sym typeface="Times New Roman"/>
            </a:endParaRPr>
          </a:p>
        </p:txBody>
      </p:sp>
      <p:sp>
        <p:nvSpPr>
          <p:cNvPr id="389" name="Google Shape;389;p38"/>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descr="Rectangle: Click to edit Master text styles &#10;Second level &#10;Third level &#10;Fourth level &#10;Fifth level" id="394" name="Google Shape;394;p39"/>
          <p:cNvSpPr txBox="1"/>
          <p:nvPr>
            <p:ph idx="1" type="body"/>
          </p:nvPr>
        </p:nvSpPr>
        <p:spPr>
          <a:xfrm>
            <a:off x="762000" y="1646572"/>
            <a:ext cx="7953300" cy="45222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Steps:</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Graph Construction: Create a graph representing social connections.</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CHAMELEON Clustering: Apply CHAMELEON for community detection.</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Cluster Analysis: Examine formed clusters for meaningful social communities.</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Community Insights: Gain insights into social network dynamics and behavior.</a:t>
            </a:r>
            <a:endParaRPr sz="1800">
              <a:solidFill>
                <a:srgbClr val="1F1F1F"/>
              </a:solidFill>
            </a:endParaRPr>
          </a:p>
          <a:p>
            <a:pPr indent="-342900" lvl="1" marL="914400" rtl="0" algn="just">
              <a:spcBef>
                <a:spcPts val="440"/>
              </a:spcBef>
              <a:spcAft>
                <a:spcPts val="0"/>
              </a:spcAft>
              <a:buClr>
                <a:srgbClr val="40458C"/>
              </a:buClr>
              <a:buSzPts val="1800"/>
              <a:buChar char="○"/>
            </a:pPr>
            <a:r>
              <a:rPr lang="en-GB" sz="1800">
                <a:solidFill>
                  <a:srgbClr val="1F1F1F"/>
                </a:solidFill>
              </a:rPr>
              <a:t>Advanced hierarchical clustering aids in uncovering hidden patterns and communities within complex networks.</a:t>
            </a:r>
            <a:endParaRPr sz="1800">
              <a:solidFill>
                <a:srgbClr val="1F1F1F"/>
              </a:solidFill>
            </a:endParaRPr>
          </a:p>
        </p:txBody>
      </p:sp>
      <p:pic>
        <p:nvPicPr>
          <p:cNvPr id="395" name="Google Shape;395;p39"/>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96" name="Google Shape;396;p39"/>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97" name="Google Shape;397;p39"/>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Application: Social Network Community Detection</a:t>
            </a:r>
            <a:endParaRPr b="1" i="1" sz="1800">
              <a:solidFill>
                <a:srgbClr val="0B5394"/>
              </a:solidFill>
              <a:latin typeface="Times New Roman"/>
              <a:ea typeface="Times New Roman"/>
              <a:cs typeface="Times New Roman"/>
              <a:sym typeface="Times New Roman"/>
            </a:endParaRPr>
          </a:p>
        </p:txBody>
      </p:sp>
      <p:sp>
        <p:nvSpPr>
          <p:cNvPr id="398" name="Google Shape;398;p39"/>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descr="Rectangle: Click to edit Master text styles &#10;Second level &#10;Third level &#10;Fourth level &#10;Fifth level" id="403" name="Google Shape;403;p40"/>
          <p:cNvSpPr txBox="1"/>
          <p:nvPr>
            <p:ph idx="1" type="body"/>
          </p:nvPr>
        </p:nvSpPr>
        <p:spPr>
          <a:xfrm>
            <a:off x="762000" y="1646572"/>
            <a:ext cx="7953300" cy="4522200"/>
          </a:xfrm>
          <a:prstGeom prst="rect">
            <a:avLst/>
          </a:prstGeom>
          <a:noFill/>
          <a:ln>
            <a:noFill/>
          </a:ln>
        </p:spPr>
        <p:txBody>
          <a:bodyPr anchorCtr="0" anchor="t" bIns="45700" lIns="91425" spcFirstLastPara="1" rIns="91425" wrap="square" tIns="45700">
            <a:noAutofit/>
          </a:bodyPr>
          <a:lstStyle/>
          <a:p>
            <a:pPr indent="-342900" lvl="0" marL="457200" rtl="0" algn="just">
              <a:spcBef>
                <a:spcPts val="440"/>
              </a:spcBef>
              <a:spcAft>
                <a:spcPts val="0"/>
              </a:spcAft>
              <a:buClr>
                <a:srgbClr val="40458C"/>
              </a:buClr>
              <a:buSzPts val="1800"/>
              <a:buChar char="●"/>
            </a:pPr>
            <a:r>
              <a:rPr lang="en-GB" sz="1800">
                <a:solidFill>
                  <a:srgbClr val="1F1F1F"/>
                </a:solidFill>
              </a:rPr>
              <a:t>CURE enhances clustering robustness and scalability with well-scattered representatives.</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CHAMELEON introduces graph partitioning on KNN graphs for complex data distributions.</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Probabilistic Hierarchical Clustering integrates probability distributions for uncertainty modeling.</a:t>
            </a:r>
            <a:endParaRPr sz="1800">
              <a:solidFill>
                <a:srgbClr val="1F1F1F"/>
              </a:solidFill>
            </a:endParaRPr>
          </a:p>
          <a:p>
            <a:pPr indent="-342900" lvl="0" marL="457200" rtl="0" algn="just">
              <a:spcBef>
                <a:spcPts val="440"/>
              </a:spcBef>
              <a:spcAft>
                <a:spcPts val="0"/>
              </a:spcAft>
              <a:buClr>
                <a:srgbClr val="40458C"/>
              </a:buClr>
              <a:buSzPts val="1800"/>
              <a:buChar char="●"/>
            </a:pPr>
            <a:r>
              <a:rPr lang="en-GB" sz="1800">
                <a:solidFill>
                  <a:srgbClr val="1F1F1F"/>
                </a:solidFill>
              </a:rPr>
              <a:t>These advanced methods empower us to tackle complex clustering challenges and extract deeper insights from our data.</a:t>
            </a:r>
            <a:endParaRPr sz="1800">
              <a:solidFill>
                <a:srgbClr val="1F1F1F"/>
              </a:solidFill>
            </a:endParaRPr>
          </a:p>
        </p:txBody>
      </p:sp>
      <p:pic>
        <p:nvPicPr>
          <p:cNvPr id="404" name="Google Shape;404;p40"/>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405" name="Google Shape;405;p40"/>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406" name="Google Shape;406;p40"/>
          <p:cNvSpPr txBox="1"/>
          <p:nvPr/>
        </p:nvSpPr>
        <p:spPr>
          <a:xfrm>
            <a:off x="762000" y="1184875"/>
            <a:ext cx="8111400" cy="461700"/>
          </a:xfrm>
          <a:prstGeom prst="rect">
            <a:avLst/>
          </a:prstGeom>
          <a:noFill/>
          <a:ln>
            <a:noFill/>
          </a:ln>
        </p:spPr>
        <p:txBody>
          <a:bodyPr anchorCtr="0" anchor="t" bIns="91425" lIns="91425" spcFirstLastPara="1" rIns="91425" wrap="square" tIns="91425">
            <a:spAutoFit/>
          </a:bodyPr>
          <a:lstStyle/>
          <a:p>
            <a:pPr indent="0" lvl="0" marL="0" rtl="0" algn="just">
              <a:spcBef>
                <a:spcPts val="440"/>
              </a:spcBef>
              <a:spcAft>
                <a:spcPts val="0"/>
              </a:spcAft>
              <a:buNone/>
            </a:pPr>
            <a:r>
              <a:rPr b="1" i="1" lang="en-GB" sz="1800">
                <a:solidFill>
                  <a:srgbClr val="0B5394"/>
                </a:solidFill>
                <a:latin typeface="Times New Roman"/>
                <a:ea typeface="Times New Roman"/>
                <a:cs typeface="Times New Roman"/>
                <a:sym typeface="Times New Roman"/>
              </a:rPr>
              <a:t>Recap and Key Takeaways</a:t>
            </a:r>
            <a:endParaRPr b="1" i="1" sz="1800">
              <a:solidFill>
                <a:srgbClr val="0B5394"/>
              </a:solidFill>
              <a:latin typeface="Times New Roman"/>
              <a:ea typeface="Times New Roman"/>
              <a:cs typeface="Times New Roman"/>
              <a:sym typeface="Times New Roman"/>
            </a:endParaRPr>
          </a:p>
        </p:txBody>
      </p:sp>
      <p:sp>
        <p:nvSpPr>
          <p:cNvPr id="407" name="Google Shape;407;p40"/>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Hierarchical Clustering Me	thods</a:t>
            </a:r>
            <a:endParaRPr sz="3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1"/>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Summary</a:t>
            </a:r>
            <a:endParaRPr sz="3600"/>
          </a:p>
        </p:txBody>
      </p:sp>
      <p:sp>
        <p:nvSpPr>
          <p:cNvPr descr="Rectangle: Click to edit Master text styles &#10;Second level &#10;Third level &#10;Fourth level &#10;Fifth level" id="413" name="Google Shape;413;p41"/>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000000"/>
              </a:buClr>
              <a:buSzPts val="1800"/>
              <a:buChar char="●"/>
            </a:pPr>
            <a:r>
              <a:rPr lang="en-GB" sz="1800">
                <a:solidFill>
                  <a:srgbClr val="000000"/>
                </a:solidFill>
              </a:rPr>
              <a:t>Hierarchical clustering organizes data in a tree-like structure.</a:t>
            </a:r>
            <a:endParaRPr sz="1800">
              <a:solidFill>
                <a:srgbClr val="000000"/>
              </a:solidFill>
            </a:endParaRPr>
          </a:p>
          <a:p>
            <a:pPr indent="-388620" lvl="0" marL="342900" rtl="0" algn="just">
              <a:spcBef>
                <a:spcPts val="440"/>
              </a:spcBef>
              <a:spcAft>
                <a:spcPts val="0"/>
              </a:spcAft>
              <a:buClr>
                <a:srgbClr val="000000"/>
              </a:buClr>
              <a:buSzPts val="1800"/>
              <a:buChar char="●"/>
            </a:pPr>
            <a:r>
              <a:rPr lang="en-GB" sz="1800">
                <a:solidFill>
                  <a:srgbClr val="000000"/>
                </a:solidFill>
              </a:rPr>
              <a:t>Agglomerative starts with individual data points and merges them.</a:t>
            </a:r>
            <a:endParaRPr sz="1800">
              <a:solidFill>
                <a:srgbClr val="000000"/>
              </a:solidFill>
            </a:endParaRPr>
          </a:p>
          <a:p>
            <a:pPr indent="-388620" lvl="0" marL="342900" rtl="0" algn="just">
              <a:spcBef>
                <a:spcPts val="440"/>
              </a:spcBef>
              <a:spcAft>
                <a:spcPts val="0"/>
              </a:spcAft>
              <a:buClr>
                <a:srgbClr val="000000"/>
              </a:buClr>
              <a:buSzPts val="1800"/>
              <a:buChar char="●"/>
            </a:pPr>
            <a:r>
              <a:rPr lang="en-GB" sz="1800">
                <a:solidFill>
                  <a:srgbClr val="000000"/>
                </a:solidFill>
              </a:rPr>
              <a:t>Divisive begins with all data in one cluster and splits iteratively.</a:t>
            </a:r>
            <a:endParaRPr sz="1800">
              <a:solidFill>
                <a:srgbClr val="000000"/>
              </a:solidFill>
            </a:endParaRPr>
          </a:p>
          <a:p>
            <a:pPr indent="-388620" lvl="0" marL="342900" rtl="0" algn="just">
              <a:spcBef>
                <a:spcPts val="440"/>
              </a:spcBef>
              <a:spcAft>
                <a:spcPts val="0"/>
              </a:spcAft>
              <a:buClr>
                <a:srgbClr val="000000"/>
              </a:buClr>
              <a:buSzPts val="1800"/>
              <a:buChar char="●"/>
            </a:pPr>
            <a:r>
              <a:rPr lang="en-GB" sz="1800">
                <a:solidFill>
                  <a:srgbClr val="000000"/>
                </a:solidFill>
              </a:rPr>
              <a:t>Useful for exploring data hierarchy and relationships.</a:t>
            </a:r>
            <a:endParaRPr sz="1800">
              <a:solidFill>
                <a:srgbClr val="000000"/>
              </a:solidFill>
            </a:endParaRPr>
          </a:p>
        </p:txBody>
      </p:sp>
      <p:pic>
        <p:nvPicPr>
          <p:cNvPr id="414" name="Google Shape;414;p41"/>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415" name="Google Shape;415;p41"/>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416" name="Google Shape;416;p41"/>
          <p:cNvSpPr txBox="1"/>
          <p:nvPr/>
        </p:nvSpPr>
        <p:spPr>
          <a:xfrm>
            <a:off x="762000" y="1184875"/>
            <a:ext cx="79533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sp>
        <p:nvSpPr>
          <p:cNvPr id="417" name="Google Shape;417;p41"/>
          <p:cNvSpPr txBox="1"/>
          <p:nvPr/>
        </p:nvSpPr>
        <p:spPr>
          <a:xfrm>
            <a:off x="762000" y="1184875"/>
            <a:ext cx="82395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Hierarchical Clustering</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