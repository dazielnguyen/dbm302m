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6" r:id="rId4"/>
    <p:sldMasterId id="2147483667" r:id="rId5"/>
    <p:sldMasterId id="2147483668"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y="5143500" cx="9144000"/>
  <p:notesSz cx="6858000" cy="9144000"/>
  <p:embeddedFontLst>
    <p:embeddedFont>
      <p:font typeface="Roboto"/>
      <p:regular r:id="rId24"/>
      <p:bold r:id="rId25"/>
      <p:italic r:id="rId26"/>
      <p:boldItalic r:id="rId27"/>
    </p:embeddedFont>
    <p:embeddedFont>
      <p:font typeface="Nunito"/>
      <p:regular r:id="rId28"/>
      <p:bold r:id="rId29"/>
      <p:italic r:id="rId30"/>
      <p:boldItalic r:id="rId31"/>
    </p:embeddedFont>
    <p:embeddedFont>
      <p:font typeface="Tahoma"/>
      <p:regular r:id="rId32"/>
      <p:bold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font" Target="fonts/Roboto-regular.fntdata"/><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font" Target="fonts/Roboto-italic.fntdata"/><Relationship Id="rId25" Type="http://schemas.openxmlformats.org/officeDocument/2006/relationships/font" Target="fonts/Roboto-bold.fntdata"/><Relationship Id="rId28" Type="http://schemas.openxmlformats.org/officeDocument/2006/relationships/font" Target="fonts/Nunito-regular.fntdata"/><Relationship Id="rId27" Type="http://schemas.openxmlformats.org/officeDocument/2006/relationships/font" Target="fonts/Roboto-boldItalic.fntdata"/><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font" Target="fonts/Nunito-bold.fntdata"/><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font" Target="fonts/Nunito-boldItalic.fntdata"/><Relationship Id="rId30" Type="http://schemas.openxmlformats.org/officeDocument/2006/relationships/font" Target="fonts/Nunito-italic.fntdata"/><Relationship Id="rId11" Type="http://schemas.openxmlformats.org/officeDocument/2006/relationships/slide" Target="slides/slide4.xml"/><Relationship Id="rId33" Type="http://schemas.openxmlformats.org/officeDocument/2006/relationships/font" Target="fonts/Tahoma-bold.fntdata"/><Relationship Id="rId10" Type="http://schemas.openxmlformats.org/officeDocument/2006/relationships/slide" Target="slides/slide3.xml"/><Relationship Id="rId32" Type="http://schemas.openxmlformats.org/officeDocument/2006/relationships/font" Target="fonts/Tahoma-regular.fntdata"/><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2582b55a4a5_0_419: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2" name="Google Shape;232;g2582b55a4a5_0_419:notes"/>
          <p:cNvSpPr txBox="1"/>
          <p:nvPr>
            <p:ph idx="1" type="body"/>
          </p:nvPr>
        </p:nvSpPr>
        <p:spPr>
          <a:xfrm>
            <a:off x="913903" y="4343400"/>
            <a:ext cx="5030100" cy="4113300"/>
          </a:xfrm>
          <a:prstGeom prst="rect">
            <a:avLst/>
          </a:prstGeom>
          <a:noFill/>
          <a:ln>
            <a:noFill/>
          </a:ln>
        </p:spPr>
        <p:txBody>
          <a:bodyPr anchorCtr="0" anchor="t" bIns="45550" lIns="91100" spcFirstLastPara="1" rIns="91100" wrap="square" tIns="45550">
            <a:noAutofit/>
          </a:bodyPr>
          <a:lstStyle/>
          <a:p>
            <a:pPr indent="0" lvl="0" marL="0" rtl="0" algn="l">
              <a:spcBef>
                <a:spcPts val="0"/>
              </a:spcBef>
              <a:spcAft>
                <a:spcPts val="0"/>
              </a:spcAft>
              <a:buNone/>
            </a:pPr>
            <a:r>
              <a:t/>
            </a:r>
            <a:endParaRPr/>
          </a:p>
        </p:txBody>
      </p:sp>
      <p:sp>
        <p:nvSpPr>
          <p:cNvPr id="233" name="Google Shape;233;g2582b55a4a5_0_419:notes"/>
          <p:cNvSpPr txBox="1"/>
          <p:nvPr/>
        </p:nvSpPr>
        <p:spPr>
          <a:xfrm>
            <a:off x="3886696" y="8686800"/>
            <a:ext cx="2971200" cy="457200"/>
          </a:xfrm>
          <a:prstGeom prst="rect">
            <a:avLst/>
          </a:prstGeom>
          <a:noFill/>
          <a:ln>
            <a:noFill/>
          </a:ln>
        </p:spPr>
        <p:txBody>
          <a:bodyPr anchorCtr="0" anchor="b" bIns="45550" lIns="91100" spcFirstLastPara="1" rIns="91100" wrap="square" tIns="45550">
            <a:noAutofit/>
          </a:bodyPr>
          <a:lstStyle/>
          <a:p>
            <a:pPr indent="0" lvl="0" marL="0" marR="0" rtl="0" algn="r">
              <a:lnSpc>
                <a:spcPct val="100000"/>
              </a:lnSpc>
              <a:spcBef>
                <a:spcPts val="0"/>
              </a:spcBef>
              <a:spcAft>
                <a:spcPts val="0"/>
              </a:spcAft>
              <a:buClr>
                <a:srgbClr val="000000"/>
              </a:buClr>
              <a:buSzPts val="1200"/>
              <a:buFont typeface="Tahoma"/>
              <a:buNone/>
            </a:pPr>
            <a:fld id="{00000000-1234-1234-1234-123412341234}" type="slidenum">
              <a:rPr b="0" i="0" lang="en-GB" sz="1200" u="none">
                <a:solidFill>
                  <a:srgbClr val="000000"/>
                </a:solidFill>
                <a:latin typeface="Tahoma"/>
                <a:ea typeface="Tahoma"/>
                <a:cs typeface="Tahoma"/>
                <a:sym typeface="Tahoma"/>
              </a:rPr>
              <a:t>‹#›</a:t>
            </a:fld>
            <a:endParaRPr sz="1300"/>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2582b55a4a5_0_431: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g2582b55a4a5_0_431: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25de24b7acc_2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25de24b7acc_2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2" name="Shape 252"/>
        <p:cNvGrpSpPr/>
        <p:nvPr/>
      </p:nvGrpSpPr>
      <p:grpSpPr>
        <a:xfrm>
          <a:off x="0" y="0"/>
          <a:ext cx="0" cy="0"/>
          <a:chOff x="0" y="0"/>
          <a:chExt cx="0" cy="0"/>
        </a:xfrm>
      </p:grpSpPr>
      <p:sp>
        <p:nvSpPr>
          <p:cNvPr id="253" name="Google Shape;253;g2582b55a4a5_0_628: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g2582b55a4a5_0_628: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25de24b7acc_2_0: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g25de24b7acc_2_0: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2582b55a4a5_0_639: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g2582b55a4a5_0_639: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2582b55a4a5_2_4: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g2582b55a4a5_2_4: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582b55a4a5_2_32: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g2582b55a4a5_2_32: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g2582b55a4a5_2_66: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g2582b55a4a5_2_66: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25de24b7acc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25de24b7acc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g2582b55a4a5_2_74: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g2582b55a4a5_2_74: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25de24b7acc_2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8" name="Google Shape;328;g25de24b7acc_2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2582b55a4a5_2_83: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g2582b55a4a5_2_83: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5de24b7acc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5de24b7acc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2582b55a4a5_2_91: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g2582b55a4a5_2_91: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24c723383d8_1_107:notes"/>
          <p:cNvSpPr txBox="1"/>
          <p:nvPr>
            <p:ph idx="1" type="body"/>
          </p:nvPr>
        </p:nvSpPr>
        <p:spPr>
          <a:xfrm>
            <a:off x="913903" y="4343400"/>
            <a:ext cx="5030100" cy="41133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1" name="Google Shape;361;g24c723383d8_1_107:notes"/>
          <p:cNvSpPr/>
          <p:nvPr>
            <p:ph idx="2" type="sldImg"/>
          </p:nvPr>
        </p:nvSpPr>
        <p:spPr>
          <a:xfrm>
            <a:off x="429100" y="687314"/>
            <a:ext cx="6001500" cy="34275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ext and Chart" type="txAndChart">
  <p:cSld name="TEXT_AND_CHART">
    <p:spTree>
      <p:nvGrpSpPr>
        <p:cNvPr id="50" name="Shape 50"/>
        <p:cNvGrpSpPr/>
        <p:nvPr/>
      </p:nvGrpSpPr>
      <p:grpSpPr>
        <a:xfrm>
          <a:off x="0" y="0"/>
          <a:ext cx="0" cy="0"/>
          <a:chOff x="0" y="0"/>
          <a:chExt cx="0" cy="0"/>
        </a:xfrm>
      </p:grpSpPr>
      <p:sp>
        <p:nvSpPr>
          <p:cNvPr id="51" name="Google Shape;51;p13"/>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lvl1pPr lvl="0" rtl="0" algn="l">
              <a:spcBef>
                <a:spcPts val="0"/>
              </a:spcBef>
              <a:spcAft>
                <a:spcPts val="0"/>
              </a:spcAft>
              <a:buSzPts val="2800"/>
              <a:buNone/>
              <a:defRPr/>
            </a:lvl1pPr>
            <a:lvl2pPr lvl="1" rtl="0" algn="l">
              <a:spcBef>
                <a:spcPts val="0"/>
              </a:spcBef>
              <a:spcAft>
                <a:spcPts val="0"/>
              </a:spcAft>
              <a:buSzPts val="2800"/>
              <a:buNone/>
              <a:defRPr/>
            </a:lvl2pPr>
            <a:lvl3pPr lvl="2" rtl="0" algn="l">
              <a:spcBef>
                <a:spcPts val="0"/>
              </a:spcBef>
              <a:spcAft>
                <a:spcPts val="0"/>
              </a:spcAft>
              <a:buSzPts val="2800"/>
              <a:buNone/>
              <a:defRPr/>
            </a:lvl3pPr>
            <a:lvl4pPr lvl="3" rtl="0" algn="l">
              <a:spcBef>
                <a:spcPts val="0"/>
              </a:spcBef>
              <a:spcAft>
                <a:spcPts val="0"/>
              </a:spcAft>
              <a:buSzPts val="2800"/>
              <a:buNone/>
              <a:defRPr/>
            </a:lvl4pPr>
            <a:lvl5pPr lvl="4" rtl="0" algn="l">
              <a:spcBef>
                <a:spcPts val="0"/>
              </a:spcBef>
              <a:spcAft>
                <a:spcPts val="0"/>
              </a:spcAft>
              <a:buSzPts val="2800"/>
              <a:buNone/>
              <a:defRPr/>
            </a:lvl5pPr>
            <a:lvl6pPr lvl="5" rtl="0" algn="l">
              <a:spcBef>
                <a:spcPts val="0"/>
              </a:spcBef>
              <a:spcAft>
                <a:spcPts val="0"/>
              </a:spcAft>
              <a:buSzPts val="2800"/>
              <a:buNone/>
              <a:defRPr/>
            </a:lvl6pPr>
            <a:lvl7pPr lvl="6" rtl="0" algn="l">
              <a:spcBef>
                <a:spcPts val="0"/>
              </a:spcBef>
              <a:spcAft>
                <a:spcPts val="0"/>
              </a:spcAft>
              <a:buSzPts val="2800"/>
              <a:buNone/>
              <a:defRPr/>
            </a:lvl7pPr>
            <a:lvl8pPr lvl="7" rtl="0" algn="l">
              <a:spcBef>
                <a:spcPts val="0"/>
              </a:spcBef>
              <a:spcAft>
                <a:spcPts val="0"/>
              </a:spcAft>
              <a:buSzPts val="2800"/>
              <a:buNone/>
              <a:defRPr/>
            </a:lvl8pPr>
            <a:lvl9pPr lvl="8" rtl="0" algn="l">
              <a:spcBef>
                <a:spcPts val="0"/>
              </a:spcBef>
              <a:spcAft>
                <a:spcPts val="0"/>
              </a:spcAft>
              <a:buSzPts val="2800"/>
              <a:buNone/>
              <a:defRPr/>
            </a:lvl9pPr>
          </a:lstStyle>
          <a:p/>
        </p:txBody>
      </p:sp>
      <p:sp>
        <p:nvSpPr>
          <p:cNvPr id="52" name="Google Shape;52;p13"/>
          <p:cNvSpPr txBox="1"/>
          <p:nvPr>
            <p:ph idx="1" type="body"/>
          </p:nvPr>
        </p:nvSpPr>
        <p:spPr>
          <a:xfrm>
            <a:off x="838200" y="1428750"/>
            <a:ext cx="3810000" cy="3086100"/>
          </a:xfrm>
          <a:prstGeom prst="rect">
            <a:avLst/>
          </a:prstGeom>
          <a:noFill/>
          <a:ln>
            <a:noFill/>
          </a:ln>
        </p:spPr>
        <p:txBody>
          <a:bodyPr anchorCtr="0" anchor="t" bIns="45700" lIns="91425" spcFirstLastPara="1" rIns="91425" wrap="square" tIns="45700">
            <a:noAutofit/>
          </a:bodyPr>
          <a:lstStyle>
            <a:lvl1pPr indent="-297180" lvl="0" marL="457200" rtl="0" algn="l">
              <a:spcBef>
                <a:spcPts val="360"/>
              </a:spcBef>
              <a:spcAft>
                <a:spcPts val="0"/>
              </a:spcAft>
              <a:buSzPts val="1080"/>
              <a:buChar char="●"/>
              <a:defRPr/>
            </a:lvl1pPr>
            <a:lvl2pPr indent="-297180" lvl="1" marL="914400" rtl="0" algn="l">
              <a:spcBef>
                <a:spcPts val="360"/>
              </a:spcBef>
              <a:spcAft>
                <a:spcPts val="0"/>
              </a:spcAft>
              <a:buSzPts val="1080"/>
              <a:buChar char="○"/>
              <a:defRPr/>
            </a:lvl2pPr>
            <a:lvl3pPr indent="-337185" lvl="2" marL="1371600" rtl="0" algn="l">
              <a:spcBef>
                <a:spcPts val="360"/>
              </a:spcBef>
              <a:spcAft>
                <a:spcPts val="0"/>
              </a:spcAft>
              <a:buSzPts val="1710"/>
              <a:buChar char="■"/>
              <a:defRPr/>
            </a:lvl3pPr>
            <a:lvl4pPr indent="-302894" lvl="3" marL="1828800" rtl="0" algn="l">
              <a:spcBef>
                <a:spcPts val="360"/>
              </a:spcBef>
              <a:spcAft>
                <a:spcPts val="0"/>
              </a:spcAft>
              <a:buSzPts val="1170"/>
              <a:buChar char="●"/>
              <a:defRPr/>
            </a:lvl4pPr>
            <a:lvl5pPr indent="-297179" lvl="4" marL="2286000" rtl="0" algn="l">
              <a:spcBef>
                <a:spcPts val="360"/>
              </a:spcBef>
              <a:spcAft>
                <a:spcPts val="0"/>
              </a:spcAft>
              <a:buSzPts val="1080"/>
              <a:buChar char="○"/>
              <a:defRPr/>
            </a:lvl5pPr>
            <a:lvl6pPr indent="-297179" lvl="5" marL="2743200" rtl="0" algn="l">
              <a:spcBef>
                <a:spcPts val="360"/>
              </a:spcBef>
              <a:spcAft>
                <a:spcPts val="0"/>
              </a:spcAft>
              <a:buSzPts val="1080"/>
              <a:buChar char="■"/>
              <a:defRPr/>
            </a:lvl6pPr>
            <a:lvl7pPr indent="-297179" lvl="6" marL="3200400" rtl="0" algn="l">
              <a:spcBef>
                <a:spcPts val="360"/>
              </a:spcBef>
              <a:spcAft>
                <a:spcPts val="0"/>
              </a:spcAft>
              <a:buSzPts val="1080"/>
              <a:buChar char="●"/>
              <a:defRPr/>
            </a:lvl7pPr>
            <a:lvl8pPr indent="-297179" lvl="7" marL="3657600" rtl="0" algn="l">
              <a:spcBef>
                <a:spcPts val="360"/>
              </a:spcBef>
              <a:spcAft>
                <a:spcPts val="0"/>
              </a:spcAft>
              <a:buSzPts val="1080"/>
              <a:buChar char="○"/>
              <a:defRPr/>
            </a:lvl8pPr>
            <a:lvl9pPr indent="-297179" lvl="8" marL="4114800" rtl="0" algn="l">
              <a:spcBef>
                <a:spcPts val="360"/>
              </a:spcBef>
              <a:spcAft>
                <a:spcPts val="0"/>
              </a:spcAft>
              <a:buSzPts val="1080"/>
              <a:buChar char="■"/>
              <a:defRPr/>
            </a:lvl9pPr>
          </a:lstStyle>
          <a:p/>
        </p:txBody>
      </p:sp>
      <p:sp>
        <p:nvSpPr>
          <p:cNvPr id="53" name="Google Shape;53;p13"/>
          <p:cNvSpPr/>
          <p:nvPr>
            <p:ph idx="2" type="chart"/>
          </p:nvPr>
        </p:nvSpPr>
        <p:spPr>
          <a:xfrm>
            <a:off x="4800600" y="1428750"/>
            <a:ext cx="3810000" cy="3086100"/>
          </a:xfrm>
          <a:prstGeom prst="rect">
            <a:avLst/>
          </a:prstGeom>
          <a:noFill/>
          <a:ln>
            <a:noFill/>
          </a:ln>
        </p:spPr>
        <p:txBody>
          <a:bodyPr anchorCtr="0" anchor="t" bIns="45700" lIns="91425" spcFirstLastPara="1" rIns="91425" wrap="square" tIns="45700">
            <a:noAutofit/>
          </a:bodyPr>
          <a:lstStyle>
            <a:lvl1pPr lvl="0" marR="0" rtl="0" algn="l">
              <a:spcBef>
                <a:spcPts val="640"/>
              </a:spcBef>
              <a:spcAft>
                <a:spcPts val="0"/>
              </a:spcAft>
              <a:buClr>
                <a:schemeClr val="dk1"/>
              </a:buClr>
              <a:buSzPts val="1920"/>
              <a:buFont typeface="Noto Sans Symbols"/>
              <a:buChar char="❑"/>
              <a:defRPr b="0" i="0" sz="3200" u="none" cap="none" strike="noStrike">
                <a:solidFill>
                  <a:schemeClr val="dk1"/>
                </a:solidFill>
                <a:latin typeface="Times New Roman"/>
                <a:ea typeface="Times New Roman"/>
                <a:cs typeface="Times New Roman"/>
                <a:sym typeface="Times New Roman"/>
              </a:defRPr>
            </a:lvl1pPr>
            <a:lvl2pPr lvl="1" marR="0" rtl="0" algn="l">
              <a:spcBef>
                <a:spcPts val="560"/>
              </a:spcBef>
              <a:spcAft>
                <a:spcPts val="0"/>
              </a:spcAft>
              <a:buClr>
                <a:schemeClr val="dk1"/>
              </a:buClr>
              <a:buSzPts val="1680"/>
              <a:buFont typeface="Noto Sans Symbols"/>
              <a:buChar char="■"/>
              <a:defRPr b="0" i="0" sz="2800" u="none" cap="none" strike="noStrike">
                <a:solidFill>
                  <a:schemeClr val="dk1"/>
                </a:solidFill>
                <a:latin typeface="Times New Roman"/>
                <a:ea typeface="Times New Roman"/>
                <a:cs typeface="Times New Roman"/>
                <a:sym typeface="Times New Roman"/>
              </a:defRPr>
            </a:lvl2pPr>
            <a:lvl3pPr lvl="2" marR="0" rtl="0" algn="l">
              <a:spcBef>
                <a:spcPts val="480"/>
              </a:spcBef>
              <a:spcAft>
                <a:spcPts val="0"/>
              </a:spcAft>
              <a:buClr>
                <a:schemeClr val="hlink"/>
              </a:buClr>
              <a:buSzPts val="2280"/>
              <a:buFont typeface="Noto Sans Symbols"/>
              <a:buChar char="⬥"/>
              <a:defRPr b="0" i="0" sz="2400" u="none" cap="none" strike="noStrike">
                <a:solidFill>
                  <a:schemeClr val="dk1"/>
                </a:solidFill>
                <a:latin typeface="Times New Roman"/>
                <a:ea typeface="Times New Roman"/>
                <a:cs typeface="Times New Roman"/>
                <a:sym typeface="Times New Roman"/>
              </a:defRPr>
            </a:lvl3pPr>
            <a:lvl4pPr lvl="3" marR="0" rtl="0" algn="l">
              <a:spcBef>
                <a:spcPts val="400"/>
              </a:spcBef>
              <a:spcAft>
                <a:spcPts val="0"/>
              </a:spcAft>
              <a:buClr>
                <a:schemeClr val="dk1"/>
              </a:buClr>
              <a:buSzPts val="1300"/>
              <a:buFont typeface="Noto Sans Symbols"/>
              <a:buChar char="■"/>
              <a:defRPr b="0" i="0" sz="2000" u="none" cap="none" strike="noStrike">
                <a:solidFill>
                  <a:schemeClr val="dk1"/>
                </a:solidFill>
                <a:latin typeface="Times New Roman"/>
                <a:ea typeface="Times New Roman"/>
                <a:cs typeface="Times New Roman"/>
                <a:sym typeface="Times New Roman"/>
              </a:defRPr>
            </a:lvl4pPr>
            <a:lvl5pPr lvl="4"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5pPr>
            <a:lvl6pPr lvl="5"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6pPr>
            <a:lvl7pPr lvl="6"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7pPr>
            <a:lvl8pPr lvl="7"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8pPr>
            <a:lvl9pPr lvl="8"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9pPr>
          </a:lstStyle>
          <a:p/>
        </p:txBody>
      </p:sp>
      <p:sp>
        <p:nvSpPr>
          <p:cNvPr id="54" name="Google Shape;54;p13"/>
          <p:cNvSpPr txBox="1"/>
          <p:nvPr>
            <p:ph idx="10" type="dt"/>
          </p:nvPr>
        </p:nvSpPr>
        <p:spPr>
          <a:xfrm>
            <a:off x="76200" y="4686300"/>
            <a:ext cx="35052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55" name="Google Shape;55;p13"/>
          <p:cNvSpPr txBox="1"/>
          <p:nvPr>
            <p:ph idx="11" type="ftr"/>
          </p:nvPr>
        </p:nvSpPr>
        <p:spPr>
          <a:xfrm>
            <a:off x="3581400" y="4686300"/>
            <a:ext cx="28956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56" name="Google Shape;56;p13"/>
          <p:cNvSpPr txBox="1"/>
          <p:nvPr>
            <p:ph idx="12" type="sldNum"/>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lvl1pPr indent="0" lvl="0"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1pPr>
            <a:lvl2pPr indent="0" lvl="1"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2pPr>
            <a:lvl3pPr indent="0" lvl="2"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3pPr>
            <a:lvl4pPr indent="0" lvl="3"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4pPr>
            <a:lvl5pPr indent="0" lvl="4"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5pPr>
            <a:lvl6pPr indent="0" lvl="5"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6pPr>
            <a:lvl7pPr indent="0" lvl="6"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7pPr>
            <a:lvl8pPr indent="0" lvl="7"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8pPr>
            <a:lvl9pPr indent="0" lvl="8"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GB"/>
              <a:t>‹#›</a:t>
            </a:fld>
            <a:endParaRPr sz="1000">
              <a:solidFill>
                <a:schemeClr val="dk2"/>
              </a:solidFill>
              <a:latin typeface="Arial"/>
              <a:ea typeface="Arial"/>
              <a:cs typeface="Arial"/>
              <a:sym typeface="Arial"/>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7" name="Shape 127"/>
        <p:cNvGrpSpPr/>
        <p:nvPr/>
      </p:nvGrpSpPr>
      <p:grpSpPr>
        <a:xfrm>
          <a:off x="0" y="0"/>
          <a:ext cx="0" cy="0"/>
          <a:chOff x="0" y="0"/>
          <a:chExt cx="0" cy="0"/>
        </a:xfrm>
      </p:grpSpPr>
      <p:sp>
        <p:nvSpPr>
          <p:cNvPr id="128" name="Google Shape;128;p15"/>
          <p:cNvSpPr txBox="1"/>
          <p:nvPr>
            <p:ph type="ctrTitle"/>
          </p:nvPr>
        </p:nvSpPr>
        <p:spPr>
          <a:xfrm>
            <a:off x="990600" y="1314450"/>
            <a:ext cx="7772400" cy="857400"/>
          </a:xfrm>
          <a:prstGeom prst="rect">
            <a:avLst/>
          </a:prstGeom>
          <a:noFill/>
          <a:ln>
            <a:noFill/>
          </a:ln>
        </p:spPr>
        <p:txBody>
          <a:bodyPr anchorCtr="0" anchor="b" bIns="45700" lIns="91425" spcFirstLastPara="1" rIns="91425" wrap="square" tIns="45700">
            <a:noAutofit/>
          </a:bodyPr>
          <a:lstStyle>
            <a:lvl1pPr lvl="0" rtl="0" algn="l">
              <a:spcBef>
                <a:spcPts val="0"/>
              </a:spcBef>
              <a:spcAft>
                <a:spcPts val="0"/>
              </a:spcAft>
              <a:buSzPts val="1400"/>
              <a:buNone/>
              <a:defRPr/>
            </a:lvl1pPr>
            <a:lvl2pPr lvl="1" rtl="0" algn="l">
              <a:spcBef>
                <a:spcPts val="0"/>
              </a:spcBef>
              <a:spcAft>
                <a:spcPts val="0"/>
              </a:spcAft>
              <a:buSzPts val="1400"/>
              <a:buNone/>
              <a:defRPr/>
            </a:lvl2pPr>
            <a:lvl3pPr lvl="2" rtl="0" algn="l">
              <a:spcBef>
                <a:spcPts val="0"/>
              </a:spcBef>
              <a:spcAft>
                <a:spcPts val="0"/>
              </a:spcAft>
              <a:buSzPts val="1400"/>
              <a:buNone/>
              <a:defRPr/>
            </a:lvl3pPr>
            <a:lvl4pPr lvl="3" rtl="0" algn="l">
              <a:spcBef>
                <a:spcPts val="0"/>
              </a:spcBef>
              <a:spcAft>
                <a:spcPts val="0"/>
              </a:spcAft>
              <a:buSzPts val="1400"/>
              <a:buNone/>
              <a:defRPr/>
            </a:lvl4pPr>
            <a:lvl5pPr lvl="4" rtl="0" algn="l">
              <a:spcBef>
                <a:spcPts val="0"/>
              </a:spcBef>
              <a:spcAft>
                <a:spcPts val="0"/>
              </a:spcAft>
              <a:buSzPts val="1400"/>
              <a:buNone/>
              <a:defRPr/>
            </a:lvl5pPr>
            <a:lvl6pPr lvl="5" rtl="0" algn="l">
              <a:spcBef>
                <a:spcPts val="0"/>
              </a:spcBef>
              <a:spcAft>
                <a:spcPts val="0"/>
              </a:spcAft>
              <a:buSzPts val="1400"/>
              <a:buNone/>
              <a:defRPr/>
            </a:lvl6pPr>
            <a:lvl7pPr lvl="6" rtl="0" algn="l">
              <a:spcBef>
                <a:spcPts val="0"/>
              </a:spcBef>
              <a:spcAft>
                <a:spcPts val="0"/>
              </a:spcAft>
              <a:buSzPts val="1400"/>
              <a:buNone/>
              <a:defRPr/>
            </a:lvl7pPr>
            <a:lvl8pPr lvl="7" rtl="0" algn="l">
              <a:spcBef>
                <a:spcPts val="0"/>
              </a:spcBef>
              <a:spcAft>
                <a:spcPts val="0"/>
              </a:spcAft>
              <a:buSzPts val="1400"/>
              <a:buNone/>
              <a:defRPr/>
            </a:lvl8pPr>
            <a:lvl9pPr lvl="8" rtl="0" algn="l">
              <a:spcBef>
                <a:spcPts val="0"/>
              </a:spcBef>
              <a:spcAft>
                <a:spcPts val="0"/>
              </a:spcAft>
              <a:buSzPts val="1400"/>
              <a:buNone/>
              <a:defRPr/>
            </a:lvl9pPr>
          </a:lstStyle>
          <a:p/>
        </p:txBody>
      </p:sp>
      <p:sp>
        <p:nvSpPr>
          <p:cNvPr descr="Rectangle: Click to edit Master text styles&#10;Second level&#10;Third level&#10;Fourth level&#10;Fifth level" id="129" name="Google Shape;129;p15"/>
          <p:cNvSpPr txBox="1"/>
          <p:nvPr>
            <p:ph idx="1" type="subTitle"/>
          </p:nvPr>
        </p:nvSpPr>
        <p:spPr>
          <a:xfrm>
            <a:off x="990600" y="2482453"/>
            <a:ext cx="6400800" cy="1314600"/>
          </a:xfrm>
          <a:prstGeom prst="rect">
            <a:avLst/>
          </a:prstGeom>
          <a:noFill/>
          <a:ln>
            <a:noFill/>
          </a:ln>
        </p:spPr>
        <p:txBody>
          <a:bodyPr anchorCtr="0" anchor="t" bIns="45700" lIns="91425" spcFirstLastPara="1" rIns="91425" wrap="square" tIns="45700">
            <a:noAutofit/>
          </a:bodyPr>
          <a:lstStyle>
            <a:lvl1pPr lvl="0" rtl="0" algn="l">
              <a:spcBef>
                <a:spcPts val="640"/>
              </a:spcBef>
              <a:spcAft>
                <a:spcPts val="0"/>
              </a:spcAft>
              <a:buSzPts val="1920"/>
              <a:buFont typeface="Noto Sans Symbols"/>
              <a:buNone/>
              <a:defRPr/>
            </a:lvl1pPr>
            <a:lvl2pPr lvl="1" rtl="0" algn="l">
              <a:spcBef>
                <a:spcPts val="360"/>
              </a:spcBef>
              <a:spcAft>
                <a:spcPts val="0"/>
              </a:spcAft>
              <a:buSzPts val="1080"/>
              <a:buChar char="■"/>
              <a:defRPr/>
            </a:lvl2pPr>
            <a:lvl3pPr lvl="2" rtl="0" algn="l">
              <a:spcBef>
                <a:spcPts val="360"/>
              </a:spcBef>
              <a:spcAft>
                <a:spcPts val="0"/>
              </a:spcAft>
              <a:buSzPts val="1710"/>
              <a:buChar char="⬥"/>
              <a:defRPr/>
            </a:lvl3pPr>
            <a:lvl4pPr lvl="3" rtl="0" algn="l">
              <a:spcBef>
                <a:spcPts val="360"/>
              </a:spcBef>
              <a:spcAft>
                <a:spcPts val="0"/>
              </a:spcAft>
              <a:buSzPts val="1170"/>
              <a:buChar char="■"/>
              <a:defRPr/>
            </a:lvl4pPr>
            <a:lvl5pPr lvl="4" rtl="0" algn="l">
              <a:spcBef>
                <a:spcPts val="360"/>
              </a:spcBef>
              <a:spcAft>
                <a:spcPts val="0"/>
              </a:spcAft>
              <a:buSzPts val="1080"/>
              <a:buChar char="■"/>
              <a:defRPr/>
            </a:lvl5pPr>
            <a:lvl6pPr lvl="5" rtl="0" algn="l">
              <a:spcBef>
                <a:spcPts val="360"/>
              </a:spcBef>
              <a:spcAft>
                <a:spcPts val="0"/>
              </a:spcAft>
              <a:buSzPts val="1080"/>
              <a:buChar char="■"/>
              <a:defRPr/>
            </a:lvl6pPr>
            <a:lvl7pPr lvl="6" rtl="0" algn="l">
              <a:spcBef>
                <a:spcPts val="360"/>
              </a:spcBef>
              <a:spcAft>
                <a:spcPts val="0"/>
              </a:spcAft>
              <a:buSzPts val="1080"/>
              <a:buChar char="■"/>
              <a:defRPr/>
            </a:lvl7pPr>
            <a:lvl8pPr lvl="7" rtl="0" algn="l">
              <a:spcBef>
                <a:spcPts val="360"/>
              </a:spcBef>
              <a:spcAft>
                <a:spcPts val="0"/>
              </a:spcAft>
              <a:buSzPts val="1080"/>
              <a:buChar char="■"/>
              <a:defRPr/>
            </a:lvl8pPr>
            <a:lvl9pPr lvl="8" rtl="0" algn="l">
              <a:spcBef>
                <a:spcPts val="360"/>
              </a:spcBef>
              <a:spcAft>
                <a:spcPts val="0"/>
              </a:spcAft>
              <a:buSzPts val="1080"/>
              <a:buChar char="■"/>
              <a:defRPr/>
            </a:lvl9pPr>
          </a:lstStyle>
          <a:p/>
        </p:txBody>
      </p:sp>
      <p:sp>
        <p:nvSpPr>
          <p:cNvPr id="130" name="Google Shape;130;p15"/>
          <p:cNvSpPr txBox="1"/>
          <p:nvPr>
            <p:ph idx="12" type="sldNum"/>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lvl1pPr indent="0" lvl="0"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1pPr>
            <a:lvl2pPr indent="0" lvl="1"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2pPr>
            <a:lvl3pPr indent="0" lvl="2"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3pPr>
            <a:lvl4pPr indent="0" lvl="3"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4pPr>
            <a:lvl5pPr indent="0" lvl="4"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5pPr>
            <a:lvl6pPr indent="0" lvl="5"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6pPr>
            <a:lvl7pPr indent="0" lvl="6"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7pPr>
            <a:lvl8pPr indent="0" lvl="7"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8pPr>
            <a:lvl9pPr indent="0" lvl="8"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GB"/>
              <a:t>‹#›</a:t>
            </a:fld>
            <a:endParaRPr/>
          </a:p>
        </p:txBody>
      </p:sp>
      <p:sp>
        <p:nvSpPr>
          <p:cNvPr id="131" name="Google Shape;131;p15"/>
          <p:cNvSpPr txBox="1"/>
          <p:nvPr>
            <p:ph idx="10" type="dt"/>
          </p:nvPr>
        </p:nvSpPr>
        <p:spPr>
          <a:xfrm>
            <a:off x="76200" y="4686300"/>
            <a:ext cx="35052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ext and Chart" type="txAndChart">
  <p:cSld name="TEXT_AND_CHART">
    <p:spTree>
      <p:nvGrpSpPr>
        <p:cNvPr id="199" name="Shape 199"/>
        <p:cNvGrpSpPr/>
        <p:nvPr/>
      </p:nvGrpSpPr>
      <p:grpSpPr>
        <a:xfrm>
          <a:off x="0" y="0"/>
          <a:ext cx="0" cy="0"/>
          <a:chOff x="0" y="0"/>
          <a:chExt cx="0" cy="0"/>
        </a:xfrm>
      </p:grpSpPr>
      <p:sp>
        <p:nvSpPr>
          <p:cNvPr id="200" name="Google Shape;200;p17"/>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lvl1pPr lvl="0" rtl="0" algn="l">
              <a:spcBef>
                <a:spcPts val="0"/>
              </a:spcBef>
              <a:spcAft>
                <a:spcPts val="0"/>
              </a:spcAft>
              <a:buSzPts val="1400"/>
              <a:buNone/>
              <a:defRPr/>
            </a:lvl1pPr>
            <a:lvl2pPr lvl="1" rtl="0" algn="l">
              <a:spcBef>
                <a:spcPts val="0"/>
              </a:spcBef>
              <a:spcAft>
                <a:spcPts val="0"/>
              </a:spcAft>
              <a:buSzPts val="1400"/>
              <a:buNone/>
              <a:defRPr/>
            </a:lvl2pPr>
            <a:lvl3pPr lvl="2" rtl="0" algn="l">
              <a:spcBef>
                <a:spcPts val="0"/>
              </a:spcBef>
              <a:spcAft>
                <a:spcPts val="0"/>
              </a:spcAft>
              <a:buSzPts val="1400"/>
              <a:buNone/>
              <a:defRPr/>
            </a:lvl3pPr>
            <a:lvl4pPr lvl="3" rtl="0" algn="l">
              <a:spcBef>
                <a:spcPts val="0"/>
              </a:spcBef>
              <a:spcAft>
                <a:spcPts val="0"/>
              </a:spcAft>
              <a:buSzPts val="1400"/>
              <a:buNone/>
              <a:defRPr/>
            </a:lvl4pPr>
            <a:lvl5pPr lvl="4" rtl="0" algn="l">
              <a:spcBef>
                <a:spcPts val="0"/>
              </a:spcBef>
              <a:spcAft>
                <a:spcPts val="0"/>
              </a:spcAft>
              <a:buSzPts val="1400"/>
              <a:buNone/>
              <a:defRPr/>
            </a:lvl5pPr>
            <a:lvl6pPr lvl="5" rtl="0" algn="l">
              <a:spcBef>
                <a:spcPts val="0"/>
              </a:spcBef>
              <a:spcAft>
                <a:spcPts val="0"/>
              </a:spcAft>
              <a:buSzPts val="1400"/>
              <a:buNone/>
              <a:defRPr/>
            </a:lvl6pPr>
            <a:lvl7pPr lvl="6" rtl="0" algn="l">
              <a:spcBef>
                <a:spcPts val="0"/>
              </a:spcBef>
              <a:spcAft>
                <a:spcPts val="0"/>
              </a:spcAft>
              <a:buSzPts val="1400"/>
              <a:buNone/>
              <a:defRPr/>
            </a:lvl7pPr>
            <a:lvl8pPr lvl="7" rtl="0" algn="l">
              <a:spcBef>
                <a:spcPts val="0"/>
              </a:spcBef>
              <a:spcAft>
                <a:spcPts val="0"/>
              </a:spcAft>
              <a:buSzPts val="1400"/>
              <a:buNone/>
              <a:defRPr/>
            </a:lvl8pPr>
            <a:lvl9pPr lvl="8" rtl="0" algn="l">
              <a:spcBef>
                <a:spcPts val="0"/>
              </a:spcBef>
              <a:spcAft>
                <a:spcPts val="0"/>
              </a:spcAft>
              <a:buSzPts val="1400"/>
              <a:buNone/>
              <a:defRPr/>
            </a:lvl9pPr>
          </a:lstStyle>
          <a:p/>
        </p:txBody>
      </p:sp>
      <p:sp>
        <p:nvSpPr>
          <p:cNvPr id="201" name="Google Shape;201;p17"/>
          <p:cNvSpPr txBox="1"/>
          <p:nvPr>
            <p:ph idx="1" type="body"/>
          </p:nvPr>
        </p:nvSpPr>
        <p:spPr>
          <a:xfrm>
            <a:off x="838200" y="1428750"/>
            <a:ext cx="3810000" cy="3086100"/>
          </a:xfrm>
          <a:prstGeom prst="rect">
            <a:avLst/>
          </a:prstGeom>
          <a:noFill/>
          <a:ln>
            <a:noFill/>
          </a:ln>
        </p:spPr>
        <p:txBody>
          <a:bodyPr anchorCtr="0" anchor="t" bIns="45700" lIns="91425" spcFirstLastPara="1" rIns="91425" wrap="square" tIns="45700">
            <a:noAutofit/>
          </a:bodyPr>
          <a:lstStyle>
            <a:lvl1pPr indent="-297180" lvl="0" marL="457200" rtl="0" algn="l">
              <a:spcBef>
                <a:spcPts val="360"/>
              </a:spcBef>
              <a:spcAft>
                <a:spcPts val="0"/>
              </a:spcAft>
              <a:buSzPts val="1080"/>
              <a:buChar char="❑"/>
              <a:defRPr/>
            </a:lvl1pPr>
            <a:lvl2pPr indent="-297180" lvl="1" marL="914400" rtl="0" algn="l">
              <a:spcBef>
                <a:spcPts val="360"/>
              </a:spcBef>
              <a:spcAft>
                <a:spcPts val="0"/>
              </a:spcAft>
              <a:buSzPts val="1080"/>
              <a:buChar char="■"/>
              <a:defRPr/>
            </a:lvl2pPr>
            <a:lvl3pPr indent="-337185" lvl="2" marL="1371600" rtl="0" algn="l">
              <a:spcBef>
                <a:spcPts val="360"/>
              </a:spcBef>
              <a:spcAft>
                <a:spcPts val="0"/>
              </a:spcAft>
              <a:buSzPts val="1710"/>
              <a:buChar char="⬥"/>
              <a:defRPr/>
            </a:lvl3pPr>
            <a:lvl4pPr indent="-302894" lvl="3" marL="1828800" rtl="0" algn="l">
              <a:spcBef>
                <a:spcPts val="360"/>
              </a:spcBef>
              <a:spcAft>
                <a:spcPts val="0"/>
              </a:spcAft>
              <a:buSzPts val="1170"/>
              <a:buChar char="■"/>
              <a:defRPr/>
            </a:lvl4pPr>
            <a:lvl5pPr indent="-297179" lvl="4" marL="2286000" rtl="0" algn="l">
              <a:spcBef>
                <a:spcPts val="360"/>
              </a:spcBef>
              <a:spcAft>
                <a:spcPts val="0"/>
              </a:spcAft>
              <a:buSzPts val="1080"/>
              <a:buChar char="■"/>
              <a:defRPr/>
            </a:lvl5pPr>
            <a:lvl6pPr indent="-297179" lvl="5" marL="2743200" rtl="0" algn="l">
              <a:spcBef>
                <a:spcPts val="360"/>
              </a:spcBef>
              <a:spcAft>
                <a:spcPts val="0"/>
              </a:spcAft>
              <a:buSzPts val="1080"/>
              <a:buChar char="■"/>
              <a:defRPr/>
            </a:lvl6pPr>
            <a:lvl7pPr indent="-297179" lvl="6" marL="3200400" rtl="0" algn="l">
              <a:spcBef>
                <a:spcPts val="360"/>
              </a:spcBef>
              <a:spcAft>
                <a:spcPts val="0"/>
              </a:spcAft>
              <a:buSzPts val="1080"/>
              <a:buChar char="■"/>
              <a:defRPr/>
            </a:lvl7pPr>
            <a:lvl8pPr indent="-297179" lvl="7" marL="3657600" rtl="0" algn="l">
              <a:spcBef>
                <a:spcPts val="360"/>
              </a:spcBef>
              <a:spcAft>
                <a:spcPts val="0"/>
              </a:spcAft>
              <a:buSzPts val="1080"/>
              <a:buChar char="■"/>
              <a:defRPr/>
            </a:lvl8pPr>
            <a:lvl9pPr indent="-297179" lvl="8" marL="4114800" rtl="0" algn="l">
              <a:spcBef>
                <a:spcPts val="360"/>
              </a:spcBef>
              <a:spcAft>
                <a:spcPts val="0"/>
              </a:spcAft>
              <a:buSzPts val="1080"/>
              <a:buChar char="■"/>
              <a:defRPr/>
            </a:lvl9pPr>
          </a:lstStyle>
          <a:p/>
        </p:txBody>
      </p:sp>
      <p:sp>
        <p:nvSpPr>
          <p:cNvPr id="202" name="Google Shape;202;p17"/>
          <p:cNvSpPr/>
          <p:nvPr>
            <p:ph idx="2" type="chart"/>
          </p:nvPr>
        </p:nvSpPr>
        <p:spPr>
          <a:xfrm>
            <a:off x="4800600" y="1428750"/>
            <a:ext cx="3810000" cy="3086100"/>
          </a:xfrm>
          <a:prstGeom prst="rect">
            <a:avLst/>
          </a:prstGeom>
          <a:noFill/>
          <a:ln>
            <a:noFill/>
          </a:ln>
        </p:spPr>
        <p:txBody>
          <a:bodyPr anchorCtr="0" anchor="t" bIns="45700" lIns="91425" spcFirstLastPara="1" rIns="91425" wrap="square" tIns="45700">
            <a:noAutofit/>
          </a:bodyPr>
          <a:lstStyle>
            <a:lvl1pPr lvl="0" marR="0" rtl="0" algn="l">
              <a:spcBef>
                <a:spcPts val="640"/>
              </a:spcBef>
              <a:spcAft>
                <a:spcPts val="0"/>
              </a:spcAft>
              <a:buClr>
                <a:schemeClr val="dk1"/>
              </a:buClr>
              <a:buSzPts val="1920"/>
              <a:buFont typeface="Noto Sans Symbols"/>
              <a:buChar char="❑"/>
              <a:defRPr b="0" i="0" sz="3200" u="none" cap="none" strike="noStrike">
                <a:solidFill>
                  <a:schemeClr val="dk1"/>
                </a:solidFill>
                <a:latin typeface="Times New Roman"/>
                <a:ea typeface="Times New Roman"/>
                <a:cs typeface="Times New Roman"/>
                <a:sym typeface="Times New Roman"/>
              </a:defRPr>
            </a:lvl1pPr>
            <a:lvl2pPr lvl="1" marR="0" rtl="0" algn="l">
              <a:spcBef>
                <a:spcPts val="560"/>
              </a:spcBef>
              <a:spcAft>
                <a:spcPts val="0"/>
              </a:spcAft>
              <a:buClr>
                <a:schemeClr val="dk1"/>
              </a:buClr>
              <a:buSzPts val="1680"/>
              <a:buFont typeface="Noto Sans Symbols"/>
              <a:buChar char="■"/>
              <a:defRPr b="0" i="0" sz="2800" u="none" cap="none" strike="noStrike">
                <a:solidFill>
                  <a:schemeClr val="dk1"/>
                </a:solidFill>
                <a:latin typeface="Times New Roman"/>
                <a:ea typeface="Times New Roman"/>
                <a:cs typeface="Times New Roman"/>
                <a:sym typeface="Times New Roman"/>
              </a:defRPr>
            </a:lvl2pPr>
            <a:lvl3pPr lvl="2" marR="0" rtl="0" algn="l">
              <a:spcBef>
                <a:spcPts val="480"/>
              </a:spcBef>
              <a:spcAft>
                <a:spcPts val="0"/>
              </a:spcAft>
              <a:buClr>
                <a:schemeClr val="hlink"/>
              </a:buClr>
              <a:buSzPts val="2280"/>
              <a:buFont typeface="Noto Sans Symbols"/>
              <a:buChar char="⬥"/>
              <a:defRPr b="0" i="0" sz="2400" u="none" cap="none" strike="noStrike">
                <a:solidFill>
                  <a:schemeClr val="dk1"/>
                </a:solidFill>
                <a:latin typeface="Times New Roman"/>
                <a:ea typeface="Times New Roman"/>
                <a:cs typeface="Times New Roman"/>
                <a:sym typeface="Times New Roman"/>
              </a:defRPr>
            </a:lvl3pPr>
            <a:lvl4pPr lvl="3" marR="0" rtl="0" algn="l">
              <a:spcBef>
                <a:spcPts val="400"/>
              </a:spcBef>
              <a:spcAft>
                <a:spcPts val="0"/>
              </a:spcAft>
              <a:buClr>
                <a:schemeClr val="dk1"/>
              </a:buClr>
              <a:buSzPts val="1300"/>
              <a:buFont typeface="Noto Sans Symbols"/>
              <a:buChar char="■"/>
              <a:defRPr b="0" i="0" sz="2000" u="none" cap="none" strike="noStrike">
                <a:solidFill>
                  <a:schemeClr val="dk1"/>
                </a:solidFill>
                <a:latin typeface="Times New Roman"/>
                <a:ea typeface="Times New Roman"/>
                <a:cs typeface="Times New Roman"/>
                <a:sym typeface="Times New Roman"/>
              </a:defRPr>
            </a:lvl4pPr>
            <a:lvl5pPr lvl="4"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5pPr>
            <a:lvl6pPr lvl="5"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6pPr>
            <a:lvl7pPr lvl="6"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7pPr>
            <a:lvl8pPr lvl="7"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8pPr>
            <a:lvl9pPr lvl="8"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9pPr>
          </a:lstStyle>
          <a:p/>
        </p:txBody>
      </p:sp>
      <p:sp>
        <p:nvSpPr>
          <p:cNvPr id="203" name="Google Shape;203;p17"/>
          <p:cNvSpPr txBox="1"/>
          <p:nvPr>
            <p:ph idx="10" type="dt"/>
          </p:nvPr>
        </p:nvSpPr>
        <p:spPr>
          <a:xfrm>
            <a:off x="76200" y="4686300"/>
            <a:ext cx="35052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204" name="Google Shape;204;p17"/>
          <p:cNvSpPr txBox="1"/>
          <p:nvPr>
            <p:ph idx="11" type="ftr"/>
          </p:nvPr>
        </p:nvSpPr>
        <p:spPr>
          <a:xfrm>
            <a:off x="3581400" y="4686300"/>
            <a:ext cx="28956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205" name="Google Shape;205;p17"/>
          <p:cNvSpPr txBox="1"/>
          <p:nvPr>
            <p:ph idx="12" type="sldNum"/>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lvl1pPr indent="0" lvl="0"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1pPr>
            <a:lvl2pPr indent="0" lvl="1"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2pPr>
            <a:lvl3pPr indent="0" lvl="2"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3pPr>
            <a:lvl4pPr indent="0" lvl="3"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4pPr>
            <a:lvl5pPr indent="0" lvl="4"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5pPr>
            <a:lvl6pPr indent="0" lvl="5"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6pPr>
            <a:lvl7pPr indent="0" lvl="6"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7pPr>
            <a:lvl8pPr indent="0" lvl="7"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8pPr>
            <a:lvl9pPr indent="0" lvl="8"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ext, and Content" type="txAndObj">
  <p:cSld name="TEXT_AND_OBJECT">
    <p:spTree>
      <p:nvGrpSpPr>
        <p:cNvPr id="206" name="Shape 206"/>
        <p:cNvGrpSpPr/>
        <p:nvPr/>
      </p:nvGrpSpPr>
      <p:grpSpPr>
        <a:xfrm>
          <a:off x="0" y="0"/>
          <a:ext cx="0" cy="0"/>
          <a:chOff x="0" y="0"/>
          <a:chExt cx="0" cy="0"/>
        </a:xfrm>
      </p:grpSpPr>
      <p:sp>
        <p:nvSpPr>
          <p:cNvPr id="207" name="Google Shape;207;p18"/>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lvl1pPr lvl="0" rtl="0" algn="l">
              <a:spcBef>
                <a:spcPts val="0"/>
              </a:spcBef>
              <a:spcAft>
                <a:spcPts val="0"/>
              </a:spcAft>
              <a:buSzPts val="1400"/>
              <a:buNone/>
              <a:defRPr/>
            </a:lvl1pPr>
            <a:lvl2pPr lvl="1" rtl="0" algn="l">
              <a:spcBef>
                <a:spcPts val="0"/>
              </a:spcBef>
              <a:spcAft>
                <a:spcPts val="0"/>
              </a:spcAft>
              <a:buSzPts val="1400"/>
              <a:buNone/>
              <a:defRPr/>
            </a:lvl2pPr>
            <a:lvl3pPr lvl="2" rtl="0" algn="l">
              <a:spcBef>
                <a:spcPts val="0"/>
              </a:spcBef>
              <a:spcAft>
                <a:spcPts val="0"/>
              </a:spcAft>
              <a:buSzPts val="1400"/>
              <a:buNone/>
              <a:defRPr/>
            </a:lvl3pPr>
            <a:lvl4pPr lvl="3" rtl="0" algn="l">
              <a:spcBef>
                <a:spcPts val="0"/>
              </a:spcBef>
              <a:spcAft>
                <a:spcPts val="0"/>
              </a:spcAft>
              <a:buSzPts val="1400"/>
              <a:buNone/>
              <a:defRPr/>
            </a:lvl4pPr>
            <a:lvl5pPr lvl="4" rtl="0" algn="l">
              <a:spcBef>
                <a:spcPts val="0"/>
              </a:spcBef>
              <a:spcAft>
                <a:spcPts val="0"/>
              </a:spcAft>
              <a:buSzPts val="1400"/>
              <a:buNone/>
              <a:defRPr/>
            </a:lvl5pPr>
            <a:lvl6pPr lvl="5" rtl="0" algn="l">
              <a:spcBef>
                <a:spcPts val="0"/>
              </a:spcBef>
              <a:spcAft>
                <a:spcPts val="0"/>
              </a:spcAft>
              <a:buSzPts val="1400"/>
              <a:buNone/>
              <a:defRPr/>
            </a:lvl6pPr>
            <a:lvl7pPr lvl="6" rtl="0" algn="l">
              <a:spcBef>
                <a:spcPts val="0"/>
              </a:spcBef>
              <a:spcAft>
                <a:spcPts val="0"/>
              </a:spcAft>
              <a:buSzPts val="1400"/>
              <a:buNone/>
              <a:defRPr/>
            </a:lvl7pPr>
            <a:lvl8pPr lvl="7" rtl="0" algn="l">
              <a:spcBef>
                <a:spcPts val="0"/>
              </a:spcBef>
              <a:spcAft>
                <a:spcPts val="0"/>
              </a:spcAft>
              <a:buSzPts val="1400"/>
              <a:buNone/>
              <a:defRPr/>
            </a:lvl8pPr>
            <a:lvl9pPr lvl="8" rtl="0" algn="l">
              <a:spcBef>
                <a:spcPts val="0"/>
              </a:spcBef>
              <a:spcAft>
                <a:spcPts val="0"/>
              </a:spcAft>
              <a:buSzPts val="1400"/>
              <a:buNone/>
              <a:defRPr/>
            </a:lvl9pPr>
          </a:lstStyle>
          <a:p/>
        </p:txBody>
      </p:sp>
      <p:sp>
        <p:nvSpPr>
          <p:cNvPr id="208" name="Google Shape;208;p18"/>
          <p:cNvSpPr txBox="1"/>
          <p:nvPr>
            <p:ph idx="1" type="body"/>
          </p:nvPr>
        </p:nvSpPr>
        <p:spPr>
          <a:xfrm>
            <a:off x="838200" y="1428750"/>
            <a:ext cx="3810000" cy="3086100"/>
          </a:xfrm>
          <a:prstGeom prst="rect">
            <a:avLst/>
          </a:prstGeom>
          <a:noFill/>
          <a:ln>
            <a:noFill/>
          </a:ln>
        </p:spPr>
        <p:txBody>
          <a:bodyPr anchorCtr="0" anchor="t" bIns="45700" lIns="91425" spcFirstLastPara="1" rIns="91425" wrap="square" tIns="45700">
            <a:noAutofit/>
          </a:bodyPr>
          <a:lstStyle>
            <a:lvl1pPr indent="-297180" lvl="0" marL="457200" rtl="0" algn="l">
              <a:spcBef>
                <a:spcPts val="360"/>
              </a:spcBef>
              <a:spcAft>
                <a:spcPts val="0"/>
              </a:spcAft>
              <a:buSzPts val="1080"/>
              <a:buChar char="❑"/>
              <a:defRPr/>
            </a:lvl1pPr>
            <a:lvl2pPr indent="-297180" lvl="1" marL="914400" rtl="0" algn="l">
              <a:spcBef>
                <a:spcPts val="360"/>
              </a:spcBef>
              <a:spcAft>
                <a:spcPts val="0"/>
              </a:spcAft>
              <a:buSzPts val="1080"/>
              <a:buChar char="■"/>
              <a:defRPr/>
            </a:lvl2pPr>
            <a:lvl3pPr indent="-337185" lvl="2" marL="1371600" rtl="0" algn="l">
              <a:spcBef>
                <a:spcPts val="360"/>
              </a:spcBef>
              <a:spcAft>
                <a:spcPts val="0"/>
              </a:spcAft>
              <a:buSzPts val="1710"/>
              <a:buChar char="⬥"/>
              <a:defRPr/>
            </a:lvl3pPr>
            <a:lvl4pPr indent="-302894" lvl="3" marL="1828800" rtl="0" algn="l">
              <a:spcBef>
                <a:spcPts val="360"/>
              </a:spcBef>
              <a:spcAft>
                <a:spcPts val="0"/>
              </a:spcAft>
              <a:buSzPts val="1170"/>
              <a:buChar char="■"/>
              <a:defRPr/>
            </a:lvl4pPr>
            <a:lvl5pPr indent="-297179" lvl="4" marL="2286000" rtl="0" algn="l">
              <a:spcBef>
                <a:spcPts val="360"/>
              </a:spcBef>
              <a:spcAft>
                <a:spcPts val="0"/>
              </a:spcAft>
              <a:buSzPts val="1080"/>
              <a:buChar char="■"/>
              <a:defRPr/>
            </a:lvl5pPr>
            <a:lvl6pPr indent="-297179" lvl="5" marL="2743200" rtl="0" algn="l">
              <a:spcBef>
                <a:spcPts val="360"/>
              </a:spcBef>
              <a:spcAft>
                <a:spcPts val="0"/>
              </a:spcAft>
              <a:buSzPts val="1080"/>
              <a:buChar char="■"/>
              <a:defRPr/>
            </a:lvl6pPr>
            <a:lvl7pPr indent="-297179" lvl="6" marL="3200400" rtl="0" algn="l">
              <a:spcBef>
                <a:spcPts val="360"/>
              </a:spcBef>
              <a:spcAft>
                <a:spcPts val="0"/>
              </a:spcAft>
              <a:buSzPts val="1080"/>
              <a:buChar char="■"/>
              <a:defRPr/>
            </a:lvl7pPr>
            <a:lvl8pPr indent="-297179" lvl="7" marL="3657600" rtl="0" algn="l">
              <a:spcBef>
                <a:spcPts val="360"/>
              </a:spcBef>
              <a:spcAft>
                <a:spcPts val="0"/>
              </a:spcAft>
              <a:buSzPts val="1080"/>
              <a:buChar char="■"/>
              <a:defRPr/>
            </a:lvl8pPr>
            <a:lvl9pPr indent="-297179" lvl="8" marL="4114800" rtl="0" algn="l">
              <a:spcBef>
                <a:spcPts val="360"/>
              </a:spcBef>
              <a:spcAft>
                <a:spcPts val="0"/>
              </a:spcAft>
              <a:buSzPts val="1080"/>
              <a:buChar char="■"/>
              <a:defRPr/>
            </a:lvl9pPr>
          </a:lstStyle>
          <a:p/>
        </p:txBody>
      </p:sp>
      <p:sp>
        <p:nvSpPr>
          <p:cNvPr id="209" name="Google Shape;209;p18"/>
          <p:cNvSpPr txBox="1"/>
          <p:nvPr>
            <p:ph idx="2" type="body"/>
          </p:nvPr>
        </p:nvSpPr>
        <p:spPr>
          <a:xfrm>
            <a:off x="4800600" y="1428750"/>
            <a:ext cx="3810000" cy="3086100"/>
          </a:xfrm>
          <a:prstGeom prst="rect">
            <a:avLst/>
          </a:prstGeom>
          <a:noFill/>
          <a:ln>
            <a:noFill/>
          </a:ln>
        </p:spPr>
        <p:txBody>
          <a:bodyPr anchorCtr="0" anchor="t" bIns="45700" lIns="91425" spcFirstLastPara="1" rIns="91425" wrap="square" tIns="45700">
            <a:noAutofit/>
          </a:bodyPr>
          <a:lstStyle>
            <a:lvl1pPr indent="-297180" lvl="0" marL="457200" rtl="0" algn="l">
              <a:spcBef>
                <a:spcPts val="360"/>
              </a:spcBef>
              <a:spcAft>
                <a:spcPts val="0"/>
              </a:spcAft>
              <a:buSzPts val="1080"/>
              <a:buChar char="❑"/>
              <a:defRPr/>
            </a:lvl1pPr>
            <a:lvl2pPr indent="-297180" lvl="1" marL="914400" rtl="0" algn="l">
              <a:spcBef>
                <a:spcPts val="360"/>
              </a:spcBef>
              <a:spcAft>
                <a:spcPts val="0"/>
              </a:spcAft>
              <a:buSzPts val="1080"/>
              <a:buChar char="■"/>
              <a:defRPr/>
            </a:lvl2pPr>
            <a:lvl3pPr indent="-337185" lvl="2" marL="1371600" rtl="0" algn="l">
              <a:spcBef>
                <a:spcPts val="360"/>
              </a:spcBef>
              <a:spcAft>
                <a:spcPts val="0"/>
              </a:spcAft>
              <a:buSzPts val="1710"/>
              <a:buChar char="⬥"/>
              <a:defRPr/>
            </a:lvl3pPr>
            <a:lvl4pPr indent="-302894" lvl="3" marL="1828800" rtl="0" algn="l">
              <a:spcBef>
                <a:spcPts val="360"/>
              </a:spcBef>
              <a:spcAft>
                <a:spcPts val="0"/>
              </a:spcAft>
              <a:buSzPts val="1170"/>
              <a:buChar char="■"/>
              <a:defRPr/>
            </a:lvl4pPr>
            <a:lvl5pPr indent="-297179" lvl="4" marL="2286000" rtl="0" algn="l">
              <a:spcBef>
                <a:spcPts val="360"/>
              </a:spcBef>
              <a:spcAft>
                <a:spcPts val="0"/>
              </a:spcAft>
              <a:buSzPts val="1080"/>
              <a:buChar char="■"/>
              <a:defRPr/>
            </a:lvl5pPr>
            <a:lvl6pPr indent="-297179" lvl="5" marL="2743200" rtl="0" algn="l">
              <a:spcBef>
                <a:spcPts val="360"/>
              </a:spcBef>
              <a:spcAft>
                <a:spcPts val="0"/>
              </a:spcAft>
              <a:buSzPts val="1080"/>
              <a:buChar char="■"/>
              <a:defRPr/>
            </a:lvl6pPr>
            <a:lvl7pPr indent="-297179" lvl="6" marL="3200400" rtl="0" algn="l">
              <a:spcBef>
                <a:spcPts val="360"/>
              </a:spcBef>
              <a:spcAft>
                <a:spcPts val="0"/>
              </a:spcAft>
              <a:buSzPts val="1080"/>
              <a:buChar char="■"/>
              <a:defRPr/>
            </a:lvl7pPr>
            <a:lvl8pPr indent="-297179" lvl="7" marL="3657600" rtl="0" algn="l">
              <a:spcBef>
                <a:spcPts val="360"/>
              </a:spcBef>
              <a:spcAft>
                <a:spcPts val="0"/>
              </a:spcAft>
              <a:buSzPts val="1080"/>
              <a:buChar char="■"/>
              <a:defRPr/>
            </a:lvl8pPr>
            <a:lvl9pPr indent="-297179" lvl="8" marL="4114800" rtl="0" algn="l">
              <a:spcBef>
                <a:spcPts val="360"/>
              </a:spcBef>
              <a:spcAft>
                <a:spcPts val="0"/>
              </a:spcAft>
              <a:buSzPts val="1080"/>
              <a:buChar char="■"/>
              <a:defRPr/>
            </a:lvl9pPr>
          </a:lstStyle>
          <a:p/>
        </p:txBody>
      </p:sp>
      <p:sp>
        <p:nvSpPr>
          <p:cNvPr id="210" name="Google Shape;210;p18"/>
          <p:cNvSpPr txBox="1"/>
          <p:nvPr>
            <p:ph idx="10" type="dt"/>
          </p:nvPr>
        </p:nvSpPr>
        <p:spPr>
          <a:xfrm>
            <a:off x="76200" y="4686300"/>
            <a:ext cx="35052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211" name="Google Shape;211;p18"/>
          <p:cNvSpPr txBox="1"/>
          <p:nvPr>
            <p:ph idx="11" type="ftr"/>
          </p:nvPr>
        </p:nvSpPr>
        <p:spPr>
          <a:xfrm>
            <a:off x="3581400" y="4686300"/>
            <a:ext cx="28956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212" name="Google Shape;212;p18"/>
          <p:cNvSpPr txBox="1"/>
          <p:nvPr>
            <p:ph idx="12" type="sldNum"/>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lvl1pPr indent="0" lvl="0"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1pPr>
            <a:lvl2pPr indent="0" lvl="1"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2pPr>
            <a:lvl3pPr indent="0" lvl="2"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3pPr>
            <a:lvl4pPr indent="0" lvl="3"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4pPr>
            <a:lvl5pPr indent="0" lvl="4"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5pPr>
            <a:lvl6pPr indent="0" lvl="5"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6pPr>
            <a:lvl7pPr indent="0" lvl="6"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7pPr>
            <a:lvl8pPr indent="0" lvl="7"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8pPr>
            <a:lvl9pPr indent="0" lvl="8"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13" name="Shape 213"/>
        <p:cNvGrpSpPr/>
        <p:nvPr/>
      </p:nvGrpSpPr>
      <p:grpSpPr>
        <a:xfrm>
          <a:off x="0" y="0"/>
          <a:ext cx="0" cy="0"/>
          <a:chOff x="0" y="0"/>
          <a:chExt cx="0" cy="0"/>
        </a:xfrm>
      </p:grpSpPr>
      <p:sp>
        <p:nvSpPr>
          <p:cNvPr id="214" name="Google Shape;214;p19"/>
          <p:cNvSpPr txBox="1"/>
          <p:nvPr>
            <p:ph idx="10" type="dt"/>
          </p:nvPr>
        </p:nvSpPr>
        <p:spPr>
          <a:xfrm>
            <a:off x="76200" y="4686300"/>
            <a:ext cx="35052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215" name="Google Shape;215;p19"/>
          <p:cNvSpPr txBox="1"/>
          <p:nvPr>
            <p:ph idx="11" type="ftr"/>
          </p:nvPr>
        </p:nvSpPr>
        <p:spPr>
          <a:xfrm>
            <a:off x="3581400" y="4686300"/>
            <a:ext cx="28956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216" name="Google Shape;216;p19"/>
          <p:cNvSpPr txBox="1"/>
          <p:nvPr>
            <p:ph idx="12" type="sldNum"/>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lvl1pPr indent="0" lvl="0"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1pPr>
            <a:lvl2pPr indent="0" lvl="1"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2pPr>
            <a:lvl3pPr indent="0" lvl="2"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3pPr>
            <a:lvl4pPr indent="0" lvl="3"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4pPr>
            <a:lvl5pPr indent="0" lvl="4"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5pPr>
            <a:lvl6pPr indent="0" lvl="5"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6pPr>
            <a:lvl7pPr indent="0" lvl="6"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7pPr>
            <a:lvl8pPr indent="0" lvl="7"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8pPr>
            <a:lvl9pPr indent="0" lvl="8"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17" name="Shape 217"/>
        <p:cNvGrpSpPr/>
        <p:nvPr/>
      </p:nvGrpSpPr>
      <p:grpSpPr>
        <a:xfrm>
          <a:off x="0" y="0"/>
          <a:ext cx="0" cy="0"/>
          <a:chOff x="0" y="0"/>
          <a:chExt cx="0" cy="0"/>
        </a:xfrm>
      </p:grpSpPr>
      <p:sp>
        <p:nvSpPr>
          <p:cNvPr id="218" name="Google Shape;218;p20"/>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lvl1pPr lvl="0" rtl="0" algn="l">
              <a:spcBef>
                <a:spcPts val="0"/>
              </a:spcBef>
              <a:spcAft>
                <a:spcPts val="0"/>
              </a:spcAft>
              <a:buSzPts val="1400"/>
              <a:buNone/>
              <a:defRPr/>
            </a:lvl1pPr>
            <a:lvl2pPr lvl="1" rtl="0" algn="l">
              <a:spcBef>
                <a:spcPts val="0"/>
              </a:spcBef>
              <a:spcAft>
                <a:spcPts val="0"/>
              </a:spcAft>
              <a:buSzPts val="1400"/>
              <a:buNone/>
              <a:defRPr/>
            </a:lvl2pPr>
            <a:lvl3pPr lvl="2" rtl="0" algn="l">
              <a:spcBef>
                <a:spcPts val="0"/>
              </a:spcBef>
              <a:spcAft>
                <a:spcPts val="0"/>
              </a:spcAft>
              <a:buSzPts val="1400"/>
              <a:buNone/>
              <a:defRPr/>
            </a:lvl3pPr>
            <a:lvl4pPr lvl="3" rtl="0" algn="l">
              <a:spcBef>
                <a:spcPts val="0"/>
              </a:spcBef>
              <a:spcAft>
                <a:spcPts val="0"/>
              </a:spcAft>
              <a:buSzPts val="1400"/>
              <a:buNone/>
              <a:defRPr/>
            </a:lvl4pPr>
            <a:lvl5pPr lvl="4" rtl="0" algn="l">
              <a:spcBef>
                <a:spcPts val="0"/>
              </a:spcBef>
              <a:spcAft>
                <a:spcPts val="0"/>
              </a:spcAft>
              <a:buSzPts val="1400"/>
              <a:buNone/>
              <a:defRPr/>
            </a:lvl5pPr>
            <a:lvl6pPr lvl="5" rtl="0" algn="l">
              <a:spcBef>
                <a:spcPts val="0"/>
              </a:spcBef>
              <a:spcAft>
                <a:spcPts val="0"/>
              </a:spcAft>
              <a:buSzPts val="1400"/>
              <a:buNone/>
              <a:defRPr/>
            </a:lvl6pPr>
            <a:lvl7pPr lvl="6" rtl="0" algn="l">
              <a:spcBef>
                <a:spcPts val="0"/>
              </a:spcBef>
              <a:spcAft>
                <a:spcPts val="0"/>
              </a:spcAft>
              <a:buSzPts val="1400"/>
              <a:buNone/>
              <a:defRPr/>
            </a:lvl7pPr>
            <a:lvl8pPr lvl="7" rtl="0" algn="l">
              <a:spcBef>
                <a:spcPts val="0"/>
              </a:spcBef>
              <a:spcAft>
                <a:spcPts val="0"/>
              </a:spcAft>
              <a:buSzPts val="1400"/>
              <a:buNone/>
              <a:defRPr/>
            </a:lvl8pPr>
            <a:lvl9pPr lvl="8" rtl="0" algn="l">
              <a:spcBef>
                <a:spcPts val="0"/>
              </a:spcBef>
              <a:spcAft>
                <a:spcPts val="0"/>
              </a:spcAft>
              <a:buSzPts val="1400"/>
              <a:buNone/>
              <a:defRPr/>
            </a:lvl9pPr>
          </a:lstStyle>
          <a:p/>
        </p:txBody>
      </p:sp>
      <p:sp>
        <p:nvSpPr>
          <p:cNvPr id="219" name="Google Shape;219;p20"/>
          <p:cNvSpPr txBox="1"/>
          <p:nvPr>
            <p:ph idx="1" type="body"/>
          </p:nvPr>
        </p:nvSpPr>
        <p:spPr>
          <a:xfrm>
            <a:off x="838200" y="1428750"/>
            <a:ext cx="3810000" cy="3086100"/>
          </a:xfrm>
          <a:prstGeom prst="rect">
            <a:avLst/>
          </a:prstGeom>
          <a:noFill/>
          <a:ln>
            <a:noFill/>
          </a:ln>
        </p:spPr>
        <p:txBody>
          <a:bodyPr anchorCtr="0" anchor="t" bIns="45700" lIns="91425" spcFirstLastPara="1" rIns="91425" wrap="square" tIns="45700">
            <a:noAutofit/>
          </a:bodyPr>
          <a:lstStyle>
            <a:lvl1pPr indent="-335280" lvl="0" marL="457200" rtl="0" algn="l">
              <a:spcBef>
                <a:spcPts val="560"/>
              </a:spcBef>
              <a:spcAft>
                <a:spcPts val="0"/>
              </a:spcAft>
              <a:buSzPts val="1680"/>
              <a:buChar char="❑"/>
              <a:defRPr sz="2800"/>
            </a:lvl1pPr>
            <a:lvl2pPr indent="-320040" lvl="1" marL="914400" rtl="0" algn="l">
              <a:spcBef>
                <a:spcPts val="480"/>
              </a:spcBef>
              <a:spcAft>
                <a:spcPts val="0"/>
              </a:spcAft>
              <a:buSzPts val="1440"/>
              <a:buChar char="■"/>
              <a:defRPr sz="2400"/>
            </a:lvl2pPr>
            <a:lvl3pPr indent="-349250" lvl="2" marL="1371600" rtl="0" algn="l">
              <a:spcBef>
                <a:spcPts val="400"/>
              </a:spcBef>
              <a:spcAft>
                <a:spcPts val="0"/>
              </a:spcAft>
              <a:buSzPts val="1900"/>
              <a:buChar char="⬥"/>
              <a:defRPr sz="2000"/>
            </a:lvl3pPr>
            <a:lvl4pPr indent="-302894" lvl="3" marL="1828800" rtl="0" algn="l">
              <a:spcBef>
                <a:spcPts val="360"/>
              </a:spcBef>
              <a:spcAft>
                <a:spcPts val="0"/>
              </a:spcAft>
              <a:buSzPts val="1170"/>
              <a:buChar char="■"/>
              <a:defRPr sz="1800"/>
            </a:lvl4pPr>
            <a:lvl5pPr indent="-297179" lvl="4" marL="2286000" rtl="0" algn="l">
              <a:spcBef>
                <a:spcPts val="360"/>
              </a:spcBef>
              <a:spcAft>
                <a:spcPts val="0"/>
              </a:spcAft>
              <a:buSzPts val="1080"/>
              <a:buChar char="■"/>
              <a:defRPr sz="1800"/>
            </a:lvl5pPr>
            <a:lvl6pPr indent="-297179" lvl="5" marL="2743200" rtl="0" algn="l">
              <a:spcBef>
                <a:spcPts val="360"/>
              </a:spcBef>
              <a:spcAft>
                <a:spcPts val="0"/>
              </a:spcAft>
              <a:buSzPts val="1080"/>
              <a:buChar char="■"/>
              <a:defRPr sz="1800"/>
            </a:lvl6pPr>
            <a:lvl7pPr indent="-297179" lvl="6" marL="3200400" rtl="0" algn="l">
              <a:spcBef>
                <a:spcPts val="360"/>
              </a:spcBef>
              <a:spcAft>
                <a:spcPts val="0"/>
              </a:spcAft>
              <a:buSzPts val="1080"/>
              <a:buChar char="■"/>
              <a:defRPr sz="1800"/>
            </a:lvl7pPr>
            <a:lvl8pPr indent="-297179" lvl="7" marL="3657600" rtl="0" algn="l">
              <a:spcBef>
                <a:spcPts val="360"/>
              </a:spcBef>
              <a:spcAft>
                <a:spcPts val="0"/>
              </a:spcAft>
              <a:buSzPts val="1080"/>
              <a:buChar char="■"/>
              <a:defRPr sz="1800"/>
            </a:lvl8pPr>
            <a:lvl9pPr indent="-297179" lvl="8" marL="4114800" rtl="0" algn="l">
              <a:spcBef>
                <a:spcPts val="360"/>
              </a:spcBef>
              <a:spcAft>
                <a:spcPts val="0"/>
              </a:spcAft>
              <a:buSzPts val="1080"/>
              <a:buChar char="■"/>
              <a:defRPr sz="1800"/>
            </a:lvl9pPr>
          </a:lstStyle>
          <a:p/>
        </p:txBody>
      </p:sp>
      <p:sp>
        <p:nvSpPr>
          <p:cNvPr id="220" name="Google Shape;220;p20"/>
          <p:cNvSpPr txBox="1"/>
          <p:nvPr>
            <p:ph idx="2" type="body"/>
          </p:nvPr>
        </p:nvSpPr>
        <p:spPr>
          <a:xfrm>
            <a:off x="4800600" y="1428750"/>
            <a:ext cx="3810000" cy="3086100"/>
          </a:xfrm>
          <a:prstGeom prst="rect">
            <a:avLst/>
          </a:prstGeom>
          <a:noFill/>
          <a:ln>
            <a:noFill/>
          </a:ln>
        </p:spPr>
        <p:txBody>
          <a:bodyPr anchorCtr="0" anchor="t" bIns="45700" lIns="91425" spcFirstLastPara="1" rIns="91425" wrap="square" tIns="45700">
            <a:noAutofit/>
          </a:bodyPr>
          <a:lstStyle>
            <a:lvl1pPr indent="-335280" lvl="0" marL="457200" rtl="0" algn="l">
              <a:spcBef>
                <a:spcPts val="560"/>
              </a:spcBef>
              <a:spcAft>
                <a:spcPts val="0"/>
              </a:spcAft>
              <a:buSzPts val="1680"/>
              <a:buChar char="❑"/>
              <a:defRPr sz="2800"/>
            </a:lvl1pPr>
            <a:lvl2pPr indent="-320040" lvl="1" marL="914400" rtl="0" algn="l">
              <a:spcBef>
                <a:spcPts val="480"/>
              </a:spcBef>
              <a:spcAft>
                <a:spcPts val="0"/>
              </a:spcAft>
              <a:buSzPts val="1440"/>
              <a:buChar char="■"/>
              <a:defRPr sz="2400"/>
            </a:lvl2pPr>
            <a:lvl3pPr indent="-349250" lvl="2" marL="1371600" rtl="0" algn="l">
              <a:spcBef>
                <a:spcPts val="400"/>
              </a:spcBef>
              <a:spcAft>
                <a:spcPts val="0"/>
              </a:spcAft>
              <a:buSzPts val="1900"/>
              <a:buChar char="⬥"/>
              <a:defRPr sz="2000"/>
            </a:lvl3pPr>
            <a:lvl4pPr indent="-302894" lvl="3" marL="1828800" rtl="0" algn="l">
              <a:spcBef>
                <a:spcPts val="360"/>
              </a:spcBef>
              <a:spcAft>
                <a:spcPts val="0"/>
              </a:spcAft>
              <a:buSzPts val="1170"/>
              <a:buChar char="■"/>
              <a:defRPr sz="1800"/>
            </a:lvl4pPr>
            <a:lvl5pPr indent="-297179" lvl="4" marL="2286000" rtl="0" algn="l">
              <a:spcBef>
                <a:spcPts val="360"/>
              </a:spcBef>
              <a:spcAft>
                <a:spcPts val="0"/>
              </a:spcAft>
              <a:buSzPts val="1080"/>
              <a:buChar char="■"/>
              <a:defRPr sz="1800"/>
            </a:lvl5pPr>
            <a:lvl6pPr indent="-297179" lvl="5" marL="2743200" rtl="0" algn="l">
              <a:spcBef>
                <a:spcPts val="360"/>
              </a:spcBef>
              <a:spcAft>
                <a:spcPts val="0"/>
              </a:spcAft>
              <a:buSzPts val="1080"/>
              <a:buChar char="■"/>
              <a:defRPr sz="1800"/>
            </a:lvl6pPr>
            <a:lvl7pPr indent="-297179" lvl="6" marL="3200400" rtl="0" algn="l">
              <a:spcBef>
                <a:spcPts val="360"/>
              </a:spcBef>
              <a:spcAft>
                <a:spcPts val="0"/>
              </a:spcAft>
              <a:buSzPts val="1080"/>
              <a:buChar char="■"/>
              <a:defRPr sz="1800"/>
            </a:lvl7pPr>
            <a:lvl8pPr indent="-297179" lvl="7" marL="3657600" rtl="0" algn="l">
              <a:spcBef>
                <a:spcPts val="360"/>
              </a:spcBef>
              <a:spcAft>
                <a:spcPts val="0"/>
              </a:spcAft>
              <a:buSzPts val="1080"/>
              <a:buChar char="■"/>
              <a:defRPr sz="1800"/>
            </a:lvl8pPr>
            <a:lvl9pPr indent="-297179" lvl="8" marL="4114800" rtl="0" algn="l">
              <a:spcBef>
                <a:spcPts val="360"/>
              </a:spcBef>
              <a:spcAft>
                <a:spcPts val="0"/>
              </a:spcAft>
              <a:buSzPts val="1080"/>
              <a:buChar char="■"/>
              <a:defRPr sz="1800"/>
            </a:lvl9pPr>
          </a:lstStyle>
          <a:p/>
        </p:txBody>
      </p:sp>
      <p:sp>
        <p:nvSpPr>
          <p:cNvPr id="221" name="Google Shape;221;p20"/>
          <p:cNvSpPr txBox="1"/>
          <p:nvPr>
            <p:ph idx="10" type="dt"/>
          </p:nvPr>
        </p:nvSpPr>
        <p:spPr>
          <a:xfrm>
            <a:off x="76200" y="4686300"/>
            <a:ext cx="35052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222" name="Google Shape;222;p20"/>
          <p:cNvSpPr txBox="1"/>
          <p:nvPr>
            <p:ph idx="11" type="ftr"/>
          </p:nvPr>
        </p:nvSpPr>
        <p:spPr>
          <a:xfrm>
            <a:off x="3581400" y="4686300"/>
            <a:ext cx="28956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223" name="Google Shape;223;p20"/>
          <p:cNvSpPr txBox="1"/>
          <p:nvPr>
            <p:ph idx="12" type="sldNum"/>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lvl1pPr indent="0" lvl="0"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1pPr>
            <a:lvl2pPr indent="0" lvl="1"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2pPr>
            <a:lvl3pPr indent="0" lvl="2"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3pPr>
            <a:lvl4pPr indent="0" lvl="3"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4pPr>
            <a:lvl5pPr indent="0" lvl="4"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5pPr>
            <a:lvl6pPr indent="0" lvl="5"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6pPr>
            <a:lvl7pPr indent="0" lvl="6"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7pPr>
            <a:lvl8pPr indent="0" lvl="7"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8pPr>
            <a:lvl9pPr indent="0" lvl="8"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24" name="Shape 224"/>
        <p:cNvGrpSpPr/>
        <p:nvPr/>
      </p:nvGrpSpPr>
      <p:grpSpPr>
        <a:xfrm>
          <a:off x="0" y="0"/>
          <a:ext cx="0" cy="0"/>
          <a:chOff x="0" y="0"/>
          <a:chExt cx="0" cy="0"/>
        </a:xfrm>
      </p:grpSpPr>
      <p:sp>
        <p:nvSpPr>
          <p:cNvPr id="225" name="Google Shape;225;p21"/>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lvl1pPr lvl="0" rtl="0" algn="l">
              <a:spcBef>
                <a:spcPts val="0"/>
              </a:spcBef>
              <a:spcAft>
                <a:spcPts val="0"/>
              </a:spcAft>
              <a:buSzPts val="1400"/>
              <a:buNone/>
              <a:defRPr/>
            </a:lvl1pPr>
            <a:lvl2pPr lvl="1" rtl="0" algn="l">
              <a:spcBef>
                <a:spcPts val="0"/>
              </a:spcBef>
              <a:spcAft>
                <a:spcPts val="0"/>
              </a:spcAft>
              <a:buSzPts val="1400"/>
              <a:buNone/>
              <a:defRPr/>
            </a:lvl2pPr>
            <a:lvl3pPr lvl="2" rtl="0" algn="l">
              <a:spcBef>
                <a:spcPts val="0"/>
              </a:spcBef>
              <a:spcAft>
                <a:spcPts val="0"/>
              </a:spcAft>
              <a:buSzPts val="1400"/>
              <a:buNone/>
              <a:defRPr/>
            </a:lvl3pPr>
            <a:lvl4pPr lvl="3" rtl="0" algn="l">
              <a:spcBef>
                <a:spcPts val="0"/>
              </a:spcBef>
              <a:spcAft>
                <a:spcPts val="0"/>
              </a:spcAft>
              <a:buSzPts val="1400"/>
              <a:buNone/>
              <a:defRPr/>
            </a:lvl4pPr>
            <a:lvl5pPr lvl="4" rtl="0" algn="l">
              <a:spcBef>
                <a:spcPts val="0"/>
              </a:spcBef>
              <a:spcAft>
                <a:spcPts val="0"/>
              </a:spcAft>
              <a:buSzPts val="1400"/>
              <a:buNone/>
              <a:defRPr/>
            </a:lvl5pPr>
            <a:lvl6pPr lvl="5" rtl="0" algn="l">
              <a:spcBef>
                <a:spcPts val="0"/>
              </a:spcBef>
              <a:spcAft>
                <a:spcPts val="0"/>
              </a:spcAft>
              <a:buSzPts val="1400"/>
              <a:buNone/>
              <a:defRPr/>
            </a:lvl6pPr>
            <a:lvl7pPr lvl="6" rtl="0" algn="l">
              <a:spcBef>
                <a:spcPts val="0"/>
              </a:spcBef>
              <a:spcAft>
                <a:spcPts val="0"/>
              </a:spcAft>
              <a:buSzPts val="1400"/>
              <a:buNone/>
              <a:defRPr/>
            </a:lvl7pPr>
            <a:lvl8pPr lvl="7" rtl="0" algn="l">
              <a:spcBef>
                <a:spcPts val="0"/>
              </a:spcBef>
              <a:spcAft>
                <a:spcPts val="0"/>
              </a:spcAft>
              <a:buSzPts val="1400"/>
              <a:buNone/>
              <a:defRPr/>
            </a:lvl8pPr>
            <a:lvl9pPr lvl="8" rtl="0" algn="l">
              <a:spcBef>
                <a:spcPts val="0"/>
              </a:spcBef>
              <a:spcAft>
                <a:spcPts val="0"/>
              </a:spcAft>
              <a:buSzPts val="1400"/>
              <a:buNone/>
              <a:defRPr/>
            </a:lvl9pPr>
          </a:lstStyle>
          <a:p/>
        </p:txBody>
      </p:sp>
      <p:sp>
        <p:nvSpPr>
          <p:cNvPr id="226" name="Google Shape;226;p21"/>
          <p:cNvSpPr txBox="1"/>
          <p:nvPr>
            <p:ph idx="1" type="body"/>
          </p:nvPr>
        </p:nvSpPr>
        <p:spPr>
          <a:xfrm>
            <a:off x="838200" y="1428750"/>
            <a:ext cx="7772400" cy="3086100"/>
          </a:xfrm>
          <a:prstGeom prst="rect">
            <a:avLst/>
          </a:prstGeom>
          <a:noFill/>
          <a:ln>
            <a:noFill/>
          </a:ln>
        </p:spPr>
        <p:txBody>
          <a:bodyPr anchorCtr="0" anchor="t" bIns="45700" lIns="91425" spcFirstLastPara="1" rIns="91425" wrap="square" tIns="45700">
            <a:noAutofit/>
          </a:bodyPr>
          <a:lstStyle>
            <a:lvl1pPr indent="-297180" lvl="0" marL="457200" rtl="0" algn="l">
              <a:spcBef>
                <a:spcPts val="360"/>
              </a:spcBef>
              <a:spcAft>
                <a:spcPts val="0"/>
              </a:spcAft>
              <a:buSzPts val="1080"/>
              <a:buChar char="❑"/>
              <a:defRPr/>
            </a:lvl1pPr>
            <a:lvl2pPr indent="-297180" lvl="1" marL="914400" rtl="0" algn="l">
              <a:spcBef>
                <a:spcPts val="360"/>
              </a:spcBef>
              <a:spcAft>
                <a:spcPts val="0"/>
              </a:spcAft>
              <a:buSzPts val="1080"/>
              <a:buChar char="■"/>
              <a:defRPr/>
            </a:lvl2pPr>
            <a:lvl3pPr indent="-337185" lvl="2" marL="1371600" rtl="0" algn="l">
              <a:spcBef>
                <a:spcPts val="360"/>
              </a:spcBef>
              <a:spcAft>
                <a:spcPts val="0"/>
              </a:spcAft>
              <a:buSzPts val="1710"/>
              <a:buChar char="⬥"/>
              <a:defRPr/>
            </a:lvl3pPr>
            <a:lvl4pPr indent="-302894" lvl="3" marL="1828800" rtl="0" algn="l">
              <a:spcBef>
                <a:spcPts val="360"/>
              </a:spcBef>
              <a:spcAft>
                <a:spcPts val="0"/>
              </a:spcAft>
              <a:buSzPts val="1170"/>
              <a:buChar char="■"/>
              <a:defRPr/>
            </a:lvl4pPr>
            <a:lvl5pPr indent="-297179" lvl="4" marL="2286000" rtl="0" algn="l">
              <a:spcBef>
                <a:spcPts val="360"/>
              </a:spcBef>
              <a:spcAft>
                <a:spcPts val="0"/>
              </a:spcAft>
              <a:buSzPts val="1080"/>
              <a:buChar char="■"/>
              <a:defRPr/>
            </a:lvl5pPr>
            <a:lvl6pPr indent="-297179" lvl="5" marL="2743200" rtl="0" algn="l">
              <a:spcBef>
                <a:spcPts val="360"/>
              </a:spcBef>
              <a:spcAft>
                <a:spcPts val="0"/>
              </a:spcAft>
              <a:buSzPts val="1080"/>
              <a:buChar char="■"/>
              <a:defRPr/>
            </a:lvl6pPr>
            <a:lvl7pPr indent="-297179" lvl="6" marL="3200400" rtl="0" algn="l">
              <a:spcBef>
                <a:spcPts val="360"/>
              </a:spcBef>
              <a:spcAft>
                <a:spcPts val="0"/>
              </a:spcAft>
              <a:buSzPts val="1080"/>
              <a:buChar char="■"/>
              <a:defRPr/>
            </a:lvl7pPr>
            <a:lvl8pPr indent="-297179" lvl="7" marL="3657600" rtl="0" algn="l">
              <a:spcBef>
                <a:spcPts val="360"/>
              </a:spcBef>
              <a:spcAft>
                <a:spcPts val="0"/>
              </a:spcAft>
              <a:buSzPts val="1080"/>
              <a:buChar char="■"/>
              <a:defRPr/>
            </a:lvl8pPr>
            <a:lvl9pPr indent="-297179" lvl="8" marL="4114800" rtl="0" algn="l">
              <a:spcBef>
                <a:spcPts val="360"/>
              </a:spcBef>
              <a:spcAft>
                <a:spcPts val="0"/>
              </a:spcAft>
              <a:buSzPts val="1080"/>
              <a:buChar char="■"/>
              <a:defRPr/>
            </a:lvl9pPr>
          </a:lstStyle>
          <a:p/>
        </p:txBody>
      </p:sp>
      <p:sp>
        <p:nvSpPr>
          <p:cNvPr id="227" name="Google Shape;227;p21"/>
          <p:cNvSpPr txBox="1"/>
          <p:nvPr>
            <p:ph idx="10" type="dt"/>
          </p:nvPr>
        </p:nvSpPr>
        <p:spPr>
          <a:xfrm>
            <a:off x="76200" y="4686300"/>
            <a:ext cx="35052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228" name="Google Shape;228;p21"/>
          <p:cNvSpPr txBox="1"/>
          <p:nvPr>
            <p:ph idx="11" type="ftr"/>
          </p:nvPr>
        </p:nvSpPr>
        <p:spPr>
          <a:xfrm>
            <a:off x="3581400" y="4686300"/>
            <a:ext cx="2895600" cy="342900"/>
          </a:xfrm>
          <a:prstGeom prst="rect">
            <a:avLst/>
          </a:prstGeom>
          <a:noFill/>
          <a:ln>
            <a:noFill/>
          </a:ln>
        </p:spPr>
        <p:txBody>
          <a:bodyPr anchorCtr="0" anchor="b" bIns="45700" lIns="91425" spcFirstLastPara="1" rIns="91425" wrap="square" tIns="45700">
            <a:noAutofit/>
          </a:bodyPr>
          <a:lstStyle>
            <a:lvl1pPr lvl="0" rtl="0" algn="ctr">
              <a:lnSpc>
                <a:spcPct val="100000"/>
              </a:lnSpc>
              <a:spcBef>
                <a:spcPts val="0"/>
              </a:spcBef>
              <a:spcAft>
                <a:spcPts val="0"/>
              </a:spcAft>
              <a:buSzPts val="1400"/>
              <a:buNone/>
              <a:defRPr sz="1400"/>
            </a:lvl1pPr>
            <a:lvl2pPr lvl="1" rtl="0" algn="l">
              <a:lnSpc>
                <a:spcPct val="100000"/>
              </a:lnSpc>
              <a:spcBef>
                <a:spcPts val="0"/>
              </a:spcBef>
              <a:spcAft>
                <a:spcPts val="0"/>
              </a:spcAft>
              <a:buSzPts val="1400"/>
              <a:buNone/>
              <a:defRPr/>
            </a:lvl2pPr>
            <a:lvl3pPr lvl="2" rtl="0" algn="l">
              <a:lnSpc>
                <a:spcPct val="100000"/>
              </a:lnSpc>
              <a:spcBef>
                <a:spcPts val="0"/>
              </a:spcBef>
              <a:spcAft>
                <a:spcPts val="0"/>
              </a:spcAft>
              <a:buSzPts val="1400"/>
              <a:buNone/>
              <a:defRPr/>
            </a:lvl3pPr>
            <a:lvl4pPr lvl="3" rtl="0" algn="l">
              <a:lnSpc>
                <a:spcPct val="100000"/>
              </a:lnSpc>
              <a:spcBef>
                <a:spcPts val="0"/>
              </a:spcBef>
              <a:spcAft>
                <a:spcPts val="0"/>
              </a:spcAft>
              <a:buSzPts val="1400"/>
              <a:buNone/>
              <a:defRPr/>
            </a:lvl4pPr>
            <a:lvl5pPr lvl="4" rtl="0" algn="l">
              <a:lnSpc>
                <a:spcPct val="100000"/>
              </a:lnSpc>
              <a:spcBef>
                <a:spcPts val="0"/>
              </a:spcBef>
              <a:spcAft>
                <a:spcPts val="0"/>
              </a:spcAft>
              <a:buSzPts val="1400"/>
              <a:buNone/>
              <a:defRPr/>
            </a:lvl5pPr>
            <a:lvl6pPr lvl="5" rtl="0" algn="l">
              <a:lnSpc>
                <a:spcPct val="100000"/>
              </a:lnSpc>
              <a:spcBef>
                <a:spcPts val="0"/>
              </a:spcBef>
              <a:spcAft>
                <a:spcPts val="0"/>
              </a:spcAft>
              <a:buSzPts val="1400"/>
              <a:buNone/>
              <a:defRPr/>
            </a:lvl6pPr>
            <a:lvl7pPr lvl="6" rtl="0" algn="l">
              <a:lnSpc>
                <a:spcPct val="100000"/>
              </a:lnSpc>
              <a:spcBef>
                <a:spcPts val="0"/>
              </a:spcBef>
              <a:spcAft>
                <a:spcPts val="0"/>
              </a:spcAft>
              <a:buSzPts val="1400"/>
              <a:buNone/>
              <a:defRPr/>
            </a:lvl7pPr>
            <a:lvl8pPr lvl="7" rtl="0" algn="l">
              <a:lnSpc>
                <a:spcPct val="100000"/>
              </a:lnSpc>
              <a:spcBef>
                <a:spcPts val="0"/>
              </a:spcBef>
              <a:spcAft>
                <a:spcPts val="0"/>
              </a:spcAft>
              <a:buSzPts val="1400"/>
              <a:buNone/>
              <a:defRPr/>
            </a:lvl8pPr>
            <a:lvl9pPr lvl="8" rtl="0" algn="l">
              <a:lnSpc>
                <a:spcPct val="100000"/>
              </a:lnSpc>
              <a:spcBef>
                <a:spcPts val="0"/>
              </a:spcBef>
              <a:spcAft>
                <a:spcPts val="0"/>
              </a:spcAft>
              <a:buSzPts val="1400"/>
              <a:buNone/>
              <a:defRPr/>
            </a:lvl9pPr>
          </a:lstStyle>
          <a:p/>
        </p:txBody>
      </p:sp>
      <p:sp>
        <p:nvSpPr>
          <p:cNvPr id="229" name="Google Shape;229;p21"/>
          <p:cNvSpPr txBox="1"/>
          <p:nvPr>
            <p:ph idx="12" type="sldNum"/>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lvl1pPr indent="0" lvl="0"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1pPr>
            <a:lvl2pPr indent="0" lvl="1"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2pPr>
            <a:lvl3pPr indent="0" lvl="2"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3pPr>
            <a:lvl4pPr indent="0" lvl="3"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4pPr>
            <a:lvl5pPr indent="0" lvl="4"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5pPr>
            <a:lvl6pPr indent="0" lvl="5"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6pPr>
            <a:lvl7pPr indent="0" lvl="6"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7pPr>
            <a:lvl8pPr indent="0" lvl="7"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8pPr>
            <a:lvl9pPr indent="0" lvl="8"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4.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1.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7" name="Shape 57"/>
        <p:cNvGrpSpPr/>
        <p:nvPr/>
      </p:nvGrpSpPr>
      <p:grpSpPr>
        <a:xfrm>
          <a:off x="0" y="0"/>
          <a:ext cx="0" cy="0"/>
          <a:chOff x="0" y="0"/>
          <a:chExt cx="0" cy="0"/>
        </a:xfrm>
      </p:grpSpPr>
      <p:grpSp>
        <p:nvGrpSpPr>
          <p:cNvPr id="58" name="Google Shape;58;p14"/>
          <p:cNvGrpSpPr/>
          <p:nvPr/>
        </p:nvGrpSpPr>
        <p:grpSpPr>
          <a:xfrm>
            <a:off x="-136525" y="0"/>
            <a:ext cx="9204325" cy="5029200"/>
            <a:chOff x="-86" y="0"/>
            <a:chExt cx="5798" cy="4224"/>
          </a:xfrm>
        </p:grpSpPr>
        <p:grpSp>
          <p:nvGrpSpPr>
            <p:cNvPr id="59" name="Google Shape;59;p14"/>
            <p:cNvGrpSpPr/>
            <p:nvPr/>
          </p:nvGrpSpPr>
          <p:grpSpPr>
            <a:xfrm>
              <a:off x="0" y="0"/>
              <a:ext cx="5712" cy="4224"/>
              <a:chOff x="0" y="0"/>
              <a:chExt cx="5712" cy="4224"/>
            </a:xfrm>
          </p:grpSpPr>
          <p:sp>
            <p:nvSpPr>
              <p:cNvPr id="60" name="Google Shape;60;p14"/>
              <p:cNvSpPr txBox="1"/>
              <p:nvPr/>
            </p:nvSpPr>
            <p:spPr>
              <a:xfrm>
                <a:off x="2112" y="0"/>
                <a:ext cx="3600" cy="0"/>
              </a:xfrm>
              <a:prstGeom prst="rect">
                <a:avLst/>
              </a:prstGeom>
              <a:solidFill>
                <a:schemeClr val="folHlink"/>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400" u="none">
                  <a:solidFill>
                    <a:schemeClr val="dk1"/>
                  </a:solidFill>
                  <a:latin typeface="Tahoma"/>
                  <a:ea typeface="Tahoma"/>
                  <a:cs typeface="Tahoma"/>
                  <a:sym typeface="Tahoma"/>
                </a:endParaRPr>
              </a:p>
            </p:txBody>
          </p:sp>
          <p:grpSp>
            <p:nvGrpSpPr>
              <p:cNvPr id="61" name="Google Shape;61;p14"/>
              <p:cNvGrpSpPr/>
              <p:nvPr/>
            </p:nvGrpSpPr>
            <p:grpSpPr>
              <a:xfrm>
                <a:off x="0" y="0"/>
                <a:ext cx="5700" cy="4224"/>
                <a:chOff x="0" y="0"/>
                <a:chExt cx="5700" cy="4224"/>
              </a:xfrm>
            </p:grpSpPr>
            <p:cxnSp>
              <p:nvCxnSpPr>
                <p:cNvPr id="62" name="Google Shape;62;p14"/>
                <p:cNvCxnSpPr/>
                <p:nvPr/>
              </p:nvCxnSpPr>
              <p:spPr>
                <a:xfrm>
                  <a:off x="0" y="192"/>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63" name="Google Shape;63;p14"/>
                <p:cNvCxnSpPr/>
                <p:nvPr/>
              </p:nvCxnSpPr>
              <p:spPr>
                <a:xfrm>
                  <a:off x="0" y="384"/>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64" name="Google Shape;64;p14"/>
                <p:cNvCxnSpPr/>
                <p:nvPr/>
              </p:nvCxnSpPr>
              <p:spPr>
                <a:xfrm>
                  <a:off x="0" y="576"/>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65" name="Google Shape;65;p14"/>
                <p:cNvCxnSpPr/>
                <p:nvPr/>
              </p:nvCxnSpPr>
              <p:spPr>
                <a:xfrm>
                  <a:off x="0" y="768"/>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66" name="Google Shape;66;p14"/>
                <p:cNvCxnSpPr/>
                <p:nvPr/>
              </p:nvCxnSpPr>
              <p:spPr>
                <a:xfrm>
                  <a:off x="0" y="960"/>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67" name="Google Shape;67;p14"/>
                <p:cNvCxnSpPr/>
                <p:nvPr/>
              </p:nvCxnSpPr>
              <p:spPr>
                <a:xfrm>
                  <a:off x="0" y="1152"/>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68" name="Google Shape;68;p14"/>
                <p:cNvCxnSpPr/>
                <p:nvPr/>
              </p:nvCxnSpPr>
              <p:spPr>
                <a:xfrm>
                  <a:off x="0" y="1344"/>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69" name="Google Shape;69;p14"/>
                <p:cNvCxnSpPr/>
                <p:nvPr/>
              </p:nvCxnSpPr>
              <p:spPr>
                <a:xfrm>
                  <a:off x="0" y="1536"/>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70" name="Google Shape;70;p14"/>
                <p:cNvCxnSpPr/>
                <p:nvPr/>
              </p:nvCxnSpPr>
              <p:spPr>
                <a:xfrm>
                  <a:off x="0" y="1728"/>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71" name="Google Shape;71;p14"/>
                <p:cNvCxnSpPr/>
                <p:nvPr/>
              </p:nvCxnSpPr>
              <p:spPr>
                <a:xfrm>
                  <a:off x="0" y="1920"/>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72" name="Google Shape;72;p14"/>
                <p:cNvCxnSpPr/>
                <p:nvPr/>
              </p:nvCxnSpPr>
              <p:spPr>
                <a:xfrm>
                  <a:off x="0" y="2112"/>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73" name="Google Shape;73;p14"/>
                <p:cNvCxnSpPr/>
                <p:nvPr/>
              </p:nvCxnSpPr>
              <p:spPr>
                <a:xfrm>
                  <a:off x="0" y="2304"/>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74" name="Google Shape;74;p14"/>
                <p:cNvCxnSpPr/>
                <p:nvPr/>
              </p:nvCxnSpPr>
              <p:spPr>
                <a:xfrm>
                  <a:off x="0" y="2496"/>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75" name="Google Shape;75;p14"/>
                <p:cNvCxnSpPr/>
                <p:nvPr/>
              </p:nvCxnSpPr>
              <p:spPr>
                <a:xfrm>
                  <a:off x="0" y="2688"/>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76" name="Google Shape;76;p14"/>
                <p:cNvCxnSpPr/>
                <p:nvPr/>
              </p:nvCxnSpPr>
              <p:spPr>
                <a:xfrm>
                  <a:off x="0" y="2880"/>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77" name="Google Shape;77;p14"/>
                <p:cNvCxnSpPr/>
                <p:nvPr/>
              </p:nvCxnSpPr>
              <p:spPr>
                <a:xfrm>
                  <a:off x="0" y="3072"/>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78" name="Google Shape;78;p14"/>
                <p:cNvCxnSpPr/>
                <p:nvPr/>
              </p:nvCxnSpPr>
              <p:spPr>
                <a:xfrm>
                  <a:off x="0" y="3264"/>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79" name="Google Shape;79;p14"/>
                <p:cNvCxnSpPr/>
                <p:nvPr/>
              </p:nvCxnSpPr>
              <p:spPr>
                <a:xfrm>
                  <a:off x="0" y="3456"/>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80" name="Google Shape;80;p14"/>
                <p:cNvCxnSpPr/>
                <p:nvPr/>
              </p:nvCxnSpPr>
              <p:spPr>
                <a:xfrm>
                  <a:off x="0" y="3648"/>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81" name="Google Shape;81;p14"/>
                <p:cNvCxnSpPr/>
                <p:nvPr/>
              </p:nvCxnSpPr>
              <p:spPr>
                <a:xfrm>
                  <a:off x="0" y="3840"/>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82" name="Google Shape;82;p14"/>
                <p:cNvCxnSpPr/>
                <p:nvPr/>
              </p:nvCxnSpPr>
              <p:spPr>
                <a:xfrm>
                  <a:off x="0" y="4032"/>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83" name="Google Shape;83;p14"/>
                <p:cNvCxnSpPr/>
                <p:nvPr/>
              </p:nvCxnSpPr>
              <p:spPr>
                <a:xfrm>
                  <a:off x="0" y="4224"/>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84" name="Google Shape;84;p14"/>
                <p:cNvCxnSpPr/>
                <p:nvPr/>
              </p:nvCxnSpPr>
              <p:spPr>
                <a:xfrm>
                  <a:off x="19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85" name="Google Shape;85;p14"/>
                <p:cNvCxnSpPr/>
                <p:nvPr/>
              </p:nvCxnSpPr>
              <p:spPr>
                <a:xfrm>
                  <a:off x="38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86" name="Google Shape;86;p14"/>
                <p:cNvCxnSpPr/>
                <p:nvPr/>
              </p:nvCxnSpPr>
              <p:spPr>
                <a:xfrm>
                  <a:off x="57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87" name="Google Shape;87;p14"/>
                <p:cNvCxnSpPr/>
                <p:nvPr/>
              </p:nvCxnSpPr>
              <p:spPr>
                <a:xfrm>
                  <a:off x="768"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88" name="Google Shape;88;p14"/>
                <p:cNvCxnSpPr/>
                <p:nvPr/>
              </p:nvCxnSpPr>
              <p:spPr>
                <a:xfrm>
                  <a:off x="960"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89" name="Google Shape;89;p14"/>
                <p:cNvCxnSpPr/>
                <p:nvPr/>
              </p:nvCxnSpPr>
              <p:spPr>
                <a:xfrm>
                  <a:off x="115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90" name="Google Shape;90;p14"/>
                <p:cNvCxnSpPr/>
                <p:nvPr/>
              </p:nvCxnSpPr>
              <p:spPr>
                <a:xfrm>
                  <a:off x="134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91" name="Google Shape;91;p14"/>
                <p:cNvCxnSpPr/>
                <p:nvPr/>
              </p:nvCxnSpPr>
              <p:spPr>
                <a:xfrm>
                  <a:off x="153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92" name="Google Shape;92;p14"/>
                <p:cNvCxnSpPr/>
                <p:nvPr/>
              </p:nvCxnSpPr>
              <p:spPr>
                <a:xfrm>
                  <a:off x="1728"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93" name="Google Shape;93;p14"/>
                <p:cNvCxnSpPr/>
                <p:nvPr/>
              </p:nvCxnSpPr>
              <p:spPr>
                <a:xfrm>
                  <a:off x="1920"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94" name="Google Shape;94;p14"/>
                <p:cNvCxnSpPr/>
                <p:nvPr/>
              </p:nvCxnSpPr>
              <p:spPr>
                <a:xfrm>
                  <a:off x="211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95" name="Google Shape;95;p14"/>
                <p:cNvCxnSpPr/>
                <p:nvPr/>
              </p:nvCxnSpPr>
              <p:spPr>
                <a:xfrm>
                  <a:off x="230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96" name="Google Shape;96;p14"/>
                <p:cNvCxnSpPr/>
                <p:nvPr/>
              </p:nvCxnSpPr>
              <p:spPr>
                <a:xfrm>
                  <a:off x="249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97" name="Google Shape;97;p14"/>
                <p:cNvCxnSpPr/>
                <p:nvPr/>
              </p:nvCxnSpPr>
              <p:spPr>
                <a:xfrm>
                  <a:off x="2688"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98" name="Google Shape;98;p14"/>
                <p:cNvCxnSpPr/>
                <p:nvPr/>
              </p:nvCxnSpPr>
              <p:spPr>
                <a:xfrm>
                  <a:off x="2880"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99" name="Google Shape;99;p14"/>
                <p:cNvCxnSpPr/>
                <p:nvPr/>
              </p:nvCxnSpPr>
              <p:spPr>
                <a:xfrm>
                  <a:off x="307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00" name="Google Shape;100;p14"/>
                <p:cNvCxnSpPr/>
                <p:nvPr/>
              </p:nvCxnSpPr>
              <p:spPr>
                <a:xfrm>
                  <a:off x="326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01" name="Google Shape;101;p14"/>
                <p:cNvCxnSpPr/>
                <p:nvPr/>
              </p:nvCxnSpPr>
              <p:spPr>
                <a:xfrm>
                  <a:off x="345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02" name="Google Shape;102;p14"/>
                <p:cNvCxnSpPr/>
                <p:nvPr/>
              </p:nvCxnSpPr>
              <p:spPr>
                <a:xfrm>
                  <a:off x="3648"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03" name="Google Shape;103;p14"/>
                <p:cNvCxnSpPr/>
                <p:nvPr/>
              </p:nvCxnSpPr>
              <p:spPr>
                <a:xfrm>
                  <a:off x="3840"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04" name="Google Shape;104;p14"/>
                <p:cNvCxnSpPr/>
                <p:nvPr/>
              </p:nvCxnSpPr>
              <p:spPr>
                <a:xfrm>
                  <a:off x="403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05" name="Google Shape;105;p14"/>
                <p:cNvCxnSpPr/>
                <p:nvPr/>
              </p:nvCxnSpPr>
              <p:spPr>
                <a:xfrm>
                  <a:off x="422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06" name="Google Shape;106;p14"/>
                <p:cNvCxnSpPr/>
                <p:nvPr/>
              </p:nvCxnSpPr>
              <p:spPr>
                <a:xfrm>
                  <a:off x="441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07" name="Google Shape;107;p14"/>
                <p:cNvCxnSpPr/>
                <p:nvPr/>
              </p:nvCxnSpPr>
              <p:spPr>
                <a:xfrm>
                  <a:off x="4608"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08" name="Google Shape;108;p14"/>
                <p:cNvCxnSpPr/>
                <p:nvPr/>
              </p:nvCxnSpPr>
              <p:spPr>
                <a:xfrm>
                  <a:off x="4800"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09" name="Google Shape;109;p14"/>
                <p:cNvCxnSpPr/>
                <p:nvPr/>
              </p:nvCxnSpPr>
              <p:spPr>
                <a:xfrm>
                  <a:off x="499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10" name="Google Shape;110;p14"/>
                <p:cNvCxnSpPr/>
                <p:nvPr/>
              </p:nvCxnSpPr>
              <p:spPr>
                <a:xfrm>
                  <a:off x="518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11" name="Google Shape;111;p14"/>
                <p:cNvCxnSpPr/>
                <p:nvPr/>
              </p:nvCxnSpPr>
              <p:spPr>
                <a:xfrm>
                  <a:off x="537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12" name="Google Shape;112;p14"/>
                <p:cNvCxnSpPr/>
                <p:nvPr/>
              </p:nvCxnSpPr>
              <p:spPr>
                <a:xfrm>
                  <a:off x="5568" y="0"/>
                  <a:ext cx="0" cy="4200"/>
                </a:xfrm>
                <a:prstGeom prst="straightConnector1">
                  <a:avLst/>
                </a:prstGeom>
                <a:noFill/>
                <a:ln cap="flat" cmpd="sng" w="9525">
                  <a:solidFill>
                    <a:schemeClr val="folHlink"/>
                  </a:solidFill>
                  <a:prstDash val="solid"/>
                  <a:miter lim="800000"/>
                  <a:headEnd len="med" w="med" type="none"/>
                  <a:tailEnd len="med" w="med" type="none"/>
                </a:ln>
              </p:spPr>
            </p:cxnSp>
          </p:grpSp>
          <p:cxnSp>
            <p:nvCxnSpPr>
              <p:cNvPr id="113" name="Google Shape;113;p14"/>
              <p:cNvCxnSpPr/>
              <p:nvPr/>
            </p:nvCxnSpPr>
            <p:spPr>
              <a:xfrm>
                <a:off x="5568" y="0"/>
                <a:ext cx="0" cy="1500"/>
              </a:xfrm>
              <a:prstGeom prst="straightConnector1">
                <a:avLst/>
              </a:prstGeom>
              <a:noFill/>
              <a:ln cap="flat" cmpd="sng" w="9525">
                <a:solidFill>
                  <a:schemeClr val="hlink"/>
                </a:solidFill>
                <a:prstDash val="solid"/>
                <a:miter lim="800000"/>
                <a:headEnd len="med" w="med" type="none"/>
                <a:tailEnd len="med" w="med" type="none"/>
              </a:ln>
            </p:spPr>
          </p:cxnSp>
        </p:grpSp>
        <p:grpSp>
          <p:nvGrpSpPr>
            <p:cNvPr id="114" name="Google Shape;114;p14"/>
            <p:cNvGrpSpPr/>
            <p:nvPr/>
          </p:nvGrpSpPr>
          <p:grpSpPr>
            <a:xfrm>
              <a:off x="-86" y="559"/>
              <a:ext cx="4281" cy="1800"/>
              <a:chOff x="-86" y="559"/>
              <a:chExt cx="4281" cy="1800"/>
            </a:xfrm>
          </p:grpSpPr>
          <p:cxnSp>
            <p:nvCxnSpPr>
              <p:cNvPr id="115" name="Google Shape;115;p14"/>
              <p:cNvCxnSpPr/>
              <p:nvPr/>
            </p:nvCxnSpPr>
            <p:spPr>
              <a:xfrm>
                <a:off x="506" y="559"/>
                <a:ext cx="0" cy="1800"/>
              </a:xfrm>
              <a:prstGeom prst="straightConnector1">
                <a:avLst/>
              </a:prstGeom>
              <a:noFill/>
              <a:ln cap="flat" cmpd="sng" w="9525">
                <a:solidFill>
                  <a:schemeClr val="hlink"/>
                </a:solidFill>
                <a:prstDash val="solid"/>
                <a:miter lim="800000"/>
                <a:headEnd len="med" w="med" type="none"/>
                <a:tailEnd len="med" w="med" type="none"/>
              </a:ln>
            </p:spPr>
          </p:cxnSp>
          <p:cxnSp>
            <p:nvCxnSpPr>
              <p:cNvPr id="116" name="Google Shape;116;p14"/>
              <p:cNvCxnSpPr/>
              <p:nvPr/>
            </p:nvCxnSpPr>
            <p:spPr>
              <a:xfrm rot="10800000">
                <a:off x="-86" y="1925"/>
                <a:ext cx="3300" cy="0"/>
              </a:xfrm>
              <a:prstGeom prst="straightConnector1">
                <a:avLst/>
              </a:prstGeom>
              <a:noFill/>
              <a:ln cap="flat" cmpd="sng" w="9525">
                <a:solidFill>
                  <a:schemeClr val="hlink"/>
                </a:solidFill>
                <a:prstDash val="solid"/>
                <a:miter lim="800000"/>
                <a:headEnd len="med" w="med" type="none"/>
                <a:tailEnd len="med" w="med" type="none"/>
              </a:ln>
            </p:spPr>
          </p:cxnSp>
          <p:cxnSp>
            <p:nvCxnSpPr>
              <p:cNvPr id="117" name="Google Shape;117;p14"/>
              <p:cNvCxnSpPr/>
              <p:nvPr/>
            </p:nvCxnSpPr>
            <p:spPr>
              <a:xfrm rot="10800000">
                <a:off x="295" y="939"/>
                <a:ext cx="3900" cy="0"/>
              </a:xfrm>
              <a:prstGeom prst="straightConnector1">
                <a:avLst/>
              </a:prstGeom>
              <a:noFill/>
              <a:ln cap="flat" cmpd="sng" w="9525">
                <a:solidFill>
                  <a:schemeClr val="hlink"/>
                </a:solidFill>
                <a:prstDash val="solid"/>
                <a:miter lim="800000"/>
                <a:headEnd len="med" w="med" type="none"/>
                <a:tailEnd len="med" w="med" type="none"/>
              </a:ln>
            </p:spPr>
          </p:cxnSp>
          <p:sp>
            <p:nvSpPr>
              <p:cNvPr id="118" name="Google Shape;118;p14"/>
              <p:cNvSpPr/>
              <p:nvPr/>
            </p:nvSpPr>
            <p:spPr>
              <a:xfrm flipH="1" rot="-5400000">
                <a:off x="425" y="860"/>
                <a:ext cx="108" cy="108"/>
              </a:xfrm>
              <a:custGeom>
                <a:rect b="b" l="l" r="r" t="t"/>
                <a:pathLst>
                  <a:path extrusionOk="0" fill="none" h="43200" w="43195">
                    <a:moveTo>
                      <a:pt x="21114" y="5"/>
                    </a:moveTo>
                    <a:cubicBezTo>
                      <a:pt x="21274" y="1"/>
                      <a:pt x="21434" y="-1"/>
                      <a:pt x="21595" y="0"/>
                    </a:cubicBezTo>
                    <a:cubicBezTo>
                      <a:pt x="33524" y="0"/>
                      <a:pt x="43195" y="9670"/>
                      <a:pt x="43195" y="21600"/>
                    </a:cubicBezTo>
                    <a:cubicBezTo>
                      <a:pt x="43195" y="33529"/>
                      <a:pt x="33524" y="43200"/>
                      <a:pt x="21595" y="43200"/>
                    </a:cubicBezTo>
                    <a:cubicBezTo>
                      <a:pt x="9843" y="43200"/>
                      <a:pt x="247" y="33805"/>
                      <a:pt x="-1" y="22056"/>
                    </a:cubicBezTo>
                  </a:path>
                  <a:path extrusionOk="0" h="43200" w="43195">
                    <a:moveTo>
                      <a:pt x="21114" y="5"/>
                    </a:moveTo>
                    <a:cubicBezTo>
                      <a:pt x="21274" y="1"/>
                      <a:pt x="21434" y="-1"/>
                      <a:pt x="21595" y="0"/>
                    </a:cubicBezTo>
                    <a:cubicBezTo>
                      <a:pt x="33524" y="0"/>
                      <a:pt x="43195" y="9670"/>
                      <a:pt x="43195" y="21600"/>
                    </a:cubicBezTo>
                    <a:cubicBezTo>
                      <a:pt x="43195" y="33529"/>
                      <a:pt x="33524" y="43200"/>
                      <a:pt x="21595" y="43200"/>
                    </a:cubicBezTo>
                    <a:cubicBezTo>
                      <a:pt x="9843" y="43200"/>
                      <a:pt x="247" y="33805"/>
                      <a:pt x="-1" y="22056"/>
                    </a:cubicBezTo>
                    <a:lnTo>
                      <a:pt x="21595" y="21600"/>
                    </a:lnTo>
                    <a:lnTo>
                      <a:pt x="21114" y="5"/>
                    </a:lnTo>
                    <a:close/>
                  </a:path>
                </a:pathLst>
              </a:custGeom>
              <a:noFill/>
              <a:ln cap="flat" cmpd="sng" w="9525">
                <a:solidFill>
                  <a:schemeClr val="hlink"/>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400" u="none">
                  <a:solidFill>
                    <a:schemeClr val="dk1"/>
                  </a:solidFill>
                  <a:latin typeface="Tahoma"/>
                  <a:ea typeface="Tahoma"/>
                  <a:cs typeface="Tahoma"/>
                  <a:sym typeface="Tahoma"/>
                </a:endParaRPr>
              </a:p>
            </p:txBody>
          </p:sp>
        </p:grpSp>
        <p:grpSp>
          <p:nvGrpSpPr>
            <p:cNvPr id="119" name="Google Shape;119;p14"/>
            <p:cNvGrpSpPr/>
            <p:nvPr/>
          </p:nvGrpSpPr>
          <p:grpSpPr>
            <a:xfrm>
              <a:off x="1480" y="1952"/>
              <a:ext cx="3900" cy="1800"/>
              <a:chOff x="1480" y="1952"/>
              <a:chExt cx="3900" cy="1800"/>
            </a:xfrm>
          </p:grpSpPr>
          <p:cxnSp>
            <p:nvCxnSpPr>
              <p:cNvPr id="120" name="Google Shape;120;p14"/>
              <p:cNvCxnSpPr/>
              <p:nvPr/>
            </p:nvCxnSpPr>
            <p:spPr>
              <a:xfrm>
                <a:off x="1480" y="3442"/>
                <a:ext cx="3900" cy="0"/>
              </a:xfrm>
              <a:prstGeom prst="straightConnector1">
                <a:avLst/>
              </a:prstGeom>
              <a:noFill/>
              <a:ln cap="flat" cmpd="sng" w="9525">
                <a:solidFill>
                  <a:schemeClr val="hlink"/>
                </a:solidFill>
                <a:prstDash val="solid"/>
                <a:miter lim="800000"/>
                <a:headEnd len="med" w="med" type="none"/>
                <a:tailEnd len="med" w="med" type="none"/>
              </a:ln>
            </p:spPr>
          </p:cxnSp>
          <p:cxnSp>
            <p:nvCxnSpPr>
              <p:cNvPr id="121" name="Google Shape;121;p14"/>
              <p:cNvCxnSpPr/>
              <p:nvPr/>
            </p:nvCxnSpPr>
            <p:spPr>
              <a:xfrm>
                <a:off x="5172" y="1952"/>
                <a:ext cx="0" cy="1800"/>
              </a:xfrm>
              <a:prstGeom prst="straightConnector1">
                <a:avLst/>
              </a:prstGeom>
              <a:noFill/>
              <a:ln cap="flat" cmpd="sng" w="9525">
                <a:solidFill>
                  <a:schemeClr val="hlink"/>
                </a:solidFill>
                <a:prstDash val="solid"/>
                <a:miter lim="800000"/>
                <a:headEnd len="med" w="med" type="none"/>
                <a:tailEnd len="med" w="med" type="none"/>
              </a:ln>
            </p:spPr>
          </p:cxnSp>
          <p:sp>
            <p:nvSpPr>
              <p:cNvPr id="122" name="Google Shape;122;p14"/>
              <p:cNvSpPr/>
              <p:nvPr/>
            </p:nvSpPr>
            <p:spPr>
              <a:xfrm rot="5400000">
                <a:off x="5145" y="3347"/>
                <a:ext cx="108" cy="108"/>
              </a:xfrm>
              <a:custGeom>
                <a:rect b="b" l="l" r="r" t="t"/>
                <a:pathLst>
                  <a:path extrusionOk="0" fill="none" h="43200" w="43195">
                    <a:moveTo>
                      <a:pt x="21114" y="5"/>
                    </a:moveTo>
                    <a:cubicBezTo>
                      <a:pt x="21274" y="1"/>
                      <a:pt x="21434" y="-1"/>
                      <a:pt x="21595" y="0"/>
                    </a:cubicBezTo>
                    <a:cubicBezTo>
                      <a:pt x="33524" y="0"/>
                      <a:pt x="43195" y="9670"/>
                      <a:pt x="43195" y="21600"/>
                    </a:cubicBezTo>
                    <a:cubicBezTo>
                      <a:pt x="43195" y="33529"/>
                      <a:pt x="33524" y="43200"/>
                      <a:pt x="21595" y="43200"/>
                    </a:cubicBezTo>
                    <a:cubicBezTo>
                      <a:pt x="9843" y="43200"/>
                      <a:pt x="247" y="33805"/>
                      <a:pt x="-1" y="22056"/>
                    </a:cubicBezTo>
                  </a:path>
                  <a:path extrusionOk="0" h="43200" w="43195">
                    <a:moveTo>
                      <a:pt x="21114" y="5"/>
                    </a:moveTo>
                    <a:cubicBezTo>
                      <a:pt x="21274" y="1"/>
                      <a:pt x="21434" y="-1"/>
                      <a:pt x="21595" y="0"/>
                    </a:cubicBezTo>
                    <a:cubicBezTo>
                      <a:pt x="33524" y="0"/>
                      <a:pt x="43195" y="9670"/>
                      <a:pt x="43195" y="21600"/>
                    </a:cubicBezTo>
                    <a:cubicBezTo>
                      <a:pt x="43195" y="33529"/>
                      <a:pt x="33524" y="43200"/>
                      <a:pt x="21595" y="43200"/>
                    </a:cubicBezTo>
                    <a:cubicBezTo>
                      <a:pt x="9843" y="43200"/>
                      <a:pt x="247" y="33805"/>
                      <a:pt x="-1" y="22056"/>
                    </a:cubicBezTo>
                    <a:lnTo>
                      <a:pt x="21595" y="21600"/>
                    </a:lnTo>
                    <a:lnTo>
                      <a:pt x="21114" y="5"/>
                    </a:lnTo>
                    <a:close/>
                  </a:path>
                </a:pathLst>
              </a:custGeom>
              <a:noFill/>
              <a:ln cap="flat" cmpd="sng" w="9525">
                <a:solidFill>
                  <a:schemeClr val="hlink"/>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400" u="none">
                  <a:solidFill>
                    <a:schemeClr val="dk1"/>
                  </a:solidFill>
                  <a:latin typeface="Tahoma"/>
                  <a:ea typeface="Tahoma"/>
                  <a:cs typeface="Tahoma"/>
                  <a:sym typeface="Tahoma"/>
                </a:endParaRPr>
              </a:p>
            </p:txBody>
          </p:sp>
        </p:grpSp>
      </p:grpSp>
      <p:sp>
        <p:nvSpPr>
          <p:cNvPr id="123" name="Google Shape;123;p14"/>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4400" u="none" cap="none" strike="noStrike">
                <a:solidFill>
                  <a:schemeClr val="dk2"/>
                </a:solidFill>
                <a:latin typeface="Times New Roman"/>
                <a:ea typeface="Times New Roman"/>
                <a:cs typeface="Times New Roman"/>
                <a:sym typeface="Times New Roman"/>
              </a:defRPr>
            </a:lvl1pPr>
            <a:lvl2pPr lvl="1" marR="0" rtl="0" algn="l">
              <a:spcBef>
                <a:spcPts val="0"/>
              </a:spcBef>
              <a:spcAft>
                <a:spcPts val="0"/>
              </a:spcAft>
              <a:buSzPts val="1400"/>
              <a:buNone/>
              <a:defRPr b="0" i="0" sz="4400" u="none" cap="none" strike="noStrike">
                <a:solidFill>
                  <a:schemeClr val="dk2"/>
                </a:solidFill>
                <a:latin typeface="Times New Roman"/>
                <a:ea typeface="Times New Roman"/>
                <a:cs typeface="Times New Roman"/>
                <a:sym typeface="Times New Roman"/>
              </a:defRPr>
            </a:lvl2pPr>
            <a:lvl3pPr lvl="2" marR="0" rtl="0" algn="l">
              <a:spcBef>
                <a:spcPts val="0"/>
              </a:spcBef>
              <a:spcAft>
                <a:spcPts val="0"/>
              </a:spcAft>
              <a:buSzPts val="1400"/>
              <a:buNone/>
              <a:defRPr b="0" i="0" sz="4400" u="none" cap="none" strike="noStrike">
                <a:solidFill>
                  <a:schemeClr val="dk2"/>
                </a:solidFill>
                <a:latin typeface="Times New Roman"/>
                <a:ea typeface="Times New Roman"/>
                <a:cs typeface="Times New Roman"/>
                <a:sym typeface="Times New Roman"/>
              </a:defRPr>
            </a:lvl3pPr>
            <a:lvl4pPr lvl="3" marR="0" rtl="0" algn="l">
              <a:spcBef>
                <a:spcPts val="0"/>
              </a:spcBef>
              <a:spcAft>
                <a:spcPts val="0"/>
              </a:spcAft>
              <a:buSzPts val="1400"/>
              <a:buNone/>
              <a:defRPr b="0" i="0" sz="4400" u="none" cap="none" strike="noStrike">
                <a:solidFill>
                  <a:schemeClr val="dk2"/>
                </a:solidFill>
                <a:latin typeface="Times New Roman"/>
                <a:ea typeface="Times New Roman"/>
                <a:cs typeface="Times New Roman"/>
                <a:sym typeface="Times New Roman"/>
              </a:defRPr>
            </a:lvl4pPr>
            <a:lvl5pPr lvl="4" marR="0" rtl="0" algn="l">
              <a:spcBef>
                <a:spcPts val="0"/>
              </a:spcBef>
              <a:spcAft>
                <a:spcPts val="0"/>
              </a:spcAft>
              <a:buSzPts val="1400"/>
              <a:buNone/>
              <a:defRPr b="0" i="0" sz="4400" u="none" cap="none" strike="noStrike">
                <a:solidFill>
                  <a:schemeClr val="dk2"/>
                </a:solidFill>
                <a:latin typeface="Times New Roman"/>
                <a:ea typeface="Times New Roman"/>
                <a:cs typeface="Times New Roman"/>
                <a:sym typeface="Times New Roman"/>
              </a:defRPr>
            </a:lvl5pPr>
            <a:lvl6pPr lvl="5" marR="0" rtl="0" algn="l">
              <a:spcBef>
                <a:spcPts val="0"/>
              </a:spcBef>
              <a:spcAft>
                <a:spcPts val="0"/>
              </a:spcAft>
              <a:buSzPts val="1400"/>
              <a:buNone/>
              <a:defRPr b="0" i="0" sz="4400" u="none" cap="none" strike="noStrike">
                <a:solidFill>
                  <a:schemeClr val="dk2"/>
                </a:solidFill>
                <a:latin typeface="Tahoma"/>
                <a:ea typeface="Tahoma"/>
                <a:cs typeface="Tahoma"/>
                <a:sym typeface="Tahoma"/>
              </a:defRPr>
            </a:lvl6pPr>
            <a:lvl7pPr lvl="6" marR="0" rtl="0" algn="l">
              <a:spcBef>
                <a:spcPts val="0"/>
              </a:spcBef>
              <a:spcAft>
                <a:spcPts val="0"/>
              </a:spcAft>
              <a:buSzPts val="1400"/>
              <a:buNone/>
              <a:defRPr b="0" i="0" sz="4400" u="none" cap="none" strike="noStrike">
                <a:solidFill>
                  <a:schemeClr val="dk2"/>
                </a:solidFill>
                <a:latin typeface="Tahoma"/>
                <a:ea typeface="Tahoma"/>
                <a:cs typeface="Tahoma"/>
                <a:sym typeface="Tahoma"/>
              </a:defRPr>
            </a:lvl7pPr>
            <a:lvl8pPr lvl="7" marR="0" rtl="0" algn="l">
              <a:spcBef>
                <a:spcPts val="0"/>
              </a:spcBef>
              <a:spcAft>
                <a:spcPts val="0"/>
              </a:spcAft>
              <a:buSzPts val="1400"/>
              <a:buNone/>
              <a:defRPr b="0" i="0" sz="4400" u="none" cap="none" strike="noStrike">
                <a:solidFill>
                  <a:schemeClr val="dk2"/>
                </a:solidFill>
                <a:latin typeface="Tahoma"/>
                <a:ea typeface="Tahoma"/>
                <a:cs typeface="Tahoma"/>
                <a:sym typeface="Tahoma"/>
              </a:defRPr>
            </a:lvl8pPr>
            <a:lvl9pPr lvl="8" marR="0" rtl="0" algn="l">
              <a:spcBef>
                <a:spcPts val="0"/>
              </a:spcBef>
              <a:spcAft>
                <a:spcPts val="0"/>
              </a:spcAft>
              <a:buSzPts val="1400"/>
              <a:buNone/>
              <a:defRPr b="0" i="0" sz="4400" u="none" cap="none" strike="noStrike">
                <a:solidFill>
                  <a:schemeClr val="dk2"/>
                </a:solidFill>
                <a:latin typeface="Tahoma"/>
                <a:ea typeface="Tahoma"/>
                <a:cs typeface="Tahoma"/>
                <a:sym typeface="Tahoma"/>
              </a:defRPr>
            </a:lvl9pPr>
          </a:lstStyle>
          <a:p/>
        </p:txBody>
      </p:sp>
      <p:sp>
        <p:nvSpPr>
          <p:cNvPr descr="Rectangle: Click to edit Master text styles &#10;Second level &#10;Third level &#10;Fourth level &#10;Fifth level" id="124" name="Google Shape;124;p14"/>
          <p:cNvSpPr txBox="1"/>
          <p:nvPr>
            <p:ph idx="1" type="body"/>
          </p:nvPr>
        </p:nvSpPr>
        <p:spPr>
          <a:xfrm>
            <a:off x="838200" y="1428750"/>
            <a:ext cx="7772400" cy="3086100"/>
          </a:xfrm>
          <a:prstGeom prst="rect">
            <a:avLst/>
          </a:prstGeom>
          <a:noFill/>
          <a:ln>
            <a:noFill/>
          </a:ln>
        </p:spPr>
        <p:txBody>
          <a:bodyPr anchorCtr="0" anchor="t" bIns="45700" lIns="91425" spcFirstLastPara="1" rIns="91425" wrap="square" tIns="45700">
            <a:noAutofit/>
          </a:bodyPr>
          <a:lstStyle>
            <a:lvl1pPr indent="-350520" lvl="0" marL="457200" marR="0" rtl="0" algn="l">
              <a:spcBef>
                <a:spcPts val="640"/>
              </a:spcBef>
              <a:spcAft>
                <a:spcPts val="0"/>
              </a:spcAft>
              <a:buClr>
                <a:schemeClr val="dk1"/>
              </a:buClr>
              <a:buSzPts val="1920"/>
              <a:buFont typeface="Noto Sans Symbols"/>
              <a:buChar char="❑"/>
              <a:defRPr b="0" i="0" sz="3200" u="none" cap="none" strike="noStrike">
                <a:solidFill>
                  <a:schemeClr val="dk1"/>
                </a:solidFill>
                <a:latin typeface="Times New Roman"/>
                <a:ea typeface="Times New Roman"/>
                <a:cs typeface="Times New Roman"/>
                <a:sym typeface="Times New Roman"/>
              </a:defRPr>
            </a:lvl1pPr>
            <a:lvl2pPr indent="-335280" lvl="1" marL="914400" marR="0" rtl="0" algn="l">
              <a:spcBef>
                <a:spcPts val="560"/>
              </a:spcBef>
              <a:spcAft>
                <a:spcPts val="0"/>
              </a:spcAft>
              <a:buClr>
                <a:schemeClr val="dk1"/>
              </a:buClr>
              <a:buSzPts val="1680"/>
              <a:buFont typeface="Noto Sans Symbols"/>
              <a:buChar char="■"/>
              <a:defRPr b="0" i="0" sz="2800" u="none" cap="none" strike="noStrike">
                <a:solidFill>
                  <a:schemeClr val="dk1"/>
                </a:solidFill>
                <a:latin typeface="Times New Roman"/>
                <a:ea typeface="Times New Roman"/>
                <a:cs typeface="Times New Roman"/>
                <a:sym typeface="Times New Roman"/>
              </a:defRPr>
            </a:lvl2pPr>
            <a:lvl3pPr indent="-373380" lvl="2" marL="1371600" marR="0" rtl="0" algn="l">
              <a:spcBef>
                <a:spcPts val="480"/>
              </a:spcBef>
              <a:spcAft>
                <a:spcPts val="0"/>
              </a:spcAft>
              <a:buClr>
                <a:schemeClr val="hlink"/>
              </a:buClr>
              <a:buSzPts val="2280"/>
              <a:buFont typeface="Noto Sans Symbols"/>
              <a:buChar char="⬥"/>
              <a:defRPr b="0" i="0" sz="2400" u="none" cap="none" strike="noStrike">
                <a:solidFill>
                  <a:schemeClr val="dk1"/>
                </a:solidFill>
                <a:latin typeface="Times New Roman"/>
                <a:ea typeface="Times New Roman"/>
                <a:cs typeface="Times New Roman"/>
                <a:sym typeface="Times New Roman"/>
              </a:defRPr>
            </a:lvl3pPr>
            <a:lvl4pPr indent="-311150" lvl="3" marL="1828800" marR="0" rtl="0" algn="l">
              <a:spcBef>
                <a:spcPts val="400"/>
              </a:spcBef>
              <a:spcAft>
                <a:spcPts val="0"/>
              </a:spcAft>
              <a:buClr>
                <a:schemeClr val="dk1"/>
              </a:buClr>
              <a:buSzPts val="1300"/>
              <a:buFont typeface="Noto Sans Symbols"/>
              <a:buChar char="■"/>
              <a:defRPr b="0" i="0" sz="2000" u="none" cap="none" strike="noStrike">
                <a:solidFill>
                  <a:schemeClr val="dk1"/>
                </a:solidFill>
                <a:latin typeface="Times New Roman"/>
                <a:ea typeface="Times New Roman"/>
                <a:cs typeface="Times New Roman"/>
                <a:sym typeface="Times New Roman"/>
              </a:defRPr>
            </a:lvl4pPr>
            <a:lvl5pPr indent="-304800" lvl="4" marL="2286000"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5pPr>
            <a:lvl6pPr indent="-304800" lvl="5" marL="2743200"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6pPr>
            <a:lvl7pPr indent="-304800" lvl="6" marL="3200400"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7pPr>
            <a:lvl8pPr indent="-304800" lvl="7" marL="3657600"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8pPr>
            <a:lvl9pPr indent="-304800" lvl="8" marL="4114800"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9pPr>
          </a:lstStyle>
          <a:p/>
        </p:txBody>
      </p:sp>
      <p:sp>
        <p:nvSpPr>
          <p:cNvPr id="125" name="Google Shape;125;p14"/>
          <p:cNvSpPr txBox="1"/>
          <p:nvPr>
            <p:ph idx="12" type="sldNum"/>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lvl1pPr indent="0" lvl="0"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1pPr>
            <a:lvl2pPr indent="0" lvl="1"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2pPr>
            <a:lvl3pPr indent="0" lvl="2"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3pPr>
            <a:lvl4pPr indent="0" lvl="3"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4pPr>
            <a:lvl5pPr indent="0" lvl="4"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5pPr>
            <a:lvl6pPr indent="0" lvl="5"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6pPr>
            <a:lvl7pPr indent="0" lvl="6"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7pPr>
            <a:lvl8pPr indent="0" lvl="7"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8pPr>
            <a:lvl9pPr indent="0" lvl="8"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GB"/>
              <a:t>‹#›</a:t>
            </a:fld>
            <a:endParaRPr>
              <a:solidFill>
                <a:srgbClr val="000000"/>
              </a:solidFill>
              <a:latin typeface="Arial"/>
              <a:ea typeface="Arial"/>
              <a:cs typeface="Arial"/>
              <a:sym typeface="Arial"/>
            </a:endParaRPr>
          </a:p>
        </p:txBody>
      </p:sp>
      <p:sp>
        <p:nvSpPr>
          <p:cNvPr id="126" name="Google Shape;126;p14"/>
          <p:cNvSpPr txBox="1"/>
          <p:nvPr>
            <p:ph idx="10" type="dt"/>
          </p:nvPr>
        </p:nvSpPr>
        <p:spPr>
          <a:xfrm>
            <a:off x="76200" y="4686300"/>
            <a:ext cx="3505200" cy="342900"/>
          </a:xfrm>
          <a:prstGeom prst="rect">
            <a:avLst/>
          </a:prstGeom>
          <a:noFill/>
          <a:ln>
            <a:noFill/>
          </a:ln>
        </p:spPr>
        <p:txBody>
          <a:bodyPr anchorCtr="0" anchor="b" bIns="45700" lIns="91425" spcFirstLastPara="1" rIns="91425" wrap="square" tIns="45700">
            <a:noAutofit/>
          </a:bodyPr>
          <a:lstStyle>
            <a:lvl1pPr lvl="0" marR="0" rtl="0" algn="ctr">
              <a:lnSpc>
                <a:spcPct val="100000"/>
              </a:lnSpc>
              <a:spcBef>
                <a:spcPts val="0"/>
              </a:spcBef>
              <a:spcAft>
                <a:spcPts val="0"/>
              </a:spcAft>
              <a:buSzPts val="1400"/>
              <a:buNone/>
              <a:defRPr b="0" i="0" sz="1400" u="none">
                <a:solidFill>
                  <a:schemeClr val="dk1"/>
                </a:solidFill>
                <a:latin typeface="Tahoma"/>
                <a:ea typeface="Tahoma"/>
                <a:cs typeface="Tahoma"/>
                <a:sym typeface="Tahoma"/>
              </a:defRPr>
            </a:lvl1pPr>
            <a:lvl2pPr lvl="1"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2pPr>
            <a:lvl3pPr lvl="2"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3pPr>
            <a:lvl4pPr lvl="3"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4pPr>
            <a:lvl5pPr lvl="4"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5pPr>
            <a:lvl6pPr lvl="5"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6pPr>
            <a:lvl7pPr lvl="6"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7pPr>
            <a:lvl8pPr lvl="7"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8pPr>
            <a:lvl9pPr lvl="8"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9pPr>
          </a:lstStyle>
          <a:p/>
        </p:txBody>
      </p:sp>
    </p:spTree>
  </p:cSld>
  <p:clrMap accent1="accent1" accent2="accent2" accent3="accent3" accent4="accent4" accent5="accent5" accent6="accent6" bg1="lt1" bg2="dk2" tx1="dk1" tx2="lt2" folHlink="folHlink" hlink="hlink"/>
  <p:sldLayoutIdLst>
    <p:sldLayoutId id="2147483660"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2" name="Shape 132"/>
        <p:cNvGrpSpPr/>
        <p:nvPr/>
      </p:nvGrpSpPr>
      <p:grpSpPr>
        <a:xfrm>
          <a:off x="0" y="0"/>
          <a:ext cx="0" cy="0"/>
          <a:chOff x="0" y="0"/>
          <a:chExt cx="0" cy="0"/>
        </a:xfrm>
      </p:grpSpPr>
      <p:grpSp>
        <p:nvGrpSpPr>
          <p:cNvPr id="133" name="Google Shape;133;p16"/>
          <p:cNvGrpSpPr/>
          <p:nvPr/>
        </p:nvGrpSpPr>
        <p:grpSpPr>
          <a:xfrm>
            <a:off x="0" y="0"/>
            <a:ext cx="9067800" cy="5029200"/>
            <a:chOff x="0" y="0"/>
            <a:chExt cx="5712" cy="4224"/>
          </a:xfrm>
        </p:grpSpPr>
        <p:grpSp>
          <p:nvGrpSpPr>
            <p:cNvPr id="134" name="Google Shape;134;p16"/>
            <p:cNvGrpSpPr/>
            <p:nvPr/>
          </p:nvGrpSpPr>
          <p:grpSpPr>
            <a:xfrm>
              <a:off x="0" y="0"/>
              <a:ext cx="5700" cy="4224"/>
              <a:chOff x="0" y="0"/>
              <a:chExt cx="5700" cy="4224"/>
            </a:xfrm>
          </p:grpSpPr>
          <p:grpSp>
            <p:nvGrpSpPr>
              <p:cNvPr id="135" name="Google Shape;135;p16"/>
              <p:cNvGrpSpPr/>
              <p:nvPr/>
            </p:nvGrpSpPr>
            <p:grpSpPr>
              <a:xfrm>
                <a:off x="0" y="192"/>
                <a:ext cx="5700" cy="4032"/>
                <a:chOff x="0" y="192"/>
                <a:chExt cx="5700" cy="4032"/>
              </a:xfrm>
            </p:grpSpPr>
            <p:cxnSp>
              <p:nvCxnSpPr>
                <p:cNvPr id="136" name="Google Shape;136;p16"/>
                <p:cNvCxnSpPr/>
                <p:nvPr/>
              </p:nvCxnSpPr>
              <p:spPr>
                <a:xfrm>
                  <a:off x="0" y="192"/>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37" name="Google Shape;137;p16"/>
                <p:cNvCxnSpPr/>
                <p:nvPr/>
              </p:nvCxnSpPr>
              <p:spPr>
                <a:xfrm>
                  <a:off x="0" y="384"/>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38" name="Google Shape;138;p16"/>
                <p:cNvCxnSpPr/>
                <p:nvPr/>
              </p:nvCxnSpPr>
              <p:spPr>
                <a:xfrm>
                  <a:off x="0" y="576"/>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39" name="Google Shape;139;p16"/>
                <p:cNvCxnSpPr/>
                <p:nvPr/>
              </p:nvCxnSpPr>
              <p:spPr>
                <a:xfrm>
                  <a:off x="0" y="768"/>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40" name="Google Shape;140;p16"/>
                <p:cNvCxnSpPr/>
                <p:nvPr/>
              </p:nvCxnSpPr>
              <p:spPr>
                <a:xfrm>
                  <a:off x="0" y="960"/>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41" name="Google Shape;141;p16"/>
                <p:cNvCxnSpPr/>
                <p:nvPr/>
              </p:nvCxnSpPr>
              <p:spPr>
                <a:xfrm>
                  <a:off x="0" y="1152"/>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42" name="Google Shape;142;p16"/>
                <p:cNvCxnSpPr/>
                <p:nvPr/>
              </p:nvCxnSpPr>
              <p:spPr>
                <a:xfrm>
                  <a:off x="0" y="1344"/>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43" name="Google Shape;143;p16"/>
                <p:cNvCxnSpPr/>
                <p:nvPr/>
              </p:nvCxnSpPr>
              <p:spPr>
                <a:xfrm>
                  <a:off x="0" y="1536"/>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44" name="Google Shape;144;p16"/>
                <p:cNvCxnSpPr/>
                <p:nvPr/>
              </p:nvCxnSpPr>
              <p:spPr>
                <a:xfrm>
                  <a:off x="0" y="1728"/>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45" name="Google Shape;145;p16"/>
                <p:cNvCxnSpPr/>
                <p:nvPr/>
              </p:nvCxnSpPr>
              <p:spPr>
                <a:xfrm>
                  <a:off x="0" y="1920"/>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46" name="Google Shape;146;p16"/>
                <p:cNvCxnSpPr/>
                <p:nvPr/>
              </p:nvCxnSpPr>
              <p:spPr>
                <a:xfrm>
                  <a:off x="0" y="2112"/>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47" name="Google Shape;147;p16"/>
                <p:cNvCxnSpPr/>
                <p:nvPr/>
              </p:nvCxnSpPr>
              <p:spPr>
                <a:xfrm>
                  <a:off x="0" y="2304"/>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48" name="Google Shape;148;p16"/>
                <p:cNvCxnSpPr/>
                <p:nvPr/>
              </p:nvCxnSpPr>
              <p:spPr>
                <a:xfrm>
                  <a:off x="0" y="2496"/>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49" name="Google Shape;149;p16"/>
                <p:cNvCxnSpPr/>
                <p:nvPr/>
              </p:nvCxnSpPr>
              <p:spPr>
                <a:xfrm>
                  <a:off x="0" y="2688"/>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50" name="Google Shape;150;p16"/>
                <p:cNvCxnSpPr/>
                <p:nvPr/>
              </p:nvCxnSpPr>
              <p:spPr>
                <a:xfrm>
                  <a:off x="0" y="2880"/>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51" name="Google Shape;151;p16"/>
                <p:cNvCxnSpPr/>
                <p:nvPr/>
              </p:nvCxnSpPr>
              <p:spPr>
                <a:xfrm>
                  <a:off x="0" y="3072"/>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52" name="Google Shape;152;p16"/>
                <p:cNvCxnSpPr/>
                <p:nvPr/>
              </p:nvCxnSpPr>
              <p:spPr>
                <a:xfrm>
                  <a:off x="0" y="3264"/>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53" name="Google Shape;153;p16"/>
                <p:cNvCxnSpPr/>
                <p:nvPr/>
              </p:nvCxnSpPr>
              <p:spPr>
                <a:xfrm>
                  <a:off x="0" y="3456"/>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54" name="Google Shape;154;p16"/>
                <p:cNvCxnSpPr/>
                <p:nvPr/>
              </p:nvCxnSpPr>
              <p:spPr>
                <a:xfrm>
                  <a:off x="0" y="3648"/>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55" name="Google Shape;155;p16"/>
                <p:cNvCxnSpPr/>
                <p:nvPr/>
              </p:nvCxnSpPr>
              <p:spPr>
                <a:xfrm>
                  <a:off x="0" y="3840"/>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56" name="Google Shape;156;p16"/>
                <p:cNvCxnSpPr/>
                <p:nvPr/>
              </p:nvCxnSpPr>
              <p:spPr>
                <a:xfrm>
                  <a:off x="0" y="4032"/>
                  <a:ext cx="5700" cy="0"/>
                </a:xfrm>
                <a:prstGeom prst="straightConnector1">
                  <a:avLst/>
                </a:prstGeom>
                <a:noFill/>
                <a:ln cap="flat" cmpd="sng" w="9525">
                  <a:solidFill>
                    <a:schemeClr val="folHlink"/>
                  </a:solidFill>
                  <a:prstDash val="solid"/>
                  <a:miter lim="800000"/>
                  <a:headEnd len="med" w="med" type="none"/>
                  <a:tailEnd len="med" w="med" type="none"/>
                </a:ln>
              </p:spPr>
            </p:cxnSp>
            <p:cxnSp>
              <p:nvCxnSpPr>
                <p:cNvPr id="157" name="Google Shape;157;p16"/>
                <p:cNvCxnSpPr/>
                <p:nvPr/>
              </p:nvCxnSpPr>
              <p:spPr>
                <a:xfrm>
                  <a:off x="0" y="4224"/>
                  <a:ext cx="5700" cy="0"/>
                </a:xfrm>
                <a:prstGeom prst="straightConnector1">
                  <a:avLst/>
                </a:prstGeom>
                <a:noFill/>
                <a:ln cap="flat" cmpd="sng" w="9525">
                  <a:solidFill>
                    <a:schemeClr val="folHlink"/>
                  </a:solidFill>
                  <a:prstDash val="solid"/>
                  <a:miter lim="800000"/>
                  <a:headEnd len="med" w="med" type="none"/>
                  <a:tailEnd len="med" w="med" type="none"/>
                </a:ln>
              </p:spPr>
            </p:cxnSp>
          </p:grpSp>
          <p:grpSp>
            <p:nvGrpSpPr>
              <p:cNvPr id="158" name="Google Shape;158;p16"/>
              <p:cNvGrpSpPr/>
              <p:nvPr/>
            </p:nvGrpSpPr>
            <p:grpSpPr>
              <a:xfrm>
                <a:off x="192" y="0"/>
                <a:ext cx="5376" cy="4200"/>
                <a:chOff x="192" y="0"/>
                <a:chExt cx="5376" cy="4200"/>
              </a:xfrm>
            </p:grpSpPr>
            <p:cxnSp>
              <p:nvCxnSpPr>
                <p:cNvPr id="159" name="Google Shape;159;p16"/>
                <p:cNvCxnSpPr/>
                <p:nvPr/>
              </p:nvCxnSpPr>
              <p:spPr>
                <a:xfrm>
                  <a:off x="19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60" name="Google Shape;160;p16"/>
                <p:cNvCxnSpPr/>
                <p:nvPr/>
              </p:nvCxnSpPr>
              <p:spPr>
                <a:xfrm>
                  <a:off x="38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61" name="Google Shape;161;p16"/>
                <p:cNvCxnSpPr/>
                <p:nvPr/>
              </p:nvCxnSpPr>
              <p:spPr>
                <a:xfrm>
                  <a:off x="57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62" name="Google Shape;162;p16"/>
                <p:cNvCxnSpPr/>
                <p:nvPr/>
              </p:nvCxnSpPr>
              <p:spPr>
                <a:xfrm>
                  <a:off x="768"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63" name="Google Shape;163;p16"/>
                <p:cNvCxnSpPr/>
                <p:nvPr/>
              </p:nvCxnSpPr>
              <p:spPr>
                <a:xfrm>
                  <a:off x="960"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64" name="Google Shape;164;p16"/>
                <p:cNvCxnSpPr/>
                <p:nvPr/>
              </p:nvCxnSpPr>
              <p:spPr>
                <a:xfrm>
                  <a:off x="115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65" name="Google Shape;165;p16"/>
                <p:cNvCxnSpPr/>
                <p:nvPr/>
              </p:nvCxnSpPr>
              <p:spPr>
                <a:xfrm>
                  <a:off x="134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66" name="Google Shape;166;p16"/>
                <p:cNvCxnSpPr/>
                <p:nvPr/>
              </p:nvCxnSpPr>
              <p:spPr>
                <a:xfrm>
                  <a:off x="153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67" name="Google Shape;167;p16"/>
                <p:cNvCxnSpPr/>
                <p:nvPr/>
              </p:nvCxnSpPr>
              <p:spPr>
                <a:xfrm>
                  <a:off x="1728"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68" name="Google Shape;168;p16"/>
                <p:cNvCxnSpPr/>
                <p:nvPr/>
              </p:nvCxnSpPr>
              <p:spPr>
                <a:xfrm>
                  <a:off x="1920"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69" name="Google Shape;169;p16"/>
                <p:cNvCxnSpPr/>
                <p:nvPr/>
              </p:nvCxnSpPr>
              <p:spPr>
                <a:xfrm>
                  <a:off x="211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70" name="Google Shape;170;p16"/>
                <p:cNvCxnSpPr/>
                <p:nvPr/>
              </p:nvCxnSpPr>
              <p:spPr>
                <a:xfrm>
                  <a:off x="230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71" name="Google Shape;171;p16"/>
                <p:cNvCxnSpPr/>
                <p:nvPr/>
              </p:nvCxnSpPr>
              <p:spPr>
                <a:xfrm>
                  <a:off x="249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72" name="Google Shape;172;p16"/>
                <p:cNvCxnSpPr/>
                <p:nvPr/>
              </p:nvCxnSpPr>
              <p:spPr>
                <a:xfrm>
                  <a:off x="2688"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73" name="Google Shape;173;p16"/>
                <p:cNvCxnSpPr/>
                <p:nvPr/>
              </p:nvCxnSpPr>
              <p:spPr>
                <a:xfrm>
                  <a:off x="2880"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74" name="Google Shape;174;p16"/>
                <p:cNvCxnSpPr/>
                <p:nvPr/>
              </p:nvCxnSpPr>
              <p:spPr>
                <a:xfrm>
                  <a:off x="307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75" name="Google Shape;175;p16"/>
                <p:cNvCxnSpPr/>
                <p:nvPr/>
              </p:nvCxnSpPr>
              <p:spPr>
                <a:xfrm>
                  <a:off x="326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76" name="Google Shape;176;p16"/>
                <p:cNvCxnSpPr/>
                <p:nvPr/>
              </p:nvCxnSpPr>
              <p:spPr>
                <a:xfrm>
                  <a:off x="345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77" name="Google Shape;177;p16"/>
                <p:cNvCxnSpPr/>
                <p:nvPr/>
              </p:nvCxnSpPr>
              <p:spPr>
                <a:xfrm>
                  <a:off x="3648"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78" name="Google Shape;178;p16"/>
                <p:cNvCxnSpPr/>
                <p:nvPr/>
              </p:nvCxnSpPr>
              <p:spPr>
                <a:xfrm>
                  <a:off x="3840"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79" name="Google Shape;179;p16"/>
                <p:cNvCxnSpPr/>
                <p:nvPr/>
              </p:nvCxnSpPr>
              <p:spPr>
                <a:xfrm>
                  <a:off x="403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80" name="Google Shape;180;p16"/>
                <p:cNvCxnSpPr/>
                <p:nvPr/>
              </p:nvCxnSpPr>
              <p:spPr>
                <a:xfrm>
                  <a:off x="422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81" name="Google Shape;181;p16"/>
                <p:cNvCxnSpPr/>
                <p:nvPr/>
              </p:nvCxnSpPr>
              <p:spPr>
                <a:xfrm>
                  <a:off x="441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82" name="Google Shape;182;p16"/>
                <p:cNvCxnSpPr/>
                <p:nvPr/>
              </p:nvCxnSpPr>
              <p:spPr>
                <a:xfrm>
                  <a:off x="4608"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83" name="Google Shape;183;p16"/>
                <p:cNvCxnSpPr/>
                <p:nvPr/>
              </p:nvCxnSpPr>
              <p:spPr>
                <a:xfrm>
                  <a:off x="4800"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84" name="Google Shape;184;p16"/>
                <p:cNvCxnSpPr/>
                <p:nvPr/>
              </p:nvCxnSpPr>
              <p:spPr>
                <a:xfrm>
                  <a:off x="4992"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85" name="Google Shape;185;p16"/>
                <p:cNvCxnSpPr/>
                <p:nvPr/>
              </p:nvCxnSpPr>
              <p:spPr>
                <a:xfrm>
                  <a:off x="5184"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86" name="Google Shape;186;p16"/>
                <p:cNvCxnSpPr/>
                <p:nvPr/>
              </p:nvCxnSpPr>
              <p:spPr>
                <a:xfrm>
                  <a:off x="5376" y="0"/>
                  <a:ext cx="0" cy="4200"/>
                </a:xfrm>
                <a:prstGeom prst="straightConnector1">
                  <a:avLst/>
                </a:prstGeom>
                <a:noFill/>
                <a:ln cap="flat" cmpd="sng" w="9525">
                  <a:solidFill>
                    <a:schemeClr val="folHlink"/>
                  </a:solidFill>
                  <a:prstDash val="solid"/>
                  <a:miter lim="800000"/>
                  <a:headEnd len="med" w="med" type="none"/>
                  <a:tailEnd len="med" w="med" type="none"/>
                </a:ln>
              </p:spPr>
            </p:cxnSp>
            <p:cxnSp>
              <p:nvCxnSpPr>
                <p:cNvPr id="187" name="Google Shape;187;p16"/>
                <p:cNvCxnSpPr/>
                <p:nvPr/>
              </p:nvCxnSpPr>
              <p:spPr>
                <a:xfrm>
                  <a:off x="5568" y="0"/>
                  <a:ext cx="0" cy="4200"/>
                </a:xfrm>
                <a:prstGeom prst="straightConnector1">
                  <a:avLst/>
                </a:prstGeom>
                <a:noFill/>
                <a:ln cap="flat" cmpd="sng" w="9525">
                  <a:solidFill>
                    <a:schemeClr val="folHlink"/>
                  </a:solidFill>
                  <a:prstDash val="solid"/>
                  <a:miter lim="800000"/>
                  <a:headEnd len="med" w="med" type="none"/>
                  <a:tailEnd len="med" w="med" type="none"/>
                </a:ln>
              </p:spPr>
            </p:cxnSp>
          </p:grpSp>
        </p:grpSp>
        <p:sp>
          <p:nvSpPr>
            <p:cNvPr descr="60%" id="188" name="Google Shape;188;p16"/>
            <p:cNvSpPr txBox="1"/>
            <p:nvPr/>
          </p:nvSpPr>
          <p:spPr>
            <a:xfrm>
              <a:off x="2112" y="0"/>
              <a:ext cx="3600" cy="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400" u="none">
                <a:solidFill>
                  <a:schemeClr val="dk1"/>
                </a:solidFill>
                <a:latin typeface="Tahoma"/>
                <a:ea typeface="Tahoma"/>
                <a:cs typeface="Tahoma"/>
                <a:sym typeface="Tahoma"/>
              </a:endParaRPr>
            </a:p>
          </p:txBody>
        </p:sp>
        <p:cxnSp>
          <p:nvCxnSpPr>
            <p:cNvPr id="189" name="Google Shape;189;p16"/>
            <p:cNvCxnSpPr/>
            <p:nvPr/>
          </p:nvCxnSpPr>
          <p:spPr>
            <a:xfrm>
              <a:off x="5568" y="0"/>
              <a:ext cx="0" cy="1500"/>
            </a:xfrm>
            <a:prstGeom prst="straightConnector1">
              <a:avLst/>
            </a:prstGeom>
            <a:noFill/>
            <a:ln cap="flat" cmpd="sng" w="9525">
              <a:solidFill>
                <a:schemeClr val="hlink"/>
              </a:solidFill>
              <a:prstDash val="solid"/>
              <a:miter lim="800000"/>
              <a:headEnd len="med" w="med" type="none"/>
              <a:tailEnd len="med" w="med" type="none"/>
            </a:ln>
          </p:spPr>
        </p:cxnSp>
        <p:grpSp>
          <p:nvGrpSpPr>
            <p:cNvPr id="190" name="Google Shape;190;p16"/>
            <p:cNvGrpSpPr/>
            <p:nvPr/>
          </p:nvGrpSpPr>
          <p:grpSpPr>
            <a:xfrm>
              <a:off x="316" y="892"/>
              <a:ext cx="1069" cy="1529"/>
              <a:chOff x="204" y="916"/>
              <a:chExt cx="2100" cy="3004"/>
            </a:xfrm>
          </p:grpSpPr>
          <p:cxnSp>
            <p:nvCxnSpPr>
              <p:cNvPr id="191" name="Google Shape;191;p16"/>
              <p:cNvCxnSpPr/>
              <p:nvPr/>
            </p:nvCxnSpPr>
            <p:spPr>
              <a:xfrm rot="10800000">
                <a:off x="204" y="1038"/>
                <a:ext cx="2100" cy="0"/>
              </a:xfrm>
              <a:prstGeom prst="straightConnector1">
                <a:avLst/>
              </a:prstGeom>
              <a:noFill/>
              <a:ln cap="flat" cmpd="sng" w="9525">
                <a:solidFill>
                  <a:schemeClr val="hlink"/>
                </a:solidFill>
                <a:prstDash val="solid"/>
                <a:miter lim="800000"/>
                <a:headEnd len="med" w="med" type="none"/>
                <a:tailEnd len="med" w="med" type="none"/>
              </a:ln>
            </p:spPr>
          </p:cxnSp>
          <p:cxnSp>
            <p:nvCxnSpPr>
              <p:cNvPr id="192" name="Google Shape;192;p16"/>
              <p:cNvCxnSpPr/>
              <p:nvPr/>
            </p:nvCxnSpPr>
            <p:spPr>
              <a:xfrm>
                <a:off x="336" y="920"/>
                <a:ext cx="0" cy="3000"/>
              </a:xfrm>
              <a:prstGeom prst="straightConnector1">
                <a:avLst/>
              </a:prstGeom>
              <a:noFill/>
              <a:ln cap="flat" cmpd="sng" w="9525">
                <a:solidFill>
                  <a:schemeClr val="hlink"/>
                </a:solidFill>
                <a:prstDash val="solid"/>
                <a:miter lim="800000"/>
                <a:headEnd len="med" w="med" type="none"/>
                <a:tailEnd len="med" w="med" type="none"/>
              </a:ln>
            </p:spPr>
          </p:cxnSp>
          <p:sp>
            <p:nvSpPr>
              <p:cNvPr id="193" name="Google Shape;193;p16"/>
              <p:cNvSpPr/>
              <p:nvPr/>
            </p:nvSpPr>
            <p:spPr>
              <a:xfrm flipH="1">
                <a:off x="240" y="916"/>
                <a:ext cx="216" cy="216"/>
              </a:xfrm>
              <a:custGeom>
                <a:rect b="b" l="l" r="r" t="t"/>
                <a:pathLst>
                  <a:path extrusionOk="0" fill="none" h="43200" w="43195">
                    <a:moveTo>
                      <a:pt x="21114" y="5"/>
                    </a:moveTo>
                    <a:cubicBezTo>
                      <a:pt x="21274" y="1"/>
                      <a:pt x="21434" y="-1"/>
                      <a:pt x="21595" y="0"/>
                    </a:cubicBezTo>
                    <a:cubicBezTo>
                      <a:pt x="33524" y="0"/>
                      <a:pt x="43195" y="9670"/>
                      <a:pt x="43195" y="21600"/>
                    </a:cubicBezTo>
                    <a:cubicBezTo>
                      <a:pt x="43195" y="33529"/>
                      <a:pt x="33524" y="43200"/>
                      <a:pt x="21595" y="43200"/>
                    </a:cubicBezTo>
                    <a:cubicBezTo>
                      <a:pt x="9843" y="43200"/>
                      <a:pt x="247" y="33805"/>
                      <a:pt x="-1" y="22056"/>
                    </a:cubicBezTo>
                  </a:path>
                  <a:path extrusionOk="0" h="43200" w="43195">
                    <a:moveTo>
                      <a:pt x="21114" y="5"/>
                    </a:moveTo>
                    <a:cubicBezTo>
                      <a:pt x="21274" y="1"/>
                      <a:pt x="21434" y="-1"/>
                      <a:pt x="21595" y="0"/>
                    </a:cubicBezTo>
                    <a:cubicBezTo>
                      <a:pt x="33524" y="0"/>
                      <a:pt x="43195" y="9670"/>
                      <a:pt x="43195" y="21600"/>
                    </a:cubicBezTo>
                    <a:cubicBezTo>
                      <a:pt x="43195" y="33529"/>
                      <a:pt x="33524" y="43200"/>
                      <a:pt x="21595" y="43200"/>
                    </a:cubicBezTo>
                    <a:cubicBezTo>
                      <a:pt x="9843" y="43200"/>
                      <a:pt x="247" y="33805"/>
                      <a:pt x="-1" y="22056"/>
                    </a:cubicBezTo>
                    <a:lnTo>
                      <a:pt x="21595" y="21600"/>
                    </a:lnTo>
                    <a:lnTo>
                      <a:pt x="21114" y="5"/>
                    </a:lnTo>
                    <a:close/>
                  </a:path>
                </a:pathLst>
              </a:custGeom>
              <a:noFill/>
              <a:ln cap="flat" cmpd="sng" w="9525">
                <a:solidFill>
                  <a:schemeClr val="hlink"/>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2400" u="none">
                  <a:solidFill>
                    <a:schemeClr val="dk1"/>
                  </a:solidFill>
                  <a:latin typeface="Tahoma"/>
                  <a:ea typeface="Tahoma"/>
                  <a:cs typeface="Tahoma"/>
                  <a:sym typeface="Tahoma"/>
                </a:endParaRPr>
              </a:p>
            </p:txBody>
          </p:sp>
        </p:grpSp>
      </p:grpSp>
      <p:sp>
        <p:nvSpPr>
          <p:cNvPr id="194" name="Google Shape;194;p16"/>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4400" u="none" cap="none" strike="noStrike">
                <a:solidFill>
                  <a:schemeClr val="dk2"/>
                </a:solidFill>
                <a:latin typeface="Times New Roman"/>
                <a:ea typeface="Times New Roman"/>
                <a:cs typeface="Times New Roman"/>
                <a:sym typeface="Times New Roman"/>
              </a:defRPr>
            </a:lvl1pPr>
            <a:lvl2pPr lvl="1" marR="0" rtl="0" algn="l">
              <a:spcBef>
                <a:spcPts val="0"/>
              </a:spcBef>
              <a:spcAft>
                <a:spcPts val="0"/>
              </a:spcAft>
              <a:buSzPts val="1400"/>
              <a:buNone/>
              <a:defRPr b="0" i="0" sz="4400" u="none" cap="none" strike="noStrike">
                <a:solidFill>
                  <a:schemeClr val="dk2"/>
                </a:solidFill>
                <a:latin typeface="Times New Roman"/>
                <a:ea typeface="Times New Roman"/>
                <a:cs typeface="Times New Roman"/>
                <a:sym typeface="Times New Roman"/>
              </a:defRPr>
            </a:lvl2pPr>
            <a:lvl3pPr lvl="2" marR="0" rtl="0" algn="l">
              <a:spcBef>
                <a:spcPts val="0"/>
              </a:spcBef>
              <a:spcAft>
                <a:spcPts val="0"/>
              </a:spcAft>
              <a:buSzPts val="1400"/>
              <a:buNone/>
              <a:defRPr b="0" i="0" sz="4400" u="none" cap="none" strike="noStrike">
                <a:solidFill>
                  <a:schemeClr val="dk2"/>
                </a:solidFill>
                <a:latin typeface="Times New Roman"/>
                <a:ea typeface="Times New Roman"/>
                <a:cs typeface="Times New Roman"/>
                <a:sym typeface="Times New Roman"/>
              </a:defRPr>
            </a:lvl3pPr>
            <a:lvl4pPr lvl="3" marR="0" rtl="0" algn="l">
              <a:spcBef>
                <a:spcPts val="0"/>
              </a:spcBef>
              <a:spcAft>
                <a:spcPts val="0"/>
              </a:spcAft>
              <a:buSzPts val="1400"/>
              <a:buNone/>
              <a:defRPr b="0" i="0" sz="4400" u="none" cap="none" strike="noStrike">
                <a:solidFill>
                  <a:schemeClr val="dk2"/>
                </a:solidFill>
                <a:latin typeface="Times New Roman"/>
                <a:ea typeface="Times New Roman"/>
                <a:cs typeface="Times New Roman"/>
                <a:sym typeface="Times New Roman"/>
              </a:defRPr>
            </a:lvl4pPr>
            <a:lvl5pPr lvl="4" marR="0" rtl="0" algn="l">
              <a:spcBef>
                <a:spcPts val="0"/>
              </a:spcBef>
              <a:spcAft>
                <a:spcPts val="0"/>
              </a:spcAft>
              <a:buSzPts val="1400"/>
              <a:buNone/>
              <a:defRPr b="0" i="0" sz="4400" u="none" cap="none" strike="noStrike">
                <a:solidFill>
                  <a:schemeClr val="dk2"/>
                </a:solidFill>
                <a:latin typeface="Times New Roman"/>
                <a:ea typeface="Times New Roman"/>
                <a:cs typeface="Times New Roman"/>
                <a:sym typeface="Times New Roman"/>
              </a:defRPr>
            </a:lvl5pPr>
            <a:lvl6pPr lvl="5" marR="0" rtl="0" algn="l">
              <a:spcBef>
                <a:spcPts val="0"/>
              </a:spcBef>
              <a:spcAft>
                <a:spcPts val="0"/>
              </a:spcAft>
              <a:buSzPts val="1400"/>
              <a:buNone/>
              <a:defRPr b="0" i="0" sz="4400" u="none" cap="none" strike="noStrike">
                <a:solidFill>
                  <a:schemeClr val="dk2"/>
                </a:solidFill>
                <a:latin typeface="Tahoma"/>
                <a:ea typeface="Tahoma"/>
                <a:cs typeface="Tahoma"/>
                <a:sym typeface="Tahoma"/>
              </a:defRPr>
            </a:lvl6pPr>
            <a:lvl7pPr lvl="6" marR="0" rtl="0" algn="l">
              <a:spcBef>
                <a:spcPts val="0"/>
              </a:spcBef>
              <a:spcAft>
                <a:spcPts val="0"/>
              </a:spcAft>
              <a:buSzPts val="1400"/>
              <a:buNone/>
              <a:defRPr b="0" i="0" sz="4400" u="none" cap="none" strike="noStrike">
                <a:solidFill>
                  <a:schemeClr val="dk2"/>
                </a:solidFill>
                <a:latin typeface="Tahoma"/>
                <a:ea typeface="Tahoma"/>
                <a:cs typeface="Tahoma"/>
                <a:sym typeface="Tahoma"/>
              </a:defRPr>
            </a:lvl7pPr>
            <a:lvl8pPr lvl="7" marR="0" rtl="0" algn="l">
              <a:spcBef>
                <a:spcPts val="0"/>
              </a:spcBef>
              <a:spcAft>
                <a:spcPts val="0"/>
              </a:spcAft>
              <a:buSzPts val="1400"/>
              <a:buNone/>
              <a:defRPr b="0" i="0" sz="4400" u="none" cap="none" strike="noStrike">
                <a:solidFill>
                  <a:schemeClr val="dk2"/>
                </a:solidFill>
                <a:latin typeface="Tahoma"/>
                <a:ea typeface="Tahoma"/>
                <a:cs typeface="Tahoma"/>
                <a:sym typeface="Tahoma"/>
              </a:defRPr>
            </a:lvl8pPr>
            <a:lvl9pPr lvl="8" marR="0" rtl="0" algn="l">
              <a:spcBef>
                <a:spcPts val="0"/>
              </a:spcBef>
              <a:spcAft>
                <a:spcPts val="0"/>
              </a:spcAft>
              <a:buSzPts val="1400"/>
              <a:buNone/>
              <a:defRPr b="0" i="0" sz="4400" u="none" cap="none" strike="noStrike">
                <a:solidFill>
                  <a:schemeClr val="dk2"/>
                </a:solidFill>
                <a:latin typeface="Tahoma"/>
                <a:ea typeface="Tahoma"/>
                <a:cs typeface="Tahoma"/>
                <a:sym typeface="Tahoma"/>
              </a:defRPr>
            </a:lvl9pPr>
          </a:lstStyle>
          <a:p/>
        </p:txBody>
      </p:sp>
      <p:sp>
        <p:nvSpPr>
          <p:cNvPr descr="Rectangle: Click to edit Master text styles &#10;Second level &#10;Third level &#10;Fourth level &#10;Fifth level" id="195" name="Google Shape;195;p16"/>
          <p:cNvSpPr txBox="1"/>
          <p:nvPr>
            <p:ph idx="1" type="body"/>
          </p:nvPr>
        </p:nvSpPr>
        <p:spPr>
          <a:xfrm>
            <a:off x="838200" y="1428750"/>
            <a:ext cx="7772400" cy="3086100"/>
          </a:xfrm>
          <a:prstGeom prst="rect">
            <a:avLst/>
          </a:prstGeom>
          <a:noFill/>
          <a:ln>
            <a:noFill/>
          </a:ln>
        </p:spPr>
        <p:txBody>
          <a:bodyPr anchorCtr="0" anchor="t" bIns="45700" lIns="91425" spcFirstLastPara="1" rIns="91425" wrap="square" tIns="45700">
            <a:noAutofit/>
          </a:bodyPr>
          <a:lstStyle>
            <a:lvl1pPr indent="-350520" lvl="0" marL="457200" marR="0" rtl="0" algn="l">
              <a:spcBef>
                <a:spcPts val="640"/>
              </a:spcBef>
              <a:spcAft>
                <a:spcPts val="0"/>
              </a:spcAft>
              <a:buClr>
                <a:schemeClr val="dk1"/>
              </a:buClr>
              <a:buSzPts val="1920"/>
              <a:buFont typeface="Noto Sans Symbols"/>
              <a:buChar char="❑"/>
              <a:defRPr b="0" i="0" sz="3200" u="none" cap="none" strike="noStrike">
                <a:solidFill>
                  <a:schemeClr val="dk1"/>
                </a:solidFill>
                <a:latin typeface="Times New Roman"/>
                <a:ea typeface="Times New Roman"/>
                <a:cs typeface="Times New Roman"/>
                <a:sym typeface="Times New Roman"/>
              </a:defRPr>
            </a:lvl1pPr>
            <a:lvl2pPr indent="-335280" lvl="1" marL="914400" marR="0" rtl="0" algn="l">
              <a:spcBef>
                <a:spcPts val="560"/>
              </a:spcBef>
              <a:spcAft>
                <a:spcPts val="0"/>
              </a:spcAft>
              <a:buClr>
                <a:schemeClr val="dk1"/>
              </a:buClr>
              <a:buSzPts val="1680"/>
              <a:buFont typeface="Noto Sans Symbols"/>
              <a:buChar char="■"/>
              <a:defRPr b="0" i="0" sz="2800" u="none" cap="none" strike="noStrike">
                <a:solidFill>
                  <a:schemeClr val="dk1"/>
                </a:solidFill>
                <a:latin typeface="Times New Roman"/>
                <a:ea typeface="Times New Roman"/>
                <a:cs typeface="Times New Roman"/>
                <a:sym typeface="Times New Roman"/>
              </a:defRPr>
            </a:lvl2pPr>
            <a:lvl3pPr indent="-373380" lvl="2" marL="1371600" marR="0" rtl="0" algn="l">
              <a:spcBef>
                <a:spcPts val="480"/>
              </a:spcBef>
              <a:spcAft>
                <a:spcPts val="0"/>
              </a:spcAft>
              <a:buClr>
                <a:schemeClr val="hlink"/>
              </a:buClr>
              <a:buSzPts val="2280"/>
              <a:buFont typeface="Noto Sans Symbols"/>
              <a:buChar char="⬥"/>
              <a:defRPr b="0" i="0" sz="2400" u="none" cap="none" strike="noStrike">
                <a:solidFill>
                  <a:schemeClr val="dk1"/>
                </a:solidFill>
                <a:latin typeface="Times New Roman"/>
                <a:ea typeface="Times New Roman"/>
                <a:cs typeface="Times New Roman"/>
                <a:sym typeface="Times New Roman"/>
              </a:defRPr>
            </a:lvl3pPr>
            <a:lvl4pPr indent="-311150" lvl="3" marL="1828800" marR="0" rtl="0" algn="l">
              <a:spcBef>
                <a:spcPts val="400"/>
              </a:spcBef>
              <a:spcAft>
                <a:spcPts val="0"/>
              </a:spcAft>
              <a:buClr>
                <a:schemeClr val="dk1"/>
              </a:buClr>
              <a:buSzPts val="1300"/>
              <a:buFont typeface="Noto Sans Symbols"/>
              <a:buChar char="■"/>
              <a:defRPr b="0" i="0" sz="2000" u="none" cap="none" strike="noStrike">
                <a:solidFill>
                  <a:schemeClr val="dk1"/>
                </a:solidFill>
                <a:latin typeface="Times New Roman"/>
                <a:ea typeface="Times New Roman"/>
                <a:cs typeface="Times New Roman"/>
                <a:sym typeface="Times New Roman"/>
              </a:defRPr>
            </a:lvl4pPr>
            <a:lvl5pPr indent="-304800" lvl="4" marL="2286000"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5pPr>
            <a:lvl6pPr indent="-304800" lvl="5" marL="2743200"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6pPr>
            <a:lvl7pPr indent="-304800" lvl="6" marL="3200400"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7pPr>
            <a:lvl8pPr indent="-304800" lvl="7" marL="3657600"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8pPr>
            <a:lvl9pPr indent="-304800" lvl="8" marL="4114800" marR="0" rtl="0" algn="l">
              <a:spcBef>
                <a:spcPts val="400"/>
              </a:spcBef>
              <a:spcAft>
                <a:spcPts val="0"/>
              </a:spcAft>
              <a:buClr>
                <a:schemeClr val="hlink"/>
              </a:buClr>
              <a:buSzPts val="1200"/>
              <a:buFont typeface="Noto Sans Symbols"/>
              <a:buChar char="■"/>
              <a:defRPr b="0" i="0" sz="2000" u="none" cap="none" strike="noStrike">
                <a:solidFill>
                  <a:schemeClr val="dk1"/>
                </a:solidFill>
                <a:latin typeface="Times New Roman"/>
                <a:ea typeface="Times New Roman"/>
                <a:cs typeface="Times New Roman"/>
                <a:sym typeface="Times New Roman"/>
              </a:defRPr>
            </a:lvl9pPr>
          </a:lstStyle>
          <a:p/>
        </p:txBody>
      </p:sp>
      <p:sp>
        <p:nvSpPr>
          <p:cNvPr id="196" name="Google Shape;196;p16"/>
          <p:cNvSpPr txBox="1"/>
          <p:nvPr>
            <p:ph idx="10" type="dt"/>
          </p:nvPr>
        </p:nvSpPr>
        <p:spPr>
          <a:xfrm>
            <a:off x="76200" y="4686300"/>
            <a:ext cx="3505200" cy="342900"/>
          </a:xfrm>
          <a:prstGeom prst="rect">
            <a:avLst/>
          </a:prstGeom>
          <a:noFill/>
          <a:ln>
            <a:noFill/>
          </a:ln>
        </p:spPr>
        <p:txBody>
          <a:bodyPr anchorCtr="0" anchor="b" bIns="45700" lIns="91425" spcFirstLastPara="1" rIns="91425" wrap="square" tIns="45700">
            <a:noAutofit/>
          </a:bodyPr>
          <a:lstStyle>
            <a:lvl1pPr lvl="0" marR="0" rtl="0" algn="ctr">
              <a:lnSpc>
                <a:spcPct val="100000"/>
              </a:lnSpc>
              <a:spcBef>
                <a:spcPts val="0"/>
              </a:spcBef>
              <a:spcAft>
                <a:spcPts val="0"/>
              </a:spcAft>
              <a:buSzPts val="1400"/>
              <a:buNone/>
              <a:defRPr b="0" i="0" sz="1400" u="none">
                <a:solidFill>
                  <a:schemeClr val="dk1"/>
                </a:solidFill>
                <a:latin typeface="Tahoma"/>
                <a:ea typeface="Tahoma"/>
                <a:cs typeface="Tahoma"/>
                <a:sym typeface="Tahoma"/>
              </a:defRPr>
            </a:lvl1pPr>
            <a:lvl2pPr lvl="1"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2pPr>
            <a:lvl3pPr lvl="2"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3pPr>
            <a:lvl4pPr lvl="3"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4pPr>
            <a:lvl5pPr lvl="4"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5pPr>
            <a:lvl6pPr lvl="5"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6pPr>
            <a:lvl7pPr lvl="6"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7pPr>
            <a:lvl8pPr lvl="7"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8pPr>
            <a:lvl9pPr lvl="8"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9pPr>
          </a:lstStyle>
          <a:p/>
        </p:txBody>
      </p:sp>
      <p:sp>
        <p:nvSpPr>
          <p:cNvPr id="197" name="Google Shape;197;p16"/>
          <p:cNvSpPr txBox="1"/>
          <p:nvPr>
            <p:ph idx="11" type="ftr"/>
          </p:nvPr>
        </p:nvSpPr>
        <p:spPr>
          <a:xfrm>
            <a:off x="3581400" y="4686300"/>
            <a:ext cx="2895600" cy="342900"/>
          </a:xfrm>
          <a:prstGeom prst="rect">
            <a:avLst/>
          </a:prstGeom>
          <a:noFill/>
          <a:ln>
            <a:noFill/>
          </a:ln>
        </p:spPr>
        <p:txBody>
          <a:bodyPr anchorCtr="0" anchor="b" bIns="45700" lIns="91425" spcFirstLastPara="1" rIns="91425" wrap="square" tIns="45700">
            <a:noAutofit/>
          </a:bodyPr>
          <a:lstStyle>
            <a:lvl1pPr lvl="0" marR="0" rtl="0" algn="ctr">
              <a:lnSpc>
                <a:spcPct val="100000"/>
              </a:lnSpc>
              <a:spcBef>
                <a:spcPts val="0"/>
              </a:spcBef>
              <a:spcAft>
                <a:spcPts val="0"/>
              </a:spcAft>
              <a:buSzPts val="1400"/>
              <a:buNone/>
              <a:defRPr b="0" i="0" sz="1400" u="none">
                <a:solidFill>
                  <a:schemeClr val="dk1"/>
                </a:solidFill>
                <a:latin typeface="Tahoma"/>
                <a:ea typeface="Tahoma"/>
                <a:cs typeface="Tahoma"/>
                <a:sym typeface="Tahoma"/>
              </a:defRPr>
            </a:lvl1pPr>
            <a:lvl2pPr lvl="1"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2pPr>
            <a:lvl3pPr lvl="2"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3pPr>
            <a:lvl4pPr lvl="3"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4pPr>
            <a:lvl5pPr lvl="4"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5pPr>
            <a:lvl6pPr lvl="5"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6pPr>
            <a:lvl7pPr lvl="6"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7pPr>
            <a:lvl8pPr lvl="7"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8pPr>
            <a:lvl9pPr lvl="8" marR="0" rtl="0" algn="l">
              <a:lnSpc>
                <a:spcPct val="100000"/>
              </a:lnSpc>
              <a:spcBef>
                <a:spcPts val="0"/>
              </a:spcBef>
              <a:spcAft>
                <a:spcPts val="0"/>
              </a:spcAft>
              <a:buSzPts val="1400"/>
              <a:buNone/>
              <a:defRPr b="0" i="0" sz="2400" u="none" cap="none" strike="noStrike">
                <a:solidFill>
                  <a:schemeClr val="dk1"/>
                </a:solidFill>
                <a:latin typeface="Tahoma"/>
                <a:ea typeface="Tahoma"/>
                <a:cs typeface="Tahoma"/>
                <a:sym typeface="Tahoma"/>
              </a:defRPr>
            </a:lvl9pPr>
          </a:lstStyle>
          <a:p/>
        </p:txBody>
      </p:sp>
      <p:sp>
        <p:nvSpPr>
          <p:cNvPr id="198" name="Google Shape;198;p16"/>
          <p:cNvSpPr txBox="1"/>
          <p:nvPr>
            <p:ph idx="12" type="sldNum"/>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lvl1pPr indent="0" lvl="0"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1pPr>
            <a:lvl2pPr indent="0" lvl="1"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2pPr>
            <a:lvl3pPr indent="0" lvl="2"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3pPr>
            <a:lvl4pPr indent="0" lvl="3"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4pPr>
            <a:lvl5pPr indent="0" lvl="4"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5pPr>
            <a:lvl6pPr indent="0" lvl="5"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6pPr>
            <a:lvl7pPr indent="0" lvl="6"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7pPr>
            <a:lvl8pPr indent="0" lvl="7"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8pPr>
            <a:lvl9pPr indent="0" lvl="8" marL="0" marR="0" rtl="0" algn="r">
              <a:lnSpc>
                <a:spcPct val="100000"/>
              </a:lnSpc>
              <a:spcBef>
                <a:spcPts val="0"/>
              </a:spcBef>
              <a:spcAft>
                <a:spcPts val="0"/>
              </a:spcAft>
              <a:buClr>
                <a:schemeClr val="dk1"/>
              </a:buClr>
              <a:buSzPts val="1400"/>
              <a:buFont typeface="Tahoma"/>
              <a:buNone/>
              <a:defRPr b="0" i="0" sz="1400" u="none">
                <a:solidFill>
                  <a:schemeClr val="dk1"/>
                </a:solidFill>
                <a:latin typeface="Tahoma"/>
                <a:ea typeface="Tahoma"/>
                <a:cs typeface="Tahoma"/>
                <a:sym typeface="Tahoma"/>
              </a:defRPr>
            </a:lvl9pPr>
          </a:lstStyle>
          <a:p>
            <a:pPr indent="0" lvl="0" marL="0" rtl="0" algn="r">
              <a:spcBef>
                <a:spcPts val="0"/>
              </a:spcBef>
              <a:spcAft>
                <a:spcPts val="0"/>
              </a:spcAft>
              <a:buNone/>
            </a:pPr>
            <a:fld id="{00000000-1234-1234-1234-123412341234}" type="slidenum">
              <a:rPr lang="en-GB"/>
              <a:t>‹#›</a:t>
            </a:fld>
            <a:endParaRPr>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7.png"/><Relationship Id="rId4" Type="http://schemas.openxmlformats.org/officeDocument/2006/relationships/hyperlink" Target="https://www.geeksforgeeks.org/"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hyperlink" Target="https://www.geeksforgeeks.org/"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hyperlink" Target="https://www.geeksforgeeks.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hyperlink" Target="https://www.geeksforgeeks.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8.png"/><Relationship Id="rId4" Type="http://schemas.openxmlformats.org/officeDocument/2006/relationships/hyperlink" Target="https://www.geeksforgeeks.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22"/>
          <p:cNvSpPr txBox="1"/>
          <p:nvPr>
            <p:ph type="ctrTitle"/>
          </p:nvPr>
        </p:nvSpPr>
        <p:spPr>
          <a:xfrm>
            <a:off x="1193275" y="143105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b="0" i="0" lang="en-GB" sz="3600" u="none">
                <a:solidFill>
                  <a:schemeClr val="dk2"/>
                </a:solidFill>
                <a:latin typeface="Times New Roman"/>
                <a:ea typeface="Times New Roman"/>
                <a:cs typeface="Times New Roman"/>
                <a:sym typeface="Times New Roman"/>
              </a:rPr>
              <a:t>Chapter 2: </a:t>
            </a:r>
            <a:br>
              <a:rPr b="0" i="0" lang="en-GB" sz="3600" u="none">
                <a:solidFill>
                  <a:schemeClr val="dk2"/>
                </a:solidFill>
                <a:latin typeface="Times New Roman"/>
                <a:ea typeface="Times New Roman"/>
                <a:cs typeface="Times New Roman"/>
                <a:sym typeface="Times New Roman"/>
              </a:rPr>
            </a:br>
            <a:r>
              <a:rPr lang="en-GB" sz="3600"/>
              <a:t>Data Visualization</a:t>
            </a:r>
            <a:endParaRPr sz="3600"/>
          </a:p>
        </p:txBody>
      </p:sp>
      <p:pic>
        <p:nvPicPr>
          <p:cNvPr id="236" name="Google Shape;236;p22"/>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23"/>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b="0" i="0" lang="en-GB" sz="3600" u="none">
                <a:solidFill>
                  <a:schemeClr val="dk2"/>
                </a:solidFill>
                <a:latin typeface="Times New Roman"/>
                <a:ea typeface="Times New Roman"/>
                <a:cs typeface="Times New Roman"/>
                <a:sym typeface="Times New Roman"/>
              </a:rPr>
              <a:t>Objective</a:t>
            </a:r>
            <a:endParaRPr sz="3600"/>
          </a:p>
        </p:txBody>
      </p:sp>
      <p:sp>
        <p:nvSpPr>
          <p:cNvPr descr="Rectangle: Click to edit Master text styles &#10;Second level &#10;Third level &#10;Fourth level &#10;Fifth level" id="242" name="Google Shape;242;p23"/>
          <p:cNvSpPr txBox="1"/>
          <p:nvPr>
            <p:ph idx="1" type="body"/>
          </p:nvPr>
        </p:nvSpPr>
        <p:spPr>
          <a:xfrm>
            <a:off x="762000" y="1288256"/>
            <a:ext cx="7953300" cy="3086100"/>
          </a:xfrm>
          <a:prstGeom prst="rect">
            <a:avLst/>
          </a:prstGeom>
          <a:noFill/>
          <a:ln>
            <a:noFill/>
          </a:ln>
        </p:spPr>
        <p:txBody>
          <a:bodyPr anchorCtr="0" anchor="t" bIns="45700" lIns="91425" spcFirstLastPara="1" rIns="91425" wrap="square" tIns="45700">
            <a:noAutofit/>
          </a:bodyPr>
          <a:lstStyle/>
          <a:p>
            <a:pPr indent="-373380" lvl="0" marL="342900" marR="0" rtl="0" algn="just">
              <a:lnSpc>
                <a:spcPct val="100000"/>
              </a:lnSpc>
              <a:spcBef>
                <a:spcPts val="440"/>
              </a:spcBef>
              <a:spcAft>
                <a:spcPts val="0"/>
              </a:spcAft>
              <a:buClr>
                <a:srgbClr val="000000"/>
              </a:buClr>
              <a:buSzPts val="1800"/>
              <a:buChar char="●"/>
            </a:pPr>
            <a:r>
              <a:rPr lang="en-GB" sz="1800">
                <a:solidFill>
                  <a:srgbClr val="000000"/>
                </a:solidFill>
              </a:rPr>
              <a:t>Understand the concept and importance of data visualization in the context of data mining.</a:t>
            </a:r>
            <a:endParaRPr sz="1800">
              <a:solidFill>
                <a:srgbClr val="000000"/>
              </a:solidFill>
            </a:endParaRPr>
          </a:p>
          <a:p>
            <a:pPr indent="-373380" lvl="0" marL="342900" marR="0" rtl="0" algn="just">
              <a:lnSpc>
                <a:spcPct val="100000"/>
              </a:lnSpc>
              <a:spcBef>
                <a:spcPts val="440"/>
              </a:spcBef>
              <a:spcAft>
                <a:spcPts val="0"/>
              </a:spcAft>
              <a:buClr>
                <a:srgbClr val="000000"/>
              </a:buClr>
              <a:buSzPts val="1800"/>
              <a:buChar char="●"/>
            </a:pPr>
            <a:r>
              <a:rPr lang="en-GB" sz="1800">
                <a:solidFill>
                  <a:srgbClr val="000000"/>
                </a:solidFill>
              </a:rPr>
              <a:t>Explore the goals and benefits of using data visualization techniques.</a:t>
            </a:r>
            <a:endParaRPr sz="1800">
              <a:solidFill>
                <a:srgbClr val="000000"/>
              </a:solidFill>
            </a:endParaRPr>
          </a:p>
          <a:p>
            <a:pPr indent="-373380" lvl="0" marL="342900" marR="0" rtl="0" algn="just">
              <a:lnSpc>
                <a:spcPct val="100000"/>
              </a:lnSpc>
              <a:spcBef>
                <a:spcPts val="440"/>
              </a:spcBef>
              <a:spcAft>
                <a:spcPts val="0"/>
              </a:spcAft>
              <a:buClr>
                <a:srgbClr val="999999"/>
              </a:buClr>
              <a:buSzPts val="1800"/>
              <a:buChar char="●"/>
            </a:pPr>
            <a:r>
              <a:rPr lang="en-GB" sz="1800">
                <a:solidFill>
                  <a:srgbClr val="999999"/>
                </a:solidFill>
              </a:rPr>
              <a:t>Learn various techniques for numerical data, including line charts, bar charts, scatter plots, etc.</a:t>
            </a:r>
            <a:endParaRPr sz="1800">
              <a:solidFill>
                <a:srgbClr val="999999"/>
              </a:solidFill>
            </a:endParaRPr>
          </a:p>
          <a:p>
            <a:pPr indent="-373380" lvl="0" marL="342900" marR="0" rtl="0" algn="just">
              <a:lnSpc>
                <a:spcPct val="100000"/>
              </a:lnSpc>
              <a:spcBef>
                <a:spcPts val="440"/>
              </a:spcBef>
              <a:spcAft>
                <a:spcPts val="0"/>
              </a:spcAft>
              <a:buClr>
                <a:srgbClr val="999999"/>
              </a:buClr>
              <a:buSzPts val="1800"/>
              <a:buChar char="●"/>
            </a:pPr>
            <a:r>
              <a:rPr lang="en-GB" sz="1800">
                <a:solidFill>
                  <a:srgbClr val="999999"/>
                </a:solidFill>
              </a:rPr>
              <a:t>Understand the techniques specific to non-numerical data, such as pie charts, word clouds, network graphs, etc.</a:t>
            </a:r>
            <a:endParaRPr sz="1800">
              <a:solidFill>
                <a:srgbClr val="999999"/>
              </a:solidFill>
            </a:endParaRPr>
          </a:p>
          <a:p>
            <a:pPr indent="-373380" lvl="0" marL="342900" marR="0" rtl="0" algn="just">
              <a:lnSpc>
                <a:spcPct val="100000"/>
              </a:lnSpc>
              <a:spcBef>
                <a:spcPts val="440"/>
              </a:spcBef>
              <a:spcAft>
                <a:spcPts val="0"/>
              </a:spcAft>
              <a:buClr>
                <a:srgbClr val="999999"/>
              </a:buClr>
              <a:buSzPts val="1800"/>
              <a:buChar char="●"/>
            </a:pPr>
            <a:r>
              <a:rPr lang="en-GB" sz="1800">
                <a:solidFill>
                  <a:srgbClr val="999999"/>
                </a:solidFill>
              </a:rPr>
              <a:t>Gain insights into the visualization of dashboards, including the components, design principles, and interactive features.</a:t>
            </a:r>
            <a:endParaRPr b="0" i="0" sz="1800" u="none">
              <a:solidFill>
                <a:srgbClr val="999999"/>
              </a:solidFill>
              <a:latin typeface="Times New Roman"/>
              <a:ea typeface="Times New Roman"/>
              <a:cs typeface="Times New Roman"/>
              <a:sym typeface="Times New Roman"/>
            </a:endParaRPr>
          </a:p>
        </p:txBody>
      </p:sp>
      <p:pic>
        <p:nvPicPr>
          <p:cNvPr id="243" name="Google Shape;243;p23"/>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244" name="Google Shape;244;p23"/>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24"/>
          <p:cNvSpPr txBox="1"/>
          <p:nvPr>
            <p:ph type="title"/>
          </p:nvPr>
        </p:nvSpPr>
        <p:spPr>
          <a:xfrm>
            <a:off x="609600" y="228600"/>
            <a:ext cx="7772400" cy="857400"/>
          </a:xfrm>
          <a:prstGeom prst="rect">
            <a:avLst/>
          </a:prstGeom>
        </p:spPr>
        <p:txBody>
          <a:bodyPr anchorCtr="0" anchor="b" bIns="45700" lIns="91425" spcFirstLastPara="1" rIns="91425" wrap="square" tIns="45700">
            <a:noAutofit/>
          </a:bodyPr>
          <a:lstStyle/>
          <a:p>
            <a:pPr indent="0" lvl="0" marL="0" rtl="0" algn="l">
              <a:spcBef>
                <a:spcPts val="0"/>
              </a:spcBef>
              <a:spcAft>
                <a:spcPts val="0"/>
              </a:spcAft>
              <a:buNone/>
            </a:pPr>
            <a:r>
              <a:rPr lang="en-GB" sz="3600"/>
              <a:t>Introduction to Data Visualization</a:t>
            </a:r>
            <a:endParaRPr/>
          </a:p>
        </p:txBody>
      </p:sp>
      <p:pic>
        <p:nvPicPr>
          <p:cNvPr id="250" name="Google Shape;250;p24"/>
          <p:cNvPicPr preferRelativeResize="0"/>
          <p:nvPr/>
        </p:nvPicPr>
        <p:blipFill>
          <a:blip r:embed="rId3">
            <a:alphaModFix/>
          </a:blip>
          <a:stretch>
            <a:fillRect/>
          </a:stretch>
        </p:blipFill>
        <p:spPr>
          <a:xfrm>
            <a:off x="609600" y="1190350"/>
            <a:ext cx="7772400" cy="3474264"/>
          </a:xfrm>
          <a:prstGeom prst="rect">
            <a:avLst/>
          </a:prstGeom>
          <a:noFill/>
          <a:ln>
            <a:noFill/>
          </a:ln>
        </p:spPr>
      </p:pic>
      <p:sp>
        <p:nvSpPr>
          <p:cNvPr id="251" name="Google Shape;251;p24"/>
          <p:cNvSpPr txBox="1"/>
          <p:nvPr/>
        </p:nvSpPr>
        <p:spPr>
          <a:xfrm>
            <a:off x="674125" y="4615275"/>
            <a:ext cx="8502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latin typeface="Times New Roman"/>
                <a:ea typeface="Times New Roman"/>
                <a:cs typeface="Times New Roman"/>
                <a:sym typeface="Times New Roman"/>
              </a:rPr>
              <a:t>[Credit: </a:t>
            </a:r>
            <a:r>
              <a:rPr lang="en-GB" u="sng">
                <a:solidFill>
                  <a:schemeClr val="hlink"/>
                </a:solidFill>
                <a:latin typeface="Times New Roman"/>
                <a:ea typeface="Times New Roman"/>
                <a:cs typeface="Times New Roman"/>
                <a:sym typeface="Times New Roman"/>
                <a:hlinkClick r:id="rId4"/>
              </a:rPr>
              <a:t>https://www.geeksforgeeks.org/</a:t>
            </a:r>
            <a:r>
              <a:rPr lang="en-GB">
                <a:latin typeface="Times New Roman"/>
                <a:ea typeface="Times New Roman"/>
                <a:cs typeface="Times New Roman"/>
                <a:sym typeface="Times New Roman"/>
              </a:rPr>
              <a:t> ]</a:t>
            </a:r>
            <a:endParaRPr>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25"/>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lang="en-GB" sz="3600"/>
              <a:t>Introduction to Data Visualization</a:t>
            </a:r>
            <a:endParaRPr sz="3600"/>
          </a:p>
        </p:txBody>
      </p:sp>
      <p:sp>
        <p:nvSpPr>
          <p:cNvPr descr="Rectangle: Click to edit Master text styles &#10;Second level &#10;Third level &#10;Fourth level &#10;Fifth level" id="257" name="Google Shape;257;p25"/>
          <p:cNvSpPr txBox="1"/>
          <p:nvPr>
            <p:ph idx="1" type="body"/>
          </p:nvPr>
        </p:nvSpPr>
        <p:spPr>
          <a:xfrm>
            <a:off x="762000" y="1646581"/>
            <a:ext cx="7953300" cy="3086100"/>
          </a:xfrm>
          <a:prstGeom prst="rect">
            <a:avLst/>
          </a:prstGeom>
          <a:noFill/>
          <a:ln>
            <a:noFill/>
          </a:ln>
        </p:spPr>
        <p:txBody>
          <a:bodyPr anchorCtr="0" anchor="t" bIns="45700" lIns="91425" spcFirstLastPara="1" rIns="91425" wrap="square" tIns="45700">
            <a:noAutofit/>
          </a:bodyPr>
          <a:lstStyle/>
          <a:p>
            <a:pPr indent="-373380" lvl="0" marL="342900" marR="0" rtl="0" algn="just">
              <a:lnSpc>
                <a:spcPct val="100000"/>
              </a:lnSpc>
              <a:spcBef>
                <a:spcPts val="440"/>
              </a:spcBef>
              <a:spcAft>
                <a:spcPts val="0"/>
              </a:spcAft>
              <a:buSzPts val="1800"/>
              <a:buChar char="●"/>
            </a:pPr>
            <a:r>
              <a:rPr lang="en-GB" sz="1800">
                <a:solidFill>
                  <a:srgbClr val="1F1F1F"/>
                </a:solidFill>
              </a:rPr>
              <a:t>Data visualization is the graphical representation of data and information using visual elements such as charts, graphs, and maps. </a:t>
            </a:r>
            <a:endParaRPr sz="1800">
              <a:solidFill>
                <a:srgbClr val="1F1F1F"/>
              </a:solidFill>
            </a:endParaRPr>
          </a:p>
          <a:p>
            <a:pPr indent="-373380" lvl="0" marL="342900" marR="0" rtl="0" algn="just">
              <a:lnSpc>
                <a:spcPct val="100000"/>
              </a:lnSpc>
              <a:spcBef>
                <a:spcPts val="440"/>
              </a:spcBef>
              <a:spcAft>
                <a:spcPts val="0"/>
              </a:spcAft>
              <a:buSzPts val="1800"/>
              <a:buChar char="●"/>
            </a:pPr>
            <a:r>
              <a:rPr lang="en-GB" sz="1800">
                <a:solidFill>
                  <a:srgbClr val="1F1F1F"/>
                </a:solidFill>
              </a:rPr>
              <a:t>A powerful tool that allows to explore, analyze, and communicate insights from complex datasets in a visual and intuitive manner. </a:t>
            </a:r>
            <a:endParaRPr sz="1800">
              <a:solidFill>
                <a:srgbClr val="1F1F1F"/>
              </a:solidFill>
            </a:endParaRPr>
          </a:p>
          <a:p>
            <a:pPr indent="-373380" lvl="0" marL="342900" marR="0" rtl="0" algn="just">
              <a:lnSpc>
                <a:spcPct val="100000"/>
              </a:lnSpc>
              <a:spcBef>
                <a:spcPts val="440"/>
              </a:spcBef>
              <a:spcAft>
                <a:spcPts val="0"/>
              </a:spcAft>
              <a:buSzPts val="1800"/>
              <a:buChar char="●"/>
            </a:pPr>
            <a:r>
              <a:rPr lang="en-GB" sz="1800">
                <a:solidFill>
                  <a:srgbClr val="1F1F1F"/>
                </a:solidFill>
              </a:rPr>
              <a:t>In the field of data mining, data visualization plays a crucial role in uncovering patterns, trends, and relationships that might otherwise be difficult to identify.</a:t>
            </a:r>
            <a:endParaRPr sz="1800">
              <a:solidFill>
                <a:srgbClr val="1F1F1F"/>
              </a:solidFill>
            </a:endParaRPr>
          </a:p>
        </p:txBody>
      </p:sp>
      <p:pic>
        <p:nvPicPr>
          <p:cNvPr id="258" name="Google Shape;258;p25"/>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259" name="Google Shape;259;p25"/>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
        <p:nvSpPr>
          <p:cNvPr id="260" name="Google Shape;260;p25"/>
          <p:cNvSpPr txBox="1"/>
          <p:nvPr/>
        </p:nvSpPr>
        <p:spPr>
          <a:xfrm>
            <a:off x="762000" y="1184875"/>
            <a:ext cx="4197600" cy="4617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rPr b="1" i="1" lang="en-GB" sz="1800">
                <a:solidFill>
                  <a:srgbClr val="0B5394"/>
                </a:solidFill>
                <a:latin typeface="Times New Roman"/>
                <a:ea typeface="Times New Roman"/>
                <a:cs typeface="Times New Roman"/>
                <a:sym typeface="Times New Roman"/>
              </a:rPr>
              <a:t>Definition of data visualization</a:t>
            </a:r>
            <a:endParaRPr b="1" i="1">
              <a:solidFill>
                <a:srgbClr val="0B5394"/>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26"/>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lang="en-GB" sz="3600"/>
              <a:t>Introduction to Data Visualization</a:t>
            </a:r>
            <a:endParaRPr sz="3600"/>
          </a:p>
        </p:txBody>
      </p:sp>
      <p:pic>
        <p:nvPicPr>
          <p:cNvPr id="266" name="Google Shape;266;p26"/>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267" name="Google Shape;267;p26"/>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
        <p:nvSpPr>
          <p:cNvPr id="268" name="Google Shape;268;p26"/>
          <p:cNvSpPr txBox="1"/>
          <p:nvPr/>
        </p:nvSpPr>
        <p:spPr>
          <a:xfrm>
            <a:off x="762000" y="1184875"/>
            <a:ext cx="4197600" cy="4617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rPr b="1" i="1" lang="en-GB" sz="1800">
                <a:solidFill>
                  <a:srgbClr val="0B5394"/>
                </a:solidFill>
                <a:latin typeface="Times New Roman"/>
                <a:ea typeface="Times New Roman"/>
                <a:cs typeface="Times New Roman"/>
                <a:sym typeface="Times New Roman"/>
              </a:rPr>
              <a:t>Data visualization </a:t>
            </a:r>
            <a:r>
              <a:rPr b="1" i="1" lang="en-GB" sz="1800">
                <a:solidFill>
                  <a:srgbClr val="0B5394"/>
                </a:solidFill>
                <a:latin typeface="Times New Roman"/>
                <a:ea typeface="Times New Roman"/>
                <a:cs typeface="Times New Roman"/>
                <a:sym typeface="Times New Roman"/>
              </a:rPr>
              <a:t>example</a:t>
            </a:r>
            <a:endParaRPr b="1" i="1">
              <a:solidFill>
                <a:srgbClr val="0B5394"/>
              </a:solidFill>
              <a:latin typeface="Times New Roman"/>
              <a:ea typeface="Times New Roman"/>
              <a:cs typeface="Times New Roman"/>
              <a:sym typeface="Times New Roman"/>
            </a:endParaRPr>
          </a:p>
        </p:txBody>
      </p:sp>
      <p:pic>
        <p:nvPicPr>
          <p:cNvPr id="269" name="Google Shape;269;p26"/>
          <p:cNvPicPr preferRelativeResize="0"/>
          <p:nvPr/>
        </p:nvPicPr>
        <p:blipFill>
          <a:blip r:embed="rId4">
            <a:alphaModFix/>
          </a:blip>
          <a:stretch>
            <a:fillRect/>
          </a:stretch>
        </p:blipFill>
        <p:spPr>
          <a:xfrm>
            <a:off x="609599" y="1646575"/>
            <a:ext cx="7419448" cy="3039725"/>
          </a:xfrm>
          <a:prstGeom prst="rect">
            <a:avLst/>
          </a:prstGeom>
          <a:noFill/>
          <a:ln>
            <a:noFill/>
          </a:ln>
        </p:spPr>
      </p:pic>
      <p:sp>
        <p:nvSpPr>
          <p:cNvPr id="270" name="Google Shape;270;p26"/>
          <p:cNvSpPr txBox="1"/>
          <p:nvPr/>
        </p:nvSpPr>
        <p:spPr>
          <a:xfrm>
            <a:off x="674125" y="4615275"/>
            <a:ext cx="8502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latin typeface="Times New Roman"/>
                <a:ea typeface="Times New Roman"/>
                <a:cs typeface="Times New Roman"/>
                <a:sym typeface="Times New Roman"/>
              </a:rPr>
              <a:t>[Credit: John C.Hart _ CS Department _ University of Illinois]</a:t>
            </a:r>
            <a:endParaRPr>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27"/>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lang="en-GB" sz="3600"/>
              <a:t>Introduction to Data Visualization</a:t>
            </a:r>
            <a:endParaRPr sz="3600"/>
          </a:p>
        </p:txBody>
      </p:sp>
      <p:sp>
        <p:nvSpPr>
          <p:cNvPr descr="Rectangle: Click to edit Master text styles &#10;Second level &#10;Third level &#10;Fourth level &#10;Fifth level" id="276" name="Google Shape;276;p27"/>
          <p:cNvSpPr txBox="1"/>
          <p:nvPr>
            <p:ph idx="1" type="body"/>
          </p:nvPr>
        </p:nvSpPr>
        <p:spPr>
          <a:xfrm>
            <a:off x="762000" y="1646581"/>
            <a:ext cx="7953300" cy="3086100"/>
          </a:xfrm>
          <a:prstGeom prst="rect">
            <a:avLst/>
          </a:prstGeom>
          <a:noFill/>
          <a:ln>
            <a:noFill/>
          </a:ln>
        </p:spPr>
        <p:txBody>
          <a:bodyPr anchorCtr="0" anchor="t" bIns="45700" lIns="91425" spcFirstLastPara="1" rIns="91425" wrap="square" tIns="45700">
            <a:noAutofit/>
          </a:bodyPr>
          <a:lstStyle/>
          <a:p>
            <a:pPr indent="-373380" lvl="0" marL="342900" marR="0" rtl="0" algn="just">
              <a:lnSpc>
                <a:spcPct val="100000"/>
              </a:lnSpc>
              <a:spcBef>
                <a:spcPts val="440"/>
              </a:spcBef>
              <a:spcAft>
                <a:spcPts val="0"/>
              </a:spcAft>
              <a:buSzPts val="1800"/>
              <a:buChar char="●"/>
            </a:pPr>
            <a:r>
              <a:rPr lang="en-GB" sz="1800">
                <a:solidFill>
                  <a:srgbClr val="1F1F1F"/>
                </a:solidFill>
              </a:rPr>
              <a:t>Data visualization helps in understanding the underlying patterns and structures within data. It allows to identify correlations, clusters, outliers, and other valuable insights that can drive informed decision-making.</a:t>
            </a:r>
            <a:endParaRPr sz="1800">
              <a:solidFill>
                <a:srgbClr val="1F1F1F"/>
              </a:solidFill>
            </a:endParaRPr>
          </a:p>
          <a:p>
            <a:pPr indent="-373380" lvl="0" marL="342900" marR="0" rtl="0" algn="just">
              <a:lnSpc>
                <a:spcPct val="100000"/>
              </a:lnSpc>
              <a:spcBef>
                <a:spcPts val="440"/>
              </a:spcBef>
              <a:spcAft>
                <a:spcPts val="0"/>
              </a:spcAft>
              <a:buSzPts val="1800"/>
              <a:buChar char="●"/>
            </a:pPr>
            <a:r>
              <a:rPr lang="en-GB" sz="1800">
                <a:solidFill>
                  <a:srgbClr val="1F1F1F"/>
                </a:solidFill>
              </a:rPr>
              <a:t>It facilitates effective communication of findings to a wide range of stakeholders, including technical and non-technical audiences. Visual representations can convey complex information more easily than raw data or textual descriptions.</a:t>
            </a:r>
            <a:endParaRPr sz="1800">
              <a:solidFill>
                <a:srgbClr val="1F1F1F"/>
              </a:solidFill>
            </a:endParaRPr>
          </a:p>
        </p:txBody>
      </p:sp>
      <p:pic>
        <p:nvPicPr>
          <p:cNvPr id="277" name="Google Shape;277;p27"/>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278" name="Google Shape;278;p27"/>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
        <p:nvSpPr>
          <p:cNvPr id="279" name="Google Shape;279;p27"/>
          <p:cNvSpPr txBox="1"/>
          <p:nvPr/>
        </p:nvSpPr>
        <p:spPr>
          <a:xfrm>
            <a:off x="762000" y="1184875"/>
            <a:ext cx="7953300" cy="7953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rPr b="1" i="1" lang="en-GB" sz="1800">
                <a:solidFill>
                  <a:srgbClr val="0B5394"/>
                </a:solidFill>
                <a:latin typeface="Times New Roman"/>
                <a:ea typeface="Times New Roman"/>
                <a:cs typeface="Times New Roman"/>
                <a:sym typeface="Times New Roman"/>
              </a:rPr>
              <a:t>Importance of data visualization in data mining - 1</a:t>
            </a:r>
            <a:endParaRPr sz="1200">
              <a:solidFill>
                <a:srgbClr val="374151"/>
              </a:solidFill>
              <a:highlight>
                <a:srgbClr val="F7F7F8"/>
              </a:highlight>
              <a:latin typeface="Roboto"/>
              <a:ea typeface="Roboto"/>
              <a:cs typeface="Roboto"/>
              <a:sym typeface="Roboto"/>
            </a:endParaRPr>
          </a:p>
          <a:p>
            <a:pPr indent="0" lvl="0" marL="0" marR="0" rtl="0" algn="just">
              <a:lnSpc>
                <a:spcPct val="100000"/>
              </a:lnSpc>
              <a:spcBef>
                <a:spcPts val="440"/>
              </a:spcBef>
              <a:spcAft>
                <a:spcPts val="0"/>
              </a:spcAft>
              <a:buNone/>
            </a:pPr>
            <a:r>
              <a:t/>
            </a:r>
            <a:endParaRPr b="1" i="1" sz="1800">
              <a:solidFill>
                <a:srgbClr val="0B5394"/>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3" name="Shape 283"/>
        <p:cNvGrpSpPr/>
        <p:nvPr/>
      </p:nvGrpSpPr>
      <p:grpSpPr>
        <a:xfrm>
          <a:off x="0" y="0"/>
          <a:ext cx="0" cy="0"/>
          <a:chOff x="0" y="0"/>
          <a:chExt cx="0" cy="0"/>
        </a:xfrm>
      </p:grpSpPr>
      <p:sp>
        <p:nvSpPr>
          <p:cNvPr id="284" name="Google Shape;284;p28"/>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lang="en-GB" sz="3600"/>
              <a:t>Introduction to Data Visualization</a:t>
            </a:r>
            <a:endParaRPr sz="3600"/>
          </a:p>
        </p:txBody>
      </p:sp>
      <p:sp>
        <p:nvSpPr>
          <p:cNvPr descr="Rectangle: Click to edit Master text styles &#10;Second level &#10;Third level &#10;Fourth level &#10;Fifth level" id="285" name="Google Shape;285;p28"/>
          <p:cNvSpPr txBox="1"/>
          <p:nvPr>
            <p:ph idx="1" type="body"/>
          </p:nvPr>
        </p:nvSpPr>
        <p:spPr>
          <a:xfrm>
            <a:off x="762000" y="1646581"/>
            <a:ext cx="7953300" cy="3086100"/>
          </a:xfrm>
          <a:prstGeom prst="rect">
            <a:avLst/>
          </a:prstGeom>
          <a:noFill/>
          <a:ln>
            <a:noFill/>
          </a:ln>
        </p:spPr>
        <p:txBody>
          <a:bodyPr anchorCtr="0" anchor="t" bIns="45700" lIns="91425" spcFirstLastPara="1" rIns="91425" wrap="square" tIns="45700">
            <a:noAutofit/>
          </a:bodyPr>
          <a:lstStyle/>
          <a:p>
            <a:pPr indent="-373380" lvl="0" marL="342900" marR="0" rtl="0" algn="just">
              <a:lnSpc>
                <a:spcPct val="100000"/>
              </a:lnSpc>
              <a:spcBef>
                <a:spcPts val="440"/>
              </a:spcBef>
              <a:spcAft>
                <a:spcPts val="0"/>
              </a:spcAft>
              <a:buSzPts val="1800"/>
              <a:buChar char="●"/>
            </a:pPr>
            <a:r>
              <a:rPr lang="en-GB" sz="1800">
                <a:solidFill>
                  <a:srgbClr val="1F1F1F"/>
                </a:solidFill>
              </a:rPr>
              <a:t>By representing data visually, we can quickly detect anomalies, spot trends, and make data-driven predictions. This enables us to gain actionable insights and extract value from large and complex datasets.</a:t>
            </a:r>
            <a:endParaRPr sz="1800">
              <a:solidFill>
                <a:srgbClr val="1F1F1F"/>
              </a:solidFill>
            </a:endParaRPr>
          </a:p>
          <a:p>
            <a:pPr indent="-373380" lvl="0" marL="342900" marR="0" rtl="0" algn="just">
              <a:lnSpc>
                <a:spcPct val="100000"/>
              </a:lnSpc>
              <a:spcBef>
                <a:spcPts val="440"/>
              </a:spcBef>
              <a:spcAft>
                <a:spcPts val="0"/>
              </a:spcAft>
              <a:buSzPts val="1800"/>
              <a:buChar char="●"/>
            </a:pPr>
            <a:r>
              <a:rPr lang="en-GB" sz="1800">
                <a:solidFill>
                  <a:srgbClr val="1F1F1F"/>
                </a:solidFill>
              </a:rPr>
              <a:t>Data visualization enhances the exploratory data analysis process, enabling data miners to interactively manipulate visualizations, filter data, and discover hidden patterns or outliers in real-time.</a:t>
            </a:r>
            <a:endParaRPr sz="1800">
              <a:solidFill>
                <a:srgbClr val="1F1F1F"/>
              </a:solidFill>
            </a:endParaRPr>
          </a:p>
        </p:txBody>
      </p:sp>
      <p:pic>
        <p:nvPicPr>
          <p:cNvPr id="286" name="Google Shape;286;p28"/>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287" name="Google Shape;287;p28"/>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
        <p:nvSpPr>
          <p:cNvPr id="288" name="Google Shape;288;p28"/>
          <p:cNvSpPr txBox="1"/>
          <p:nvPr/>
        </p:nvSpPr>
        <p:spPr>
          <a:xfrm>
            <a:off x="762000" y="1184875"/>
            <a:ext cx="7953300" cy="7953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rPr b="1" i="1" lang="en-GB" sz="1800">
                <a:solidFill>
                  <a:srgbClr val="0B5394"/>
                </a:solidFill>
                <a:latin typeface="Times New Roman"/>
                <a:ea typeface="Times New Roman"/>
                <a:cs typeface="Times New Roman"/>
                <a:sym typeface="Times New Roman"/>
              </a:rPr>
              <a:t>Importance of data visualization in data mining - 2</a:t>
            </a:r>
            <a:endParaRPr sz="1200">
              <a:solidFill>
                <a:srgbClr val="374151"/>
              </a:solidFill>
              <a:highlight>
                <a:srgbClr val="F7F7F8"/>
              </a:highlight>
              <a:latin typeface="Roboto"/>
              <a:ea typeface="Roboto"/>
              <a:cs typeface="Roboto"/>
              <a:sym typeface="Roboto"/>
            </a:endParaRPr>
          </a:p>
          <a:p>
            <a:pPr indent="0" lvl="0" marL="0" marR="0" rtl="0" algn="just">
              <a:lnSpc>
                <a:spcPct val="100000"/>
              </a:lnSpc>
              <a:spcBef>
                <a:spcPts val="440"/>
              </a:spcBef>
              <a:spcAft>
                <a:spcPts val="0"/>
              </a:spcAft>
              <a:buNone/>
            </a:pPr>
            <a:r>
              <a:t/>
            </a:r>
            <a:endParaRPr b="1" i="1" sz="1800">
              <a:solidFill>
                <a:srgbClr val="0B5394"/>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29"/>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lang="en-GB" sz="3600"/>
              <a:t>Introduction to Data Visualization</a:t>
            </a:r>
            <a:endParaRPr sz="3600"/>
          </a:p>
        </p:txBody>
      </p:sp>
      <p:sp>
        <p:nvSpPr>
          <p:cNvPr descr="Rectangle: Click to edit Master text styles &#10;Second level &#10;Third level &#10;Fourth level &#10;Fifth level" id="294" name="Google Shape;294;p29"/>
          <p:cNvSpPr txBox="1"/>
          <p:nvPr>
            <p:ph idx="1" type="body"/>
          </p:nvPr>
        </p:nvSpPr>
        <p:spPr>
          <a:xfrm>
            <a:off x="762000" y="1646581"/>
            <a:ext cx="7953300" cy="3086100"/>
          </a:xfrm>
          <a:prstGeom prst="rect">
            <a:avLst/>
          </a:prstGeom>
          <a:noFill/>
          <a:ln>
            <a:noFill/>
          </a:ln>
        </p:spPr>
        <p:txBody>
          <a:bodyPr anchorCtr="0" anchor="t" bIns="45700" lIns="91425" spcFirstLastPara="1" rIns="91425" wrap="square" tIns="45700">
            <a:noAutofit/>
          </a:bodyPr>
          <a:lstStyle/>
          <a:p>
            <a:pPr indent="-388620" lvl="0" marL="342900" rtl="0" algn="just">
              <a:spcBef>
                <a:spcPts val="440"/>
              </a:spcBef>
              <a:spcAft>
                <a:spcPts val="0"/>
              </a:spcAft>
              <a:buSzPts val="1800"/>
              <a:buChar char="▪"/>
            </a:pPr>
            <a:r>
              <a:rPr lang="en-GB" sz="1800">
                <a:solidFill>
                  <a:srgbClr val="1F1F1F"/>
                </a:solidFill>
              </a:rPr>
              <a:t>Simplify Complexity: </a:t>
            </a:r>
            <a:endParaRPr sz="1800">
              <a:solidFill>
                <a:srgbClr val="1F1F1F"/>
              </a:solidFill>
            </a:endParaRPr>
          </a:p>
          <a:p>
            <a:pPr indent="0" lvl="0" marL="342900" rtl="0" algn="just">
              <a:spcBef>
                <a:spcPts val="440"/>
              </a:spcBef>
              <a:spcAft>
                <a:spcPts val="0"/>
              </a:spcAft>
              <a:buNone/>
            </a:pPr>
            <a:r>
              <a:rPr lang="en-GB" sz="1800">
                <a:solidFill>
                  <a:srgbClr val="1F1F1F"/>
                </a:solidFill>
              </a:rPr>
              <a:t>Visualizations simplify complex datasets by presenting information in a concise and organized manner. They condense vast amounts of data into visual summaries that are easier to understand and interpret.</a:t>
            </a:r>
            <a:endParaRPr sz="1800">
              <a:solidFill>
                <a:srgbClr val="1F1F1F"/>
              </a:solidFill>
            </a:endParaRPr>
          </a:p>
        </p:txBody>
      </p:sp>
      <p:pic>
        <p:nvPicPr>
          <p:cNvPr id="295" name="Google Shape;295;p29"/>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296" name="Google Shape;296;p29"/>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
        <p:nvSpPr>
          <p:cNvPr id="297" name="Google Shape;297;p29"/>
          <p:cNvSpPr txBox="1"/>
          <p:nvPr/>
        </p:nvSpPr>
        <p:spPr>
          <a:xfrm>
            <a:off x="762000" y="1184875"/>
            <a:ext cx="7953300" cy="7953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rPr b="1" i="1" lang="en-GB" sz="1800">
                <a:solidFill>
                  <a:srgbClr val="0B5394"/>
                </a:solidFill>
                <a:latin typeface="Times New Roman"/>
                <a:ea typeface="Times New Roman"/>
                <a:cs typeface="Times New Roman"/>
                <a:sym typeface="Times New Roman"/>
              </a:rPr>
              <a:t>Goals and Benefits of Data Visualization - 1</a:t>
            </a:r>
            <a:endParaRPr b="1" i="1" sz="1800">
              <a:solidFill>
                <a:srgbClr val="0B5394"/>
              </a:solidFill>
              <a:latin typeface="Times New Roman"/>
              <a:ea typeface="Times New Roman"/>
              <a:cs typeface="Times New Roman"/>
              <a:sym typeface="Times New Roman"/>
            </a:endParaRPr>
          </a:p>
          <a:p>
            <a:pPr indent="0" lvl="0" marL="0" marR="0" rtl="0" algn="just">
              <a:lnSpc>
                <a:spcPct val="100000"/>
              </a:lnSpc>
              <a:spcBef>
                <a:spcPts val="440"/>
              </a:spcBef>
              <a:spcAft>
                <a:spcPts val="0"/>
              </a:spcAft>
              <a:buNone/>
            </a:pPr>
            <a:r>
              <a:t/>
            </a:r>
            <a:endParaRPr b="1" i="1" sz="1800">
              <a:solidFill>
                <a:srgbClr val="0B5394"/>
              </a:solidFill>
              <a:latin typeface="Times New Roman"/>
              <a:ea typeface="Times New Roman"/>
              <a:cs typeface="Times New Roman"/>
              <a:sym typeface="Times New Roman"/>
            </a:endParaRPr>
          </a:p>
        </p:txBody>
      </p:sp>
      <p:pic>
        <p:nvPicPr>
          <p:cNvPr id="298" name="Google Shape;298;p29"/>
          <p:cNvPicPr preferRelativeResize="0"/>
          <p:nvPr/>
        </p:nvPicPr>
        <p:blipFill>
          <a:blip r:embed="rId4">
            <a:alphaModFix/>
          </a:blip>
          <a:stretch>
            <a:fillRect/>
          </a:stretch>
        </p:blipFill>
        <p:spPr>
          <a:xfrm>
            <a:off x="2356902" y="2966325"/>
            <a:ext cx="4763500" cy="1878450"/>
          </a:xfrm>
          <a:prstGeom prst="rect">
            <a:avLst/>
          </a:prstGeom>
          <a:noFill/>
          <a:ln>
            <a:noFill/>
          </a:ln>
        </p:spPr>
      </p:pic>
      <p:sp>
        <p:nvSpPr>
          <p:cNvPr id="299" name="Google Shape;299;p29"/>
          <p:cNvSpPr txBox="1"/>
          <p:nvPr/>
        </p:nvSpPr>
        <p:spPr>
          <a:xfrm>
            <a:off x="674125" y="4615275"/>
            <a:ext cx="8502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latin typeface="Times New Roman"/>
                <a:ea typeface="Times New Roman"/>
                <a:cs typeface="Times New Roman"/>
                <a:sym typeface="Times New Roman"/>
              </a:rPr>
              <a:t>[Credit: </a:t>
            </a:r>
            <a:r>
              <a:rPr lang="en-GB" u="sng">
                <a:solidFill>
                  <a:schemeClr val="hlink"/>
                </a:solidFill>
                <a:latin typeface="Times New Roman"/>
                <a:ea typeface="Times New Roman"/>
                <a:cs typeface="Times New Roman"/>
                <a:sym typeface="Times New Roman"/>
                <a:hlinkClick r:id="rId5"/>
              </a:rPr>
              <a:t>https://www.geeksforgeeks.org/</a:t>
            </a:r>
            <a:r>
              <a:rPr lang="en-GB">
                <a:latin typeface="Times New Roman"/>
                <a:ea typeface="Times New Roman"/>
                <a:cs typeface="Times New Roman"/>
                <a:sym typeface="Times New Roman"/>
              </a:rPr>
              <a:t> ]</a:t>
            </a:r>
            <a:endParaRPr>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30"/>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lang="en-GB" sz="3600"/>
              <a:t>Introduction to Data Visualization</a:t>
            </a:r>
            <a:endParaRPr sz="3600"/>
          </a:p>
        </p:txBody>
      </p:sp>
      <p:sp>
        <p:nvSpPr>
          <p:cNvPr descr="Rectangle: Click to edit Master text styles &#10;Second level &#10;Third level &#10;Fourth level &#10;Fifth level" id="305" name="Google Shape;305;p30"/>
          <p:cNvSpPr txBox="1"/>
          <p:nvPr>
            <p:ph idx="1" type="body"/>
          </p:nvPr>
        </p:nvSpPr>
        <p:spPr>
          <a:xfrm>
            <a:off x="762000" y="1646581"/>
            <a:ext cx="7953300" cy="3086100"/>
          </a:xfrm>
          <a:prstGeom prst="rect">
            <a:avLst/>
          </a:prstGeom>
          <a:noFill/>
          <a:ln>
            <a:noFill/>
          </a:ln>
        </p:spPr>
        <p:txBody>
          <a:bodyPr anchorCtr="0" anchor="t" bIns="45700" lIns="91425" spcFirstLastPara="1" rIns="91425" wrap="square" tIns="45700">
            <a:noAutofit/>
          </a:bodyPr>
          <a:lstStyle/>
          <a:p>
            <a:pPr indent="-388620" lvl="0" marL="342900" rtl="0" algn="just">
              <a:spcBef>
                <a:spcPts val="440"/>
              </a:spcBef>
              <a:spcAft>
                <a:spcPts val="0"/>
              </a:spcAft>
              <a:buSzPts val="1800"/>
              <a:buChar char="▪"/>
            </a:pPr>
            <a:r>
              <a:rPr lang="en-GB" sz="1800">
                <a:solidFill>
                  <a:srgbClr val="1F1F1F"/>
                </a:solidFill>
              </a:rPr>
              <a:t>Identify Patterns and Trends: </a:t>
            </a:r>
            <a:endParaRPr sz="1800">
              <a:solidFill>
                <a:srgbClr val="1F1F1F"/>
              </a:solidFill>
            </a:endParaRPr>
          </a:p>
          <a:p>
            <a:pPr indent="0" lvl="0" marL="342900" rtl="0" algn="just">
              <a:spcBef>
                <a:spcPts val="440"/>
              </a:spcBef>
              <a:spcAft>
                <a:spcPts val="0"/>
              </a:spcAft>
              <a:buNone/>
            </a:pPr>
            <a:r>
              <a:rPr lang="en-GB" sz="1800">
                <a:solidFill>
                  <a:srgbClr val="1F1F1F"/>
                </a:solidFill>
              </a:rPr>
              <a:t>Visual representations help us identify patterns, trends, and relationships between variables that may not be apparent in raw data. By spotting these patterns, we can make better predictions and derive actionable insights.</a:t>
            </a:r>
            <a:endParaRPr sz="1800">
              <a:solidFill>
                <a:srgbClr val="1F1F1F"/>
              </a:solidFill>
            </a:endParaRPr>
          </a:p>
          <a:p>
            <a:pPr indent="0" lvl="0" marL="342900" rtl="0" algn="just">
              <a:spcBef>
                <a:spcPts val="440"/>
              </a:spcBef>
              <a:spcAft>
                <a:spcPts val="0"/>
              </a:spcAft>
              <a:buNone/>
            </a:pPr>
            <a:r>
              <a:t/>
            </a:r>
            <a:endParaRPr sz="1800">
              <a:solidFill>
                <a:srgbClr val="1F1F1F"/>
              </a:solidFill>
            </a:endParaRPr>
          </a:p>
        </p:txBody>
      </p:sp>
      <p:pic>
        <p:nvPicPr>
          <p:cNvPr id="306" name="Google Shape;306;p30"/>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307" name="Google Shape;307;p30"/>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
        <p:nvSpPr>
          <p:cNvPr id="308" name="Google Shape;308;p30"/>
          <p:cNvSpPr txBox="1"/>
          <p:nvPr/>
        </p:nvSpPr>
        <p:spPr>
          <a:xfrm>
            <a:off x="762000" y="1184875"/>
            <a:ext cx="7953300" cy="7953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rPr b="1" i="1" lang="en-GB" sz="1800">
                <a:solidFill>
                  <a:srgbClr val="0B5394"/>
                </a:solidFill>
                <a:latin typeface="Times New Roman"/>
                <a:ea typeface="Times New Roman"/>
                <a:cs typeface="Times New Roman"/>
                <a:sym typeface="Times New Roman"/>
              </a:rPr>
              <a:t>Goals and Benefits of Data Visualization - 2</a:t>
            </a:r>
            <a:endParaRPr b="1" i="1" sz="1800">
              <a:solidFill>
                <a:srgbClr val="0B5394"/>
              </a:solidFill>
              <a:latin typeface="Times New Roman"/>
              <a:ea typeface="Times New Roman"/>
              <a:cs typeface="Times New Roman"/>
              <a:sym typeface="Times New Roman"/>
            </a:endParaRPr>
          </a:p>
          <a:p>
            <a:pPr indent="0" lvl="0" marL="0" marR="0" rtl="0" algn="just">
              <a:lnSpc>
                <a:spcPct val="100000"/>
              </a:lnSpc>
              <a:spcBef>
                <a:spcPts val="440"/>
              </a:spcBef>
              <a:spcAft>
                <a:spcPts val="0"/>
              </a:spcAft>
              <a:buNone/>
            </a:pPr>
            <a:r>
              <a:t/>
            </a:r>
            <a:endParaRPr b="1" i="1" sz="1800">
              <a:solidFill>
                <a:srgbClr val="0B5394"/>
              </a:solidFill>
              <a:latin typeface="Times New Roman"/>
              <a:ea typeface="Times New Roman"/>
              <a:cs typeface="Times New Roman"/>
              <a:sym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31"/>
          <p:cNvSpPr txBox="1"/>
          <p:nvPr>
            <p:ph type="title"/>
          </p:nvPr>
        </p:nvSpPr>
        <p:spPr>
          <a:xfrm>
            <a:off x="609600" y="228600"/>
            <a:ext cx="7772400" cy="857400"/>
          </a:xfrm>
          <a:prstGeom prst="rect">
            <a:avLst/>
          </a:prstGeom>
        </p:spPr>
        <p:txBody>
          <a:bodyPr anchorCtr="0" anchor="b" bIns="45700" lIns="91425" spcFirstLastPara="1" rIns="91425" wrap="square" tIns="45700">
            <a:noAutofit/>
          </a:bodyPr>
          <a:lstStyle/>
          <a:p>
            <a:pPr indent="0" lvl="0" marL="0" rtl="0" algn="l">
              <a:spcBef>
                <a:spcPts val="0"/>
              </a:spcBef>
              <a:spcAft>
                <a:spcPts val="0"/>
              </a:spcAft>
              <a:buNone/>
            </a:pPr>
            <a:r>
              <a:rPr lang="en-GB" sz="3600"/>
              <a:t>Introduction to Data Visualization</a:t>
            </a:r>
            <a:endParaRPr/>
          </a:p>
        </p:txBody>
      </p:sp>
      <p:pic>
        <p:nvPicPr>
          <p:cNvPr id="314" name="Google Shape;314;p31"/>
          <p:cNvPicPr preferRelativeResize="0"/>
          <p:nvPr/>
        </p:nvPicPr>
        <p:blipFill>
          <a:blip r:embed="rId3">
            <a:alphaModFix/>
          </a:blip>
          <a:stretch>
            <a:fillRect/>
          </a:stretch>
        </p:blipFill>
        <p:spPr>
          <a:xfrm>
            <a:off x="2218150" y="1630975"/>
            <a:ext cx="5081201" cy="3096350"/>
          </a:xfrm>
          <a:prstGeom prst="rect">
            <a:avLst/>
          </a:prstGeom>
          <a:noFill/>
          <a:ln>
            <a:noFill/>
          </a:ln>
        </p:spPr>
      </p:pic>
      <p:sp>
        <p:nvSpPr>
          <p:cNvPr id="315" name="Google Shape;315;p31"/>
          <p:cNvSpPr txBox="1"/>
          <p:nvPr/>
        </p:nvSpPr>
        <p:spPr>
          <a:xfrm>
            <a:off x="704600" y="1281125"/>
            <a:ext cx="4885800" cy="794400"/>
          </a:xfrm>
          <a:prstGeom prst="rect">
            <a:avLst/>
          </a:prstGeom>
          <a:noFill/>
          <a:ln>
            <a:noFill/>
          </a:ln>
        </p:spPr>
        <p:txBody>
          <a:bodyPr anchorCtr="0" anchor="t" bIns="91425" lIns="91425" spcFirstLastPara="1" rIns="91425" wrap="square" tIns="91425">
            <a:spAutoFit/>
          </a:bodyPr>
          <a:lstStyle/>
          <a:p>
            <a:pPr indent="0" lvl="0" marL="0" rtl="0" algn="just">
              <a:lnSpc>
                <a:spcPct val="115000"/>
              </a:lnSpc>
              <a:spcBef>
                <a:spcPts val="0"/>
              </a:spcBef>
              <a:spcAft>
                <a:spcPts val="0"/>
              </a:spcAft>
              <a:buNone/>
            </a:pPr>
            <a:r>
              <a:rPr lang="en-GB" sz="1300">
                <a:solidFill>
                  <a:srgbClr val="273239"/>
                </a:solidFill>
                <a:highlight>
                  <a:srgbClr val="FFFFFF"/>
                </a:highlight>
                <a:latin typeface="Nunito"/>
                <a:ea typeface="Nunito"/>
                <a:cs typeface="Nunito"/>
                <a:sym typeface="Nunito"/>
              </a:rPr>
              <a:t>Example of </a:t>
            </a:r>
            <a:r>
              <a:rPr lang="en-GB" sz="1300">
                <a:solidFill>
                  <a:srgbClr val="273239"/>
                </a:solidFill>
                <a:highlight>
                  <a:srgbClr val="FFFFFF"/>
                </a:highlight>
                <a:latin typeface="Nunito"/>
                <a:ea typeface="Nunito"/>
                <a:cs typeface="Nunito"/>
                <a:sym typeface="Nunito"/>
              </a:rPr>
              <a:t>Data Visualization Discovers the Trends in Data</a:t>
            </a:r>
            <a:endParaRPr sz="1300">
              <a:solidFill>
                <a:srgbClr val="273239"/>
              </a:solidFill>
              <a:highlight>
                <a:srgbClr val="FFFFFF"/>
              </a:highlight>
              <a:latin typeface="Nunito"/>
              <a:ea typeface="Nunito"/>
              <a:cs typeface="Nunito"/>
              <a:sym typeface="Nunito"/>
            </a:endParaRPr>
          </a:p>
          <a:p>
            <a:pPr indent="0" lvl="0" marL="0" rtl="0" algn="l">
              <a:lnSpc>
                <a:spcPct val="115000"/>
              </a:lnSpc>
              <a:spcBef>
                <a:spcPts val="800"/>
              </a:spcBef>
              <a:spcAft>
                <a:spcPts val="0"/>
              </a:spcAft>
              <a:buNone/>
            </a:pPr>
            <a:r>
              <a:t/>
            </a:r>
            <a:endParaRPr b="1" sz="1800">
              <a:latin typeface="Times New Roman"/>
              <a:ea typeface="Times New Roman"/>
              <a:cs typeface="Times New Roman"/>
              <a:sym typeface="Times New Roman"/>
            </a:endParaRPr>
          </a:p>
        </p:txBody>
      </p:sp>
      <p:sp>
        <p:nvSpPr>
          <p:cNvPr id="316" name="Google Shape;316;p31"/>
          <p:cNvSpPr txBox="1"/>
          <p:nvPr/>
        </p:nvSpPr>
        <p:spPr>
          <a:xfrm>
            <a:off x="674125" y="4615275"/>
            <a:ext cx="8502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latin typeface="Times New Roman"/>
                <a:ea typeface="Times New Roman"/>
                <a:cs typeface="Times New Roman"/>
                <a:sym typeface="Times New Roman"/>
              </a:rPr>
              <a:t>[Credit: </a:t>
            </a:r>
            <a:r>
              <a:rPr lang="en-GB" u="sng">
                <a:solidFill>
                  <a:schemeClr val="hlink"/>
                </a:solidFill>
                <a:latin typeface="Times New Roman"/>
                <a:ea typeface="Times New Roman"/>
                <a:cs typeface="Times New Roman"/>
                <a:sym typeface="Times New Roman"/>
                <a:hlinkClick r:id="rId4"/>
              </a:rPr>
              <a:t>https://www.geeksforgeeks.org/</a:t>
            </a:r>
            <a:r>
              <a:rPr lang="en-GB">
                <a:latin typeface="Times New Roman"/>
                <a:ea typeface="Times New Roman"/>
                <a:cs typeface="Times New Roman"/>
                <a:sym typeface="Times New Roman"/>
              </a:rPr>
              <a:t> ]</a:t>
            </a:r>
            <a:endParaRPr>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0" name="Shape 320"/>
        <p:cNvGrpSpPr/>
        <p:nvPr/>
      </p:nvGrpSpPr>
      <p:grpSpPr>
        <a:xfrm>
          <a:off x="0" y="0"/>
          <a:ext cx="0" cy="0"/>
          <a:chOff x="0" y="0"/>
          <a:chExt cx="0" cy="0"/>
        </a:xfrm>
      </p:grpSpPr>
      <p:sp>
        <p:nvSpPr>
          <p:cNvPr id="321" name="Google Shape;321;p32"/>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lang="en-GB" sz="3600"/>
              <a:t>Introduction to Data Visualization</a:t>
            </a:r>
            <a:endParaRPr sz="3600"/>
          </a:p>
        </p:txBody>
      </p:sp>
      <p:sp>
        <p:nvSpPr>
          <p:cNvPr descr="Rectangle: Click to edit Master text styles &#10;Second level &#10;Third level &#10;Fourth level &#10;Fifth level" id="322" name="Google Shape;322;p32"/>
          <p:cNvSpPr txBox="1"/>
          <p:nvPr>
            <p:ph idx="1" type="body"/>
          </p:nvPr>
        </p:nvSpPr>
        <p:spPr>
          <a:xfrm>
            <a:off x="762000" y="1646581"/>
            <a:ext cx="7953300" cy="3086100"/>
          </a:xfrm>
          <a:prstGeom prst="rect">
            <a:avLst/>
          </a:prstGeom>
          <a:noFill/>
          <a:ln>
            <a:noFill/>
          </a:ln>
        </p:spPr>
        <p:txBody>
          <a:bodyPr anchorCtr="0" anchor="t" bIns="45700" lIns="91425" spcFirstLastPara="1" rIns="91425" wrap="square" tIns="45700">
            <a:noAutofit/>
          </a:bodyPr>
          <a:lstStyle/>
          <a:p>
            <a:pPr indent="-388620" lvl="0" marL="342900" rtl="0" algn="just">
              <a:spcBef>
                <a:spcPts val="440"/>
              </a:spcBef>
              <a:spcAft>
                <a:spcPts val="0"/>
              </a:spcAft>
              <a:buSzPts val="1800"/>
              <a:buChar char="▪"/>
            </a:pPr>
            <a:r>
              <a:rPr lang="en-GB" sz="1800">
                <a:solidFill>
                  <a:srgbClr val="1F1F1F"/>
                </a:solidFill>
              </a:rPr>
              <a:t>Aid Decision-Making: </a:t>
            </a:r>
            <a:endParaRPr sz="1800">
              <a:solidFill>
                <a:srgbClr val="1F1F1F"/>
              </a:solidFill>
            </a:endParaRPr>
          </a:p>
          <a:p>
            <a:pPr indent="0" lvl="0" marL="342900" rtl="0" algn="just">
              <a:spcBef>
                <a:spcPts val="440"/>
              </a:spcBef>
              <a:spcAft>
                <a:spcPts val="0"/>
              </a:spcAft>
              <a:buNone/>
            </a:pPr>
            <a:r>
              <a:rPr lang="en-GB" sz="1800">
                <a:solidFill>
                  <a:srgbClr val="1F1F1F"/>
                </a:solidFill>
              </a:rPr>
              <a:t>Data visualization enables data miners to make more informed decisions by providing a clear understanding of the data. Visual representations assist in identifying outliers, making comparisons, and evaluating different scenarios.</a:t>
            </a:r>
            <a:endParaRPr sz="1800">
              <a:solidFill>
                <a:srgbClr val="1F1F1F"/>
              </a:solidFill>
            </a:endParaRPr>
          </a:p>
          <a:p>
            <a:pPr indent="0" lvl="0" marL="342900" rtl="0" algn="just">
              <a:spcBef>
                <a:spcPts val="440"/>
              </a:spcBef>
              <a:spcAft>
                <a:spcPts val="0"/>
              </a:spcAft>
              <a:buNone/>
            </a:pPr>
            <a:r>
              <a:t/>
            </a:r>
            <a:endParaRPr sz="1800">
              <a:solidFill>
                <a:srgbClr val="1F1F1F"/>
              </a:solidFill>
            </a:endParaRPr>
          </a:p>
        </p:txBody>
      </p:sp>
      <p:pic>
        <p:nvPicPr>
          <p:cNvPr id="323" name="Google Shape;323;p32"/>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324" name="Google Shape;324;p32"/>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
        <p:nvSpPr>
          <p:cNvPr id="325" name="Google Shape;325;p32"/>
          <p:cNvSpPr txBox="1"/>
          <p:nvPr/>
        </p:nvSpPr>
        <p:spPr>
          <a:xfrm>
            <a:off x="762000" y="1184875"/>
            <a:ext cx="7953300" cy="7953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rPr b="1" i="1" lang="en-GB" sz="1800">
                <a:solidFill>
                  <a:srgbClr val="0B5394"/>
                </a:solidFill>
                <a:latin typeface="Times New Roman"/>
                <a:ea typeface="Times New Roman"/>
                <a:cs typeface="Times New Roman"/>
                <a:sym typeface="Times New Roman"/>
              </a:rPr>
              <a:t>Goals and Benefits of Data Visualization - 3</a:t>
            </a:r>
            <a:endParaRPr b="1" i="1" sz="1800">
              <a:solidFill>
                <a:srgbClr val="0B5394"/>
              </a:solidFill>
              <a:latin typeface="Times New Roman"/>
              <a:ea typeface="Times New Roman"/>
              <a:cs typeface="Times New Roman"/>
              <a:sym typeface="Times New Roman"/>
            </a:endParaRPr>
          </a:p>
          <a:p>
            <a:pPr indent="0" lvl="0" marL="0" marR="0" rtl="0" algn="just">
              <a:lnSpc>
                <a:spcPct val="100000"/>
              </a:lnSpc>
              <a:spcBef>
                <a:spcPts val="440"/>
              </a:spcBef>
              <a:spcAft>
                <a:spcPts val="0"/>
              </a:spcAft>
              <a:buNone/>
            </a:pPr>
            <a:r>
              <a:t/>
            </a:r>
            <a:endParaRPr b="1" i="1" sz="1800">
              <a:solidFill>
                <a:srgbClr val="0B5394"/>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sp>
        <p:nvSpPr>
          <p:cNvPr id="330" name="Google Shape;330;p33"/>
          <p:cNvSpPr txBox="1"/>
          <p:nvPr>
            <p:ph type="title"/>
          </p:nvPr>
        </p:nvSpPr>
        <p:spPr>
          <a:xfrm>
            <a:off x="609600" y="228600"/>
            <a:ext cx="7772400" cy="857400"/>
          </a:xfrm>
          <a:prstGeom prst="rect">
            <a:avLst/>
          </a:prstGeom>
        </p:spPr>
        <p:txBody>
          <a:bodyPr anchorCtr="0" anchor="b" bIns="45700" lIns="91425" spcFirstLastPara="1" rIns="91425" wrap="square" tIns="45700">
            <a:noAutofit/>
          </a:bodyPr>
          <a:lstStyle/>
          <a:p>
            <a:pPr indent="0" lvl="0" marL="0" rtl="0" algn="l">
              <a:spcBef>
                <a:spcPts val="0"/>
              </a:spcBef>
              <a:spcAft>
                <a:spcPts val="0"/>
              </a:spcAft>
              <a:buNone/>
            </a:pPr>
            <a:r>
              <a:rPr lang="en-GB" sz="3600"/>
              <a:t>Introduction to Data Visualization</a:t>
            </a:r>
            <a:endParaRPr/>
          </a:p>
        </p:txBody>
      </p:sp>
      <p:pic>
        <p:nvPicPr>
          <p:cNvPr id="331" name="Google Shape;331;p33"/>
          <p:cNvPicPr preferRelativeResize="0"/>
          <p:nvPr/>
        </p:nvPicPr>
        <p:blipFill>
          <a:blip r:embed="rId3">
            <a:alphaModFix/>
          </a:blip>
          <a:stretch>
            <a:fillRect/>
          </a:stretch>
        </p:blipFill>
        <p:spPr>
          <a:xfrm>
            <a:off x="1690787" y="1262800"/>
            <a:ext cx="6122476" cy="3632224"/>
          </a:xfrm>
          <a:prstGeom prst="rect">
            <a:avLst/>
          </a:prstGeom>
          <a:noFill/>
          <a:ln>
            <a:noFill/>
          </a:ln>
        </p:spPr>
      </p:pic>
      <p:sp>
        <p:nvSpPr>
          <p:cNvPr id="332" name="Google Shape;332;p33"/>
          <p:cNvSpPr txBox="1"/>
          <p:nvPr/>
        </p:nvSpPr>
        <p:spPr>
          <a:xfrm>
            <a:off x="674125" y="4615275"/>
            <a:ext cx="8502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latin typeface="Times New Roman"/>
                <a:ea typeface="Times New Roman"/>
                <a:cs typeface="Times New Roman"/>
                <a:sym typeface="Times New Roman"/>
              </a:rPr>
              <a:t>[Credit: </a:t>
            </a:r>
            <a:r>
              <a:rPr lang="en-GB" u="sng">
                <a:solidFill>
                  <a:schemeClr val="hlink"/>
                </a:solidFill>
                <a:latin typeface="Times New Roman"/>
                <a:ea typeface="Times New Roman"/>
                <a:cs typeface="Times New Roman"/>
                <a:sym typeface="Times New Roman"/>
                <a:hlinkClick r:id="rId4"/>
              </a:rPr>
              <a:t>https://www.geeksforgeeks.org/</a:t>
            </a:r>
            <a:r>
              <a:rPr lang="en-GB">
                <a:latin typeface="Times New Roman"/>
                <a:ea typeface="Times New Roman"/>
                <a:cs typeface="Times New Roman"/>
                <a:sym typeface="Times New Roman"/>
              </a:rPr>
              <a:t> ]</a:t>
            </a:r>
            <a:endParaRPr>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sp>
        <p:nvSpPr>
          <p:cNvPr id="337" name="Google Shape;337;p34"/>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lang="en-GB" sz="3600"/>
              <a:t>Introduction to Data Visualization</a:t>
            </a:r>
            <a:endParaRPr sz="3600"/>
          </a:p>
        </p:txBody>
      </p:sp>
      <p:sp>
        <p:nvSpPr>
          <p:cNvPr descr="Rectangle: Click to edit Master text styles &#10;Second level &#10;Third level &#10;Fourth level &#10;Fifth level" id="338" name="Google Shape;338;p34"/>
          <p:cNvSpPr txBox="1"/>
          <p:nvPr>
            <p:ph idx="1" type="body"/>
          </p:nvPr>
        </p:nvSpPr>
        <p:spPr>
          <a:xfrm>
            <a:off x="762000" y="1646581"/>
            <a:ext cx="7953300" cy="3086100"/>
          </a:xfrm>
          <a:prstGeom prst="rect">
            <a:avLst/>
          </a:prstGeom>
          <a:noFill/>
          <a:ln>
            <a:noFill/>
          </a:ln>
        </p:spPr>
        <p:txBody>
          <a:bodyPr anchorCtr="0" anchor="t" bIns="45700" lIns="91425" spcFirstLastPara="1" rIns="91425" wrap="square" tIns="45700">
            <a:noAutofit/>
          </a:bodyPr>
          <a:lstStyle/>
          <a:p>
            <a:pPr indent="-388620" lvl="0" marL="342900" rtl="0" algn="just">
              <a:spcBef>
                <a:spcPts val="440"/>
              </a:spcBef>
              <a:spcAft>
                <a:spcPts val="0"/>
              </a:spcAft>
              <a:buSzPts val="1800"/>
              <a:buChar char="▪"/>
            </a:pPr>
            <a:r>
              <a:rPr lang="en-GB" sz="1800">
                <a:solidFill>
                  <a:srgbClr val="1F1F1F"/>
                </a:solidFill>
              </a:rPr>
              <a:t>Enhance Data Exploration: </a:t>
            </a:r>
            <a:endParaRPr sz="1800">
              <a:solidFill>
                <a:srgbClr val="1F1F1F"/>
              </a:solidFill>
            </a:endParaRPr>
          </a:p>
          <a:p>
            <a:pPr indent="0" lvl="0" marL="342900" rtl="0" algn="just">
              <a:spcBef>
                <a:spcPts val="440"/>
              </a:spcBef>
              <a:spcAft>
                <a:spcPts val="0"/>
              </a:spcAft>
              <a:buNone/>
            </a:pPr>
            <a:r>
              <a:rPr lang="en-GB" sz="1800">
                <a:solidFill>
                  <a:srgbClr val="1F1F1F"/>
                </a:solidFill>
              </a:rPr>
              <a:t>Visualizations allow for interactive exploration of data, enabling users to drill down into specific details, filter data, and explore different perspectives. This interactivity promotes a deeper understanding of the underlying data.</a:t>
            </a:r>
            <a:endParaRPr sz="1200">
              <a:solidFill>
                <a:srgbClr val="374151"/>
              </a:solidFill>
              <a:highlight>
                <a:srgbClr val="F7F7F8"/>
              </a:highlight>
              <a:latin typeface="Roboto"/>
              <a:ea typeface="Roboto"/>
              <a:cs typeface="Roboto"/>
              <a:sym typeface="Roboto"/>
            </a:endParaRPr>
          </a:p>
          <a:p>
            <a:pPr indent="0" lvl="0" marL="342900" rtl="0" algn="just">
              <a:spcBef>
                <a:spcPts val="440"/>
              </a:spcBef>
              <a:spcAft>
                <a:spcPts val="0"/>
              </a:spcAft>
              <a:buNone/>
            </a:pPr>
            <a:r>
              <a:t/>
            </a:r>
            <a:endParaRPr sz="1800">
              <a:solidFill>
                <a:srgbClr val="1F1F1F"/>
              </a:solidFill>
            </a:endParaRPr>
          </a:p>
          <a:p>
            <a:pPr indent="0" lvl="0" marL="342900" rtl="0" algn="just">
              <a:spcBef>
                <a:spcPts val="440"/>
              </a:spcBef>
              <a:spcAft>
                <a:spcPts val="0"/>
              </a:spcAft>
              <a:buNone/>
            </a:pPr>
            <a:r>
              <a:t/>
            </a:r>
            <a:endParaRPr sz="1800">
              <a:solidFill>
                <a:srgbClr val="1F1F1F"/>
              </a:solidFill>
            </a:endParaRPr>
          </a:p>
        </p:txBody>
      </p:sp>
      <p:pic>
        <p:nvPicPr>
          <p:cNvPr id="339" name="Google Shape;339;p34"/>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340" name="Google Shape;340;p34"/>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
        <p:nvSpPr>
          <p:cNvPr id="341" name="Google Shape;341;p34"/>
          <p:cNvSpPr txBox="1"/>
          <p:nvPr/>
        </p:nvSpPr>
        <p:spPr>
          <a:xfrm>
            <a:off x="762000" y="1184875"/>
            <a:ext cx="7953300" cy="7953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rPr b="1" i="1" lang="en-GB" sz="1800">
                <a:solidFill>
                  <a:srgbClr val="0B5394"/>
                </a:solidFill>
                <a:latin typeface="Times New Roman"/>
                <a:ea typeface="Times New Roman"/>
                <a:cs typeface="Times New Roman"/>
                <a:sym typeface="Times New Roman"/>
              </a:rPr>
              <a:t>Goals and Benefits of Data Visualization - 4</a:t>
            </a:r>
            <a:endParaRPr b="1" i="1" sz="1800">
              <a:solidFill>
                <a:srgbClr val="0B5394"/>
              </a:solidFill>
              <a:latin typeface="Times New Roman"/>
              <a:ea typeface="Times New Roman"/>
              <a:cs typeface="Times New Roman"/>
              <a:sym typeface="Times New Roman"/>
            </a:endParaRPr>
          </a:p>
          <a:p>
            <a:pPr indent="0" lvl="0" marL="0" marR="0" rtl="0" algn="just">
              <a:lnSpc>
                <a:spcPct val="100000"/>
              </a:lnSpc>
              <a:spcBef>
                <a:spcPts val="440"/>
              </a:spcBef>
              <a:spcAft>
                <a:spcPts val="0"/>
              </a:spcAft>
              <a:buNone/>
            </a:pPr>
            <a:r>
              <a:t/>
            </a:r>
            <a:endParaRPr b="1" i="1" sz="1800">
              <a:solidFill>
                <a:srgbClr val="0B539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35"/>
          <p:cNvSpPr txBox="1"/>
          <p:nvPr>
            <p:ph type="title"/>
          </p:nvPr>
        </p:nvSpPr>
        <p:spPr>
          <a:xfrm>
            <a:off x="609600" y="228600"/>
            <a:ext cx="7772400" cy="857400"/>
          </a:xfrm>
          <a:prstGeom prst="rect">
            <a:avLst/>
          </a:prstGeom>
        </p:spPr>
        <p:txBody>
          <a:bodyPr anchorCtr="0" anchor="b" bIns="45700" lIns="91425" spcFirstLastPara="1" rIns="91425" wrap="square" tIns="45700">
            <a:noAutofit/>
          </a:bodyPr>
          <a:lstStyle/>
          <a:p>
            <a:pPr indent="0" lvl="0" marL="0" rtl="0" algn="l">
              <a:spcBef>
                <a:spcPts val="0"/>
              </a:spcBef>
              <a:spcAft>
                <a:spcPts val="0"/>
              </a:spcAft>
              <a:buNone/>
            </a:pPr>
            <a:r>
              <a:rPr lang="en-GB" sz="3600"/>
              <a:t>Introduction to Data Visualization</a:t>
            </a:r>
            <a:endParaRPr/>
          </a:p>
        </p:txBody>
      </p:sp>
      <p:pic>
        <p:nvPicPr>
          <p:cNvPr id="347" name="Google Shape;347;p35"/>
          <p:cNvPicPr preferRelativeResize="0"/>
          <p:nvPr/>
        </p:nvPicPr>
        <p:blipFill>
          <a:blip r:embed="rId3">
            <a:alphaModFix/>
          </a:blip>
          <a:stretch>
            <a:fillRect/>
          </a:stretch>
        </p:blipFill>
        <p:spPr>
          <a:xfrm>
            <a:off x="2018775" y="1539225"/>
            <a:ext cx="5619599" cy="3451877"/>
          </a:xfrm>
          <a:prstGeom prst="rect">
            <a:avLst/>
          </a:prstGeom>
          <a:noFill/>
          <a:ln>
            <a:noFill/>
          </a:ln>
        </p:spPr>
      </p:pic>
      <p:sp>
        <p:nvSpPr>
          <p:cNvPr id="348" name="Google Shape;348;p35"/>
          <p:cNvSpPr txBox="1"/>
          <p:nvPr/>
        </p:nvSpPr>
        <p:spPr>
          <a:xfrm>
            <a:off x="609600" y="1086000"/>
            <a:ext cx="7046700" cy="882900"/>
          </a:xfrm>
          <a:prstGeom prst="rect">
            <a:avLst/>
          </a:prstGeom>
          <a:noFill/>
          <a:ln>
            <a:noFill/>
          </a:ln>
        </p:spPr>
        <p:txBody>
          <a:bodyPr anchorCtr="0" anchor="t" bIns="91425" lIns="91425" spcFirstLastPara="1" rIns="91425" wrap="square" tIns="91425">
            <a:spAutoFit/>
          </a:bodyPr>
          <a:lstStyle/>
          <a:p>
            <a:pPr indent="0" lvl="0" marL="0" rtl="0" algn="just">
              <a:lnSpc>
                <a:spcPct val="115000"/>
              </a:lnSpc>
              <a:spcBef>
                <a:spcPts val="0"/>
              </a:spcBef>
              <a:spcAft>
                <a:spcPts val="0"/>
              </a:spcAft>
              <a:buNone/>
            </a:pPr>
            <a:r>
              <a:rPr lang="en-GB" sz="1800">
                <a:solidFill>
                  <a:srgbClr val="1F1F1F"/>
                </a:solidFill>
                <a:latin typeface="Times New Roman"/>
                <a:ea typeface="Times New Roman"/>
                <a:cs typeface="Times New Roman"/>
                <a:sym typeface="Times New Roman"/>
              </a:rPr>
              <a:t>Data Visualization Puts the Data into the Correct Context</a:t>
            </a:r>
            <a:endParaRPr sz="1300">
              <a:solidFill>
                <a:srgbClr val="273239"/>
              </a:solidFill>
              <a:highlight>
                <a:srgbClr val="FFFFFF"/>
              </a:highlight>
              <a:latin typeface="Nunito"/>
              <a:ea typeface="Nunito"/>
              <a:cs typeface="Nunito"/>
              <a:sym typeface="Nunito"/>
            </a:endParaRPr>
          </a:p>
          <a:p>
            <a:pPr indent="0" lvl="0" marL="0" rtl="0" algn="l">
              <a:lnSpc>
                <a:spcPct val="115000"/>
              </a:lnSpc>
              <a:spcBef>
                <a:spcPts val="800"/>
              </a:spcBef>
              <a:spcAft>
                <a:spcPts val="0"/>
              </a:spcAft>
              <a:buNone/>
            </a:pPr>
            <a:r>
              <a:t/>
            </a:r>
            <a:endParaRPr b="1" sz="1800">
              <a:latin typeface="Times New Roman"/>
              <a:ea typeface="Times New Roman"/>
              <a:cs typeface="Times New Roman"/>
              <a:sym typeface="Times New Roman"/>
            </a:endParaRPr>
          </a:p>
        </p:txBody>
      </p:sp>
      <p:sp>
        <p:nvSpPr>
          <p:cNvPr id="349" name="Google Shape;349;p35"/>
          <p:cNvSpPr txBox="1"/>
          <p:nvPr/>
        </p:nvSpPr>
        <p:spPr>
          <a:xfrm>
            <a:off x="674125" y="4615275"/>
            <a:ext cx="8502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GB">
                <a:latin typeface="Times New Roman"/>
                <a:ea typeface="Times New Roman"/>
                <a:cs typeface="Times New Roman"/>
                <a:sym typeface="Times New Roman"/>
              </a:rPr>
              <a:t>[Credit: </a:t>
            </a:r>
            <a:r>
              <a:rPr lang="en-GB" u="sng">
                <a:solidFill>
                  <a:schemeClr val="hlink"/>
                </a:solidFill>
                <a:latin typeface="Times New Roman"/>
                <a:ea typeface="Times New Roman"/>
                <a:cs typeface="Times New Roman"/>
                <a:sym typeface="Times New Roman"/>
                <a:hlinkClick r:id="rId4"/>
              </a:rPr>
              <a:t>https://www.geeksforgeeks.org/</a:t>
            </a:r>
            <a:r>
              <a:rPr lang="en-GB">
                <a:latin typeface="Times New Roman"/>
                <a:ea typeface="Times New Roman"/>
                <a:cs typeface="Times New Roman"/>
                <a:sym typeface="Times New Roman"/>
              </a:rPr>
              <a:t> ]</a:t>
            </a:r>
            <a:endParaRPr>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36"/>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lang="en-GB" sz="3600"/>
              <a:t>Introduction to Data Visualization</a:t>
            </a:r>
            <a:endParaRPr sz="3600"/>
          </a:p>
        </p:txBody>
      </p:sp>
      <p:sp>
        <p:nvSpPr>
          <p:cNvPr descr="Rectangle: Click to edit Master text styles &#10;Second level &#10;Third level &#10;Fourth level &#10;Fifth level" id="355" name="Google Shape;355;p36"/>
          <p:cNvSpPr txBox="1"/>
          <p:nvPr>
            <p:ph idx="1" type="body"/>
          </p:nvPr>
        </p:nvSpPr>
        <p:spPr>
          <a:xfrm>
            <a:off x="762000" y="1646581"/>
            <a:ext cx="7953300" cy="3086100"/>
          </a:xfrm>
          <a:prstGeom prst="rect">
            <a:avLst/>
          </a:prstGeom>
          <a:noFill/>
          <a:ln>
            <a:noFill/>
          </a:ln>
        </p:spPr>
        <p:txBody>
          <a:bodyPr anchorCtr="0" anchor="t" bIns="45700" lIns="91425" spcFirstLastPara="1" rIns="91425" wrap="square" tIns="45700">
            <a:noAutofit/>
          </a:bodyPr>
          <a:lstStyle/>
          <a:p>
            <a:pPr indent="-388620" lvl="0" marL="342900" rtl="0" algn="just">
              <a:spcBef>
                <a:spcPts val="440"/>
              </a:spcBef>
              <a:spcAft>
                <a:spcPts val="0"/>
              </a:spcAft>
              <a:buSzPts val="1800"/>
              <a:buChar char="▪"/>
            </a:pPr>
            <a:r>
              <a:rPr lang="en-GB" sz="1800">
                <a:solidFill>
                  <a:srgbClr val="1F1F1F"/>
                </a:solidFill>
              </a:rPr>
              <a:t>Improve Communication: </a:t>
            </a:r>
            <a:endParaRPr sz="1800">
              <a:solidFill>
                <a:srgbClr val="1F1F1F"/>
              </a:solidFill>
            </a:endParaRPr>
          </a:p>
          <a:p>
            <a:pPr indent="0" lvl="0" marL="342900" rtl="0" algn="just">
              <a:spcBef>
                <a:spcPts val="440"/>
              </a:spcBef>
              <a:spcAft>
                <a:spcPts val="0"/>
              </a:spcAft>
              <a:buNone/>
            </a:pPr>
            <a:r>
              <a:rPr lang="en-GB" sz="1800">
                <a:solidFill>
                  <a:srgbClr val="1F1F1F"/>
                </a:solidFill>
              </a:rPr>
              <a:t>Visualizations are an effective means of communicating findings and insights to stakeholders. They facilitate the sharing of information in a visually appealing and easy-to-understand format, enabling better collaboration and decision-making.</a:t>
            </a:r>
            <a:endParaRPr sz="1200">
              <a:solidFill>
                <a:srgbClr val="374151"/>
              </a:solidFill>
              <a:highlight>
                <a:srgbClr val="F7F7F8"/>
              </a:highlight>
              <a:latin typeface="Roboto"/>
              <a:ea typeface="Roboto"/>
              <a:cs typeface="Roboto"/>
              <a:sym typeface="Roboto"/>
            </a:endParaRPr>
          </a:p>
          <a:p>
            <a:pPr indent="0" lvl="0" marL="342900" rtl="0" algn="just">
              <a:spcBef>
                <a:spcPts val="440"/>
              </a:spcBef>
              <a:spcAft>
                <a:spcPts val="0"/>
              </a:spcAft>
              <a:buNone/>
            </a:pPr>
            <a:r>
              <a:t/>
            </a:r>
            <a:endParaRPr sz="1800">
              <a:solidFill>
                <a:srgbClr val="1F1F1F"/>
              </a:solidFill>
            </a:endParaRPr>
          </a:p>
          <a:p>
            <a:pPr indent="0" lvl="0" marL="342900" rtl="0" algn="just">
              <a:spcBef>
                <a:spcPts val="440"/>
              </a:spcBef>
              <a:spcAft>
                <a:spcPts val="0"/>
              </a:spcAft>
              <a:buNone/>
            </a:pPr>
            <a:r>
              <a:t/>
            </a:r>
            <a:endParaRPr sz="1800">
              <a:solidFill>
                <a:srgbClr val="1F1F1F"/>
              </a:solidFill>
            </a:endParaRPr>
          </a:p>
        </p:txBody>
      </p:sp>
      <p:pic>
        <p:nvPicPr>
          <p:cNvPr id="356" name="Google Shape;356;p36"/>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357" name="Google Shape;357;p36"/>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
        <p:nvSpPr>
          <p:cNvPr id="358" name="Google Shape;358;p36"/>
          <p:cNvSpPr txBox="1"/>
          <p:nvPr/>
        </p:nvSpPr>
        <p:spPr>
          <a:xfrm>
            <a:off x="762000" y="1184875"/>
            <a:ext cx="7953300" cy="7953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rPr b="1" i="1" lang="en-GB" sz="1800">
                <a:solidFill>
                  <a:srgbClr val="0B5394"/>
                </a:solidFill>
                <a:latin typeface="Times New Roman"/>
                <a:ea typeface="Times New Roman"/>
                <a:cs typeface="Times New Roman"/>
                <a:sym typeface="Times New Roman"/>
              </a:rPr>
              <a:t>Goals and Benefits of Data Visualization - 5</a:t>
            </a:r>
            <a:endParaRPr b="1" i="1" sz="1800">
              <a:solidFill>
                <a:srgbClr val="0B5394"/>
              </a:solidFill>
              <a:latin typeface="Times New Roman"/>
              <a:ea typeface="Times New Roman"/>
              <a:cs typeface="Times New Roman"/>
              <a:sym typeface="Times New Roman"/>
            </a:endParaRPr>
          </a:p>
          <a:p>
            <a:pPr indent="0" lvl="0" marL="0" marR="0" rtl="0" algn="just">
              <a:lnSpc>
                <a:spcPct val="100000"/>
              </a:lnSpc>
              <a:spcBef>
                <a:spcPts val="440"/>
              </a:spcBef>
              <a:spcAft>
                <a:spcPts val="0"/>
              </a:spcAft>
              <a:buNone/>
            </a:pPr>
            <a:r>
              <a:t/>
            </a:r>
            <a:endParaRPr b="1" i="1" sz="1800">
              <a:solidFill>
                <a:srgbClr val="0B5394"/>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37"/>
          <p:cNvSpPr txBox="1"/>
          <p:nvPr>
            <p:ph type="title"/>
          </p:nvPr>
        </p:nvSpPr>
        <p:spPr>
          <a:xfrm>
            <a:off x="609600" y="228600"/>
            <a:ext cx="7772400" cy="857400"/>
          </a:xfrm>
          <a:prstGeom prst="rect">
            <a:avLst/>
          </a:prstGeom>
          <a:noFill/>
          <a:ln>
            <a:noFill/>
          </a:ln>
        </p:spPr>
        <p:txBody>
          <a:bodyPr anchorCtr="0" anchor="b" bIns="45700" lIns="91425" spcFirstLastPara="1" rIns="91425" wrap="square" tIns="45700">
            <a:noAutofit/>
          </a:bodyPr>
          <a:lstStyle/>
          <a:p>
            <a:pPr indent="0" lvl="0" marL="0" rtl="0" algn="l">
              <a:lnSpc>
                <a:spcPct val="100000"/>
              </a:lnSpc>
              <a:spcBef>
                <a:spcPts val="0"/>
              </a:spcBef>
              <a:spcAft>
                <a:spcPts val="0"/>
              </a:spcAft>
              <a:buClr>
                <a:schemeClr val="dk2"/>
              </a:buClr>
              <a:buSzPts val="4400"/>
              <a:buFont typeface="Times New Roman"/>
              <a:buNone/>
            </a:pPr>
            <a:r>
              <a:rPr lang="en-GB" sz="3600"/>
              <a:t>Summary</a:t>
            </a:r>
            <a:endParaRPr sz="3600"/>
          </a:p>
        </p:txBody>
      </p:sp>
      <p:sp>
        <p:nvSpPr>
          <p:cNvPr descr="Rectangle: Click to edit Master text styles &#10;Second level &#10;Third level &#10;Fourth level &#10;Fifth level" id="364" name="Google Shape;364;p37"/>
          <p:cNvSpPr txBox="1"/>
          <p:nvPr>
            <p:ph idx="1" type="body"/>
          </p:nvPr>
        </p:nvSpPr>
        <p:spPr>
          <a:xfrm>
            <a:off x="762000" y="1646581"/>
            <a:ext cx="7953300" cy="3086100"/>
          </a:xfrm>
          <a:prstGeom prst="rect">
            <a:avLst/>
          </a:prstGeom>
          <a:noFill/>
          <a:ln>
            <a:noFill/>
          </a:ln>
        </p:spPr>
        <p:txBody>
          <a:bodyPr anchorCtr="0" anchor="t" bIns="45700" lIns="91425" spcFirstLastPara="1" rIns="91425" wrap="square" tIns="45700">
            <a:noAutofit/>
          </a:bodyPr>
          <a:lstStyle/>
          <a:p>
            <a:pPr indent="-388620" lvl="0" marL="342900" rtl="0" algn="just">
              <a:spcBef>
                <a:spcPts val="440"/>
              </a:spcBef>
              <a:spcAft>
                <a:spcPts val="0"/>
              </a:spcAft>
              <a:buClr>
                <a:srgbClr val="000000"/>
              </a:buClr>
              <a:buSzPts val="1800"/>
              <a:buChar char="●"/>
            </a:pPr>
            <a:r>
              <a:rPr lang="en-GB" sz="1800">
                <a:solidFill>
                  <a:srgbClr val="000000"/>
                </a:solidFill>
              </a:rPr>
              <a:t>Data visualization: Graphical data representation.</a:t>
            </a:r>
            <a:endParaRPr sz="1800">
              <a:solidFill>
                <a:srgbClr val="000000"/>
              </a:solidFill>
            </a:endParaRPr>
          </a:p>
          <a:p>
            <a:pPr indent="-388620" lvl="0" marL="342900" rtl="0" algn="just">
              <a:spcBef>
                <a:spcPts val="440"/>
              </a:spcBef>
              <a:spcAft>
                <a:spcPts val="0"/>
              </a:spcAft>
              <a:buClr>
                <a:srgbClr val="000000"/>
              </a:buClr>
              <a:buSzPts val="1800"/>
              <a:buChar char="●"/>
            </a:pPr>
            <a:r>
              <a:rPr lang="en-GB" sz="1800">
                <a:solidFill>
                  <a:srgbClr val="000000"/>
                </a:solidFill>
              </a:rPr>
              <a:t>Importance in data mining: Clarity, insights, decision support.</a:t>
            </a:r>
            <a:endParaRPr sz="1800">
              <a:solidFill>
                <a:srgbClr val="000000"/>
              </a:solidFill>
            </a:endParaRPr>
          </a:p>
          <a:p>
            <a:pPr indent="-388620" lvl="0" marL="342900" rtl="0" algn="just">
              <a:spcBef>
                <a:spcPts val="440"/>
              </a:spcBef>
              <a:spcAft>
                <a:spcPts val="0"/>
              </a:spcAft>
              <a:buClr>
                <a:srgbClr val="000000"/>
              </a:buClr>
              <a:buSzPts val="1800"/>
              <a:buChar char="●"/>
            </a:pPr>
            <a:r>
              <a:rPr lang="en-GB" sz="1800">
                <a:solidFill>
                  <a:srgbClr val="000000"/>
                </a:solidFill>
              </a:rPr>
              <a:t>Goals: Simplify, discover, communicate.</a:t>
            </a:r>
            <a:endParaRPr sz="1800">
              <a:solidFill>
                <a:srgbClr val="000000"/>
              </a:solidFill>
            </a:endParaRPr>
          </a:p>
          <a:p>
            <a:pPr indent="-388620" lvl="0" marL="342900" rtl="0" algn="just">
              <a:spcBef>
                <a:spcPts val="440"/>
              </a:spcBef>
              <a:spcAft>
                <a:spcPts val="0"/>
              </a:spcAft>
              <a:buClr>
                <a:srgbClr val="000000"/>
              </a:buClr>
              <a:buSzPts val="1800"/>
              <a:buChar char="●"/>
            </a:pPr>
            <a:r>
              <a:rPr lang="en-GB" sz="1800">
                <a:solidFill>
                  <a:srgbClr val="000000"/>
                </a:solidFill>
              </a:rPr>
              <a:t>Benefits: Understanding, speed, communication.</a:t>
            </a:r>
            <a:endParaRPr sz="1800">
              <a:solidFill>
                <a:srgbClr val="000000"/>
              </a:solidFill>
            </a:endParaRPr>
          </a:p>
        </p:txBody>
      </p:sp>
      <p:pic>
        <p:nvPicPr>
          <p:cNvPr id="365" name="Google Shape;365;p37"/>
          <p:cNvPicPr preferRelativeResize="0"/>
          <p:nvPr/>
        </p:nvPicPr>
        <p:blipFill rotWithShape="1">
          <a:blip r:embed="rId3">
            <a:alphaModFix/>
          </a:blip>
          <a:srcRect b="0" l="0" r="0" t="0"/>
          <a:stretch/>
        </p:blipFill>
        <p:spPr>
          <a:xfrm>
            <a:off x="65087" y="33337"/>
            <a:ext cx="940596" cy="366713"/>
          </a:xfrm>
          <a:prstGeom prst="rect">
            <a:avLst/>
          </a:prstGeom>
          <a:noFill/>
          <a:ln>
            <a:noFill/>
          </a:ln>
        </p:spPr>
      </p:pic>
      <p:sp>
        <p:nvSpPr>
          <p:cNvPr id="366" name="Google Shape;366;p37"/>
          <p:cNvSpPr txBox="1"/>
          <p:nvPr/>
        </p:nvSpPr>
        <p:spPr>
          <a:xfrm>
            <a:off x="6705600" y="4686300"/>
            <a:ext cx="19050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1400"/>
              <a:buFont typeface="Tahoma"/>
              <a:buNone/>
            </a:pPr>
            <a:fld id="{00000000-1234-1234-1234-123412341234}" type="slidenum">
              <a:rPr b="0" i="0" lang="en-GB" sz="1400" u="none">
                <a:solidFill>
                  <a:schemeClr val="dk1"/>
                </a:solidFill>
                <a:latin typeface="Tahoma"/>
                <a:ea typeface="Tahoma"/>
                <a:cs typeface="Tahoma"/>
                <a:sym typeface="Tahoma"/>
              </a:rPr>
              <a:t>‹#›</a:t>
            </a:fld>
            <a:endParaRPr/>
          </a:p>
        </p:txBody>
      </p:sp>
      <p:sp>
        <p:nvSpPr>
          <p:cNvPr id="367" name="Google Shape;367;p37"/>
          <p:cNvSpPr txBox="1"/>
          <p:nvPr/>
        </p:nvSpPr>
        <p:spPr>
          <a:xfrm>
            <a:off x="762000" y="1184875"/>
            <a:ext cx="7953300" cy="4617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t/>
            </a:r>
            <a:endParaRPr b="1" i="1" sz="1800">
              <a:solidFill>
                <a:srgbClr val="0B5394"/>
              </a:solidFill>
              <a:latin typeface="Times New Roman"/>
              <a:ea typeface="Times New Roman"/>
              <a:cs typeface="Times New Roman"/>
              <a:sym typeface="Times New Roman"/>
            </a:endParaRPr>
          </a:p>
        </p:txBody>
      </p:sp>
      <p:sp>
        <p:nvSpPr>
          <p:cNvPr id="368" name="Google Shape;368;p37"/>
          <p:cNvSpPr txBox="1"/>
          <p:nvPr/>
        </p:nvSpPr>
        <p:spPr>
          <a:xfrm>
            <a:off x="762000" y="1184875"/>
            <a:ext cx="8239500" cy="461700"/>
          </a:xfrm>
          <a:prstGeom prst="rect">
            <a:avLst/>
          </a:prstGeom>
          <a:noFill/>
          <a:ln>
            <a:noFill/>
          </a:ln>
        </p:spPr>
        <p:txBody>
          <a:bodyPr anchorCtr="0" anchor="t" bIns="91425" lIns="91425" spcFirstLastPara="1" rIns="91425" wrap="square" tIns="91425">
            <a:spAutoFit/>
          </a:bodyPr>
          <a:lstStyle/>
          <a:p>
            <a:pPr indent="0" lvl="0" marL="0" marR="0" rtl="0" algn="just">
              <a:lnSpc>
                <a:spcPct val="100000"/>
              </a:lnSpc>
              <a:spcBef>
                <a:spcPts val="440"/>
              </a:spcBef>
              <a:spcAft>
                <a:spcPts val="0"/>
              </a:spcAft>
              <a:buNone/>
            </a:pPr>
            <a:r>
              <a:rPr b="1" i="1" lang="en-GB" sz="1800">
                <a:solidFill>
                  <a:srgbClr val="0B5394"/>
                </a:solidFill>
                <a:latin typeface="Times New Roman"/>
                <a:ea typeface="Times New Roman"/>
                <a:cs typeface="Times New Roman"/>
                <a:sym typeface="Times New Roman"/>
              </a:rPr>
              <a:t>Introduction to Data Visualization</a:t>
            </a:r>
            <a:endParaRPr b="1" i="1">
              <a:solidFill>
                <a:srgbClr val="0B5394"/>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xmlns:r="http://schemas.openxmlformats.org/officeDocument/2006/relationships" name="1_Blueprint">
  <a:themeElements>
    <a:clrScheme name="">
      <a:dk1>
        <a:srgbClr val="40458C"/>
      </a:dk1>
      <a:lt1>
        <a:srgbClr val="FFFFFF"/>
      </a:lt1>
      <a:dk2>
        <a:srgbClr val="BE2D00"/>
      </a:dk2>
      <a:lt2>
        <a:srgbClr val="B7C1EB"/>
      </a:lt2>
      <a:accent1>
        <a:srgbClr val="ECD882"/>
      </a:accent1>
      <a:accent2>
        <a:srgbClr val="577052"/>
      </a:accent2>
      <a:accent3>
        <a:srgbClr val="FFFFFF"/>
      </a:accent3>
      <a:accent4>
        <a:srgbClr val="353A77"/>
      </a:accent4>
      <a:accent5>
        <a:srgbClr val="F4E9C1"/>
      </a:accent5>
      <a:accent6>
        <a:srgbClr val="4E6549"/>
      </a:accent6>
      <a:hlink>
        <a:srgbClr val="6F89F7"/>
      </a:hlink>
      <a:folHlink>
        <a:srgbClr val="CFDBF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Blueprint">
  <a:themeElements>
    <a:clrScheme name="">
      <a:dk1>
        <a:srgbClr val="40458C"/>
      </a:dk1>
      <a:lt1>
        <a:srgbClr val="FFFFFF"/>
      </a:lt1>
      <a:dk2>
        <a:srgbClr val="BE2D00"/>
      </a:dk2>
      <a:lt2>
        <a:srgbClr val="B7C1EB"/>
      </a:lt2>
      <a:accent1>
        <a:srgbClr val="ECD882"/>
      </a:accent1>
      <a:accent2>
        <a:srgbClr val="577052"/>
      </a:accent2>
      <a:accent3>
        <a:srgbClr val="FFFFFF"/>
      </a:accent3>
      <a:accent4>
        <a:srgbClr val="353A77"/>
      </a:accent4>
      <a:accent5>
        <a:srgbClr val="F4E9C1"/>
      </a:accent5>
      <a:accent6>
        <a:srgbClr val="4E6549"/>
      </a:accent6>
      <a:hlink>
        <a:srgbClr val="6F89F7"/>
      </a:hlink>
      <a:folHlink>
        <a:srgbClr val="CFDBF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