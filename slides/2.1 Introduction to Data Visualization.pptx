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67" r:id="rId2"/>
    <p:sldMasterId id="2147483668" r:id="rId3"/>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type="screen16x9"/>
  <p:notesSz cx="6858000" cy="9144000"/>
  <p:embeddedFontLst>
    <p:embeddedFont>
      <p:font typeface="Noto Sans Symbols" pitchFamily="2" charset="0"/>
      <p:regular r:id="rId21"/>
      <p:bold r:id="rId22"/>
    </p:embeddedFont>
    <p:embeddedFont>
      <p:font typeface="Nunito" pitchFamily="2"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Tahoma" panose="020B0604030504040204" pitchFamily="3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76"/>
  </p:normalViewPr>
  <p:slideViewPr>
    <p:cSldViewPr snapToGrid="0">
      <p:cViewPr>
        <p:scale>
          <a:sx n="208" d="100"/>
          <a:sy n="208" d="100"/>
        </p:scale>
        <p:origin x="14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1.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82b55a4a5_0_419: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g2582b55a4a5_0_419:notes"/>
          <p:cNvSpPr txBox="1">
            <a:spLocks noGrp="1"/>
          </p:cNvSpPr>
          <p:nvPr>
            <p:ph type="body" idx="1"/>
          </p:nvPr>
        </p:nvSpPr>
        <p:spPr>
          <a:xfrm>
            <a:off x="913903" y="4343400"/>
            <a:ext cx="5030100" cy="41133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233" name="Google Shape;233;g2582b55a4a5_0_419:notes"/>
          <p:cNvSpPr txBox="1"/>
          <p:nvPr/>
        </p:nvSpPr>
        <p:spPr>
          <a:xfrm>
            <a:off x="3886696" y="8686800"/>
            <a:ext cx="2971200" cy="4572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GB" sz="1200" b="0" i="0" u="none">
                <a:solidFill>
                  <a:srgbClr val="000000"/>
                </a:solidFill>
                <a:latin typeface="Tahoma"/>
                <a:ea typeface="Tahoma"/>
                <a:cs typeface="Tahoma"/>
                <a:sym typeface="Tahoma"/>
              </a:rPr>
              <a:t>1</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582b55a4a5_0_431: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2582b55a4a5_0_431: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5de24b7acc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5de24b7acc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82b55a4a5_0_628: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2582b55a4a5_0_628: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5de24b7acc_2_0: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5de24b7acc_2_0: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582b55a4a5_0_639: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582b55a4a5_0_639: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582b55a4a5_2_4: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g2582b55a4a5_2_4: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82b55a4a5_2_32: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2582b55a4a5_2_32: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582b55a4a5_2_66: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2582b55a4a5_2_66: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5de24b7acc_2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5de24b7acc_2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582b55a4a5_2_74: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2582b55a4a5_2_74: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5de24b7acc_2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5de24b7acc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582b55a4a5_2_83: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g2582b55a4a5_2_83: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5de24b7acc_2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25de24b7acc_2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582b55a4a5_2_91: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g2582b55a4a5_2_91: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4c723383d8_1_107: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24c723383d8_1_107: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53" name="Google Shape;53;p13"/>
          <p:cNvSpPr>
            <a:spLocks noGrp="1"/>
          </p:cNvSpPr>
          <p:nvPr>
            <p:ph type="chart"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54" name="Google Shape;54;p13"/>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 name="Google Shape;55;p13"/>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13"/>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7"/>
        <p:cNvGrpSpPr/>
        <p:nvPr/>
      </p:nvGrpSpPr>
      <p:grpSpPr>
        <a:xfrm>
          <a:off x="0" y="0"/>
          <a:ext cx="0" cy="0"/>
          <a:chOff x="0" y="0"/>
          <a:chExt cx="0" cy="0"/>
        </a:xfrm>
      </p:grpSpPr>
      <p:sp>
        <p:nvSpPr>
          <p:cNvPr id="128" name="Google Shape;128;p15"/>
          <p:cNvSpPr txBox="1">
            <a:spLocks noGrp="1"/>
          </p:cNvSpPr>
          <p:nvPr>
            <p:ph type="ctrTitle"/>
          </p:nvPr>
        </p:nvSpPr>
        <p:spPr>
          <a:xfrm>
            <a:off x="990600" y="131445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9" name="Google Shape;129;p15" descr="Rectangle: Click to edit Master text styles&#10;Second level&#10;Third level&#10;Fourth level&#10;Fifth level"/>
          <p:cNvSpPr txBox="1">
            <a:spLocks noGrp="1"/>
          </p:cNvSpPr>
          <p:nvPr>
            <p:ph type="subTitle" idx="1"/>
          </p:nvPr>
        </p:nvSpPr>
        <p:spPr>
          <a:xfrm>
            <a:off x="990600" y="2482453"/>
            <a:ext cx="6400800" cy="1314600"/>
          </a:xfrm>
          <a:prstGeom prst="rect">
            <a:avLst/>
          </a:prstGeom>
          <a:noFill/>
          <a:ln>
            <a:noFill/>
          </a:ln>
        </p:spPr>
        <p:txBody>
          <a:bodyPr spcFirstLastPara="1" wrap="square" lIns="91425" tIns="45700" rIns="91425" bIns="45700" anchor="t" anchorCtr="0">
            <a:noAutofit/>
          </a:bodyPr>
          <a:lstStyle>
            <a:lvl1pPr lvl="0" algn="l" rtl="0">
              <a:spcBef>
                <a:spcPts val="640"/>
              </a:spcBef>
              <a:spcAft>
                <a:spcPts val="0"/>
              </a:spcAft>
              <a:buSzPts val="1920"/>
              <a:buFont typeface="Noto Sans Symbols"/>
              <a:buNone/>
              <a:defRPr/>
            </a:lvl1pPr>
            <a:lvl2pPr lvl="1" algn="l" rtl="0">
              <a:spcBef>
                <a:spcPts val="360"/>
              </a:spcBef>
              <a:spcAft>
                <a:spcPts val="0"/>
              </a:spcAft>
              <a:buSzPts val="1080"/>
              <a:buChar char="■"/>
              <a:defRPr/>
            </a:lvl2pPr>
            <a:lvl3pPr lvl="2" algn="l" rtl="0">
              <a:spcBef>
                <a:spcPts val="360"/>
              </a:spcBef>
              <a:spcAft>
                <a:spcPts val="0"/>
              </a:spcAft>
              <a:buSzPts val="1710"/>
              <a:buChar char="⬥"/>
              <a:defRPr/>
            </a:lvl3pPr>
            <a:lvl4pPr lvl="3" algn="l" rtl="0">
              <a:spcBef>
                <a:spcPts val="360"/>
              </a:spcBef>
              <a:spcAft>
                <a:spcPts val="0"/>
              </a:spcAft>
              <a:buSzPts val="1170"/>
              <a:buChar char="■"/>
              <a:defRPr/>
            </a:lvl4pPr>
            <a:lvl5pPr lvl="4" algn="l" rtl="0">
              <a:spcBef>
                <a:spcPts val="360"/>
              </a:spcBef>
              <a:spcAft>
                <a:spcPts val="0"/>
              </a:spcAft>
              <a:buSzPts val="1080"/>
              <a:buChar char="■"/>
              <a:defRPr/>
            </a:lvl5pPr>
            <a:lvl6pPr lvl="5" algn="l" rtl="0">
              <a:spcBef>
                <a:spcPts val="360"/>
              </a:spcBef>
              <a:spcAft>
                <a:spcPts val="0"/>
              </a:spcAft>
              <a:buSzPts val="1080"/>
              <a:buChar char="■"/>
              <a:defRPr/>
            </a:lvl6pPr>
            <a:lvl7pPr lvl="6" algn="l" rtl="0">
              <a:spcBef>
                <a:spcPts val="360"/>
              </a:spcBef>
              <a:spcAft>
                <a:spcPts val="0"/>
              </a:spcAft>
              <a:buSzPts val="1080"/>
              <a:buChar char="■"/>
              <a:defRPr/>
            </a:lvl7pPr>
            <a:lvl8pPr lvl="7" algn="l" rtl="0">
              <a:spcBef>
                <a:spcPts val="360"/>
              </a:spcBef>
              <a:spcAft>
                <a:spcPts val="0"/>
              </a:spcAft>
              <a:buSzPts val="1080"/>
              <a:buChar char="■"/>
              <a:defRPr/>
            </a:lvl8pPr>
            <a:lvl9pPr lvl="8" algn="l" rtl="0">
              <a:spcBef>
                <a:spcPts val="360"/>
              </a:spcBef>
              <a:spcAft>
                <a:spcPts val="0"/>
              </a:spcAft>
              <a:buSzPts val="1080"/>
              <a:buChar char="■"/>
              <a:defRPr/>
            </a:lvl9pPr>
          </a:lstStyle>
          <a:p>
            <a:endParaRPr/>
          </a:p>
        </p:txBody>
      </p:sp>
      <p:sp>
        <p:nvSpPr>
          <p:cNvPr id="130" name="Google Shape;130;p15"/>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
        <p:nvSpPr>
          <p:cNvPr id="131" name="Google Shape;131;p15"/>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199"/>
        <p:cNvGrpSpPr/>
        <p:nvPr/>
      </p:nvGrpSpPr>
      <p:grpSpPr>
        <a:xfrm>
          <a:off x="0" y="0"/>
          <a:ext cx="0" cy="0"/>
          <a:chOff x="0" y="0"/>
          <a:chExt cx="0" cy="0"/>
        </a:xfrm>
      </p:grpSpPr>
      <p:sp>
        <p:nvSpPr>
          <p:cNvPr id="200" name="Google Shape;200;p17"/>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1" name="Google Shape;201;p17"/>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02" name="Google Shape;202;p17"/>
          <p:cNvSpPr>
            <a:spLocks noGrp="1"/>
          </p:cNvSpPr>
          <p:nvPr>
            <p:ph type="chart"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03" name="Google Shape;203;p17"/>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4" name="Google Shape;204;p17"/>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5" name="Google Shape;205;p17"/>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06"/>
        <p:cNvGrpSpPr/>
        <p:nvPr/>
      </p:nvGrpSpPr>
      <p:grpSpPr>
        <a:xfrm>
          <a:off x="0" y="0"/>
          <a:ext cx="0" cy="0"/>
          <a:chOff x="0" y="0"/>
          <a:chExt cx="0" cy="0"/>
        </a:xfrm>
      </p:grpSpPr>
      <p:sp>
        <p:nvSpPr>
          <p:cNvPr id="207" name="Google Shape;207;p18"/>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8" name="Google Shape;208;p18"/>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09" name="Google Shape;209;p18"/>
          <p:cNvSpPr txBox="1">
            <a:spLocks noGrp="1"/>
          </p:cNvSpPr>
          <p:nvPr>
            <p:ph type="body"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10" name="Google Shape;210;p18"/>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1" name="Google Shape;211;p18"/>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2" name="Google Shape;212;p18"/>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19"/>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5" name="Google Shape;215;p19"/>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6" name="Google Shape;216;p19"/>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7"/>
        <p:cNvGrpSpPr/>
        <p:nvPr/>
      </p:nvGrpSpPr>
      <p:grpSpPr>
        <a:xfrm>
          <a:off x="0" y="0"/>
          <a:ext cx="0" cy="0"/>
          <a:chOff x="0" y="0"/>
          <a:chExt cx="0" cy="0"/>
        </a:xfrm>
      </p:grpSpPr>
      <p:sp>
        <p:nvSpPr>
          <p:cNvPr id="218" name="Google Shape;218;p20"/>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20"/>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335280" algn="l" rtl="0">
              <a:spcBef>
                <a:spcPts val="560"/>
              </a:spcBef>
              <a:spcAft>
                <a:spcPts val="0"/>
              </a:spcAft>
              <a:buSzPts val="1680"/>
              <a:buChar char="❑"/>
              <a:defRPr sz="2800"/>
            </a:lvl1pPr>
            <a:lvl2pPr marL="914400" lvl="1" indent="-320040" algn="l" rtl="0">
              <a:spcBef>
                <a:spcPts val="480"/>
              </a:spcBef>
              <a:spcAft>
                <a:spcPts val="0"/>
              </a:spcAft>
              <a:buSzPts val="1440"/>
              <a:buChar char="■"/>
              <a:defRPr sz="2400"/>
            </a:lvl2pPr>
            <a:lvl3pPr marL="1371600" lvl="2" indent="-349250" algn="l" rtl="0">
              <a:spcBef>
                <a:spcPts val="400"/>
              </a:spcBef>
              <a:spcAft>
                <a:spcPts val="0"/>
              </a:spcAft>
              <a:buSzPts val="1900"/>
              <a:buChar char="⬥"/>
              <a:defRPr sz="2000"/>
            </a:lvl3pPr>
            <a:lvl4pPr marL="1828800" lvl="3" indent="-302894" algn="l" rtl="0">
              <a:spcBef>
                <a:spcPts val="360"/>
              </a:spcBef>
              <a:spcAft>
                <a:spcPts val="0"/>
              </a:spcAft>
              <a:buSzPts val="1170"/>
              <a:buChar char="■"/>
              <a:defRPr sz="1800"/>
            </a:lvl4pPr>
            <a:lvl5pPr marL="2286000" lvl="4" indent="-297179" algn="l" rtl="0">
              <a:spcBef>
                <a:spcPts val="360"/>
              </a:spcBef>
              <a:spcAft>
                <a:spcPts val="0"/>
              </a:spcAft>
              <a:buSzPts val="1080"/>
              <a:buChar char="■"/>
              <a:defRPr sz="1800"/>
            </a:lvl5pPr>
            <a:lvl6pPr marL="2743200" lvl="5" indent="-297179" algn="l" rtl="0">
              <a:spcBef>
                <a:spcPts val="360"/>
              </a:spcBef>
              <a:spcAft>
                <a:spcPts val="0"/>
              </a:spcAft>
              <a:buSzPts val="1080"/>
              <a:buChar char="■"/>
              <a:defRPr sz="1800"/>
            </a:lvl6pPr>
            <a:lvl7pPr marL="3200400" lvl="6" indent="-297179" algn="l" rtl="0">
              <a:spcBef>
                <a:spcPts val="360"/>
              </a:spcBef>
              <a:spcAft>
                <a:spcPts val="0"/>
              </a:spcAft>
              <a:buSzPts val="1080"/>
              <a:buChar char="■"/>
              <a:defRPr sz="1800"/>
            </a:lvl7pPr>
            <a:lvl8pPr marL="3657600" lvl="7" indent="-297179" algn="l" rtl="0">
              <a:spcBef>
                <a:spcPts val="360"/>
              </a:spcBef>
              <a:spcAft>
                <a:spcPts val="0"/>
              </a:spcAft>
              <a:buSzPts val="1080"/>
              <a:buChar char="■"/>
              <a:defRPr sz="1800"/>
            </a:lvl8pPr>
            <a:lvl9pPr marL="4114800" lvl="8" indent="-297179" algn="l" rtl="0">
              <a:spcBef>
                <a:spcPts val="360"/>
              </a:spcBef>
              <a:spcAft>
                <a:spcPts val="0"/>
              </a:spcAft>
              <a:buSzPts val="1080"/>
              <a:buChar char="■"/>
              <a:defRPr sz="1800"/>
            </a:lvl9pPr>
          </a:lstStyle>
          <a:p>
            <a:endParaRPr/>
          </a:p>
        </p:txBody>
      </p:sp>
      <p:sp>
        <p:nvSpPr>
          <p:cNvPr id="220" name="Google Shape;220;p20"/>
          <p:cNvSpPr txBox="1">
            <a:spLocks noGrp="1"/>
          </p:cNvSpPr>
          <p:nvPr>
            <p:ph type="body"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L="457200" lvl="0" indent="-335280" algn="l" rtl="0">
              <a:spcBef>
                <a:spcPts val="560"/>
              </a:spcBef>
              <a:spcAft>
                <a:spcPts val="0"/>
              </a:spcAft>
              <a:buSzPts val="1680"/>
              <a:buChar char="❑"/>
              <a:defRPr sz="2800"/>
            </a:lvl1pPr>
            <a:lvl2pPr marL="914400" lvl="1" indent="-320040" algn="l" rtl="0">
              <a:spcBef>
                <a:spcPts val="480"/>
              </a:spcBef>
              <a:spcAft>
                <a:spcPts val="0"/>
              </a:spcAft>
              <a:buSzPts val="1440"/>
              <a:buChar char="■"/>
              <a:defRPr sz="2400"/>
            </a:lvl2pPr>
            <a:lvl3pPr marL="1371600" lvl="2" indent="-349250" algn="l" rtl="0">
              <a:spcBef>
                <a:spcPts val="400"/>
              </a:spcBef>
              <a:spcAft>
                <a:spcPts val="0"/>
              </a:spcAft>
              <a:buSzPts val="1900"/>
              <a:buChar char="⬥"/>
              <a:defRPr sz="2000"/>
            </a:lvl3pPr>
            <a:lvl4pPr marL="1828800" lvl="3" indent="-302894" algn="l" rtl="0">
              <a:spcBef>
                <a:spcPts val="360"/>
              </a:spcBef>
              <a:spcAft>
                <a:spcPts val="0"/>
              </a:spcAft>
              <a:buSzPts val="1170"/>
              <a:buChar char="■"/>
              <a:defRPr sz="1800"/>
            </a:lvl4pPr>
            <a:lvl5pPr marL="2286000" lvl="4" indent="-297179" algn="l" rtl="0">
              <a:spcBef>
                <a:spcPts val="360"/>
              </a:spcBef>
              <a:spcAft>
                <a:spcPts val="0"/>
              </a:spcAft>
              <a:buSzPts val="1080"/>
              <a:buChar char="■"/>
              <a:defRPr sz="1800"/>
            </a:lvl5pPr>
            <a:lvl6pPr marL="2743200" lvl="5" indent="-297179" algn="l" rtl="0">
              <a:spcBef>
                <a:spcPts val="360"/>
              </a:spcBef>
              <a:spcAft>
                <a:spcPts val="0"/>
              </a:spcAft>
              <a:buSzPts val="1080"/>
              <a:buChar char="■"/>
              <a:defRPr sz="1800"/>
            </a:lvl6pPr>
            <a:lvl7pPr marL="3200400" lvl="6" indent="-297179" algn="l" rtl="0">
              <a:spcBef>
                <a:spcPts val="360"/>
              </a:spcBef>
              <a:spcAft>
                <a:spcPts val="0"/>
              </a:spcAft>
              <a:buSzPts val="1080"/>
              <a:buChar char="■"/>
              <a:defRPr sz="1800"/>
            </a:lvl7pPr>
            <a:lvl8pPr marL="3657600" lvl="7" indent="-297179" algn="l" rtl="0">
              <a:spcBef>
                <a:spcPts val="360"/>
              </a:spcBef>
              <a:spcAft>
                <a:spcPts val="0"/>
              </a:spcAft>
              <a:buSzPts val="1080"/>
              <a:buChar char="■"/>
              <a:defRPr sz="1800"/>
            </a:lvl8pPr>
            <a:lvl9pPr marL="4114800" lvl="8" indent="-297179" algn="l" rtl="0">
              <a:spcBef>
                <a:spcPts val="360"/>
              </a:spcBef>
              <a:spcAft>
                <a:spcPts val="0"/>
              </a:spcAft>
              <a:buSzPts val="1080"/>
              <a:buChar char="■"/>
              <a:defRPr sz="1800"/>
            </a:lvl9pPr>
          </a:lstStyle>
          <a:p>
            <a:endParaRPr/>
          </a:p>
        </p:txBody>
      </p:sp>
      <p:sp>
        <p:nvSpPr>
          <p:cNvPr id="221" name="Google Shape;221;p20"/>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2" name="Google Shape;222;p20"/>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3" name="Google Shape;223;p20"/>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4"/>
        <p:cNvGrpSpPr/>
        <p:nvPr/>
      </p:nvGrpSpPr>
      <p:grpSpPr>
        <a:xfrm>
          <a:off x="0" y="0"/>
          <a:ext cx="0" cy="0"/>
          <a:chOff x="0" y="0"/>
          <a:chExt cx="0" cy="0"/>
        </a:xfrm>
      </p:grpSpPr>
      <p:sp>
        <p:nvSpPr>
          <p:cNvPr id="225" name="Google Shape;225;p21"/>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6" name="Google Shape;226;p21"/>
          <p:cNvSpPr txBox="1">
            <a:spLocks noGrp="1"/>
          </p:cNvSpPr>
          <p:nvPr>
            <p:ph type="body" idx="1"/>
          </p:nvPr>
        </p:nvSpPr>
        <p:spPr>
          <a:xfrm>
            <a:off x="838200" y="1428750"/>
            <a:ext cx="77724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27" name="Google Shape;227;p21"/>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8" name="Google Shape;228;p21"/>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9" name="Google Shape;229;p21"/>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3.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
        <p:cNvGrpSpPr/>
        <p:nvPr/>
      </p:nvGrpSpPr>
      <p:grpSpPr>
        <a:xfrm>
          <a:off x="0" y="0"/>
          <a:ext cx="0" cy="0"/>
          <a:chOff x="0" y="0"/>
          <a:chExt cx="0" cy="0"/>
        </a:xfrm>
      </p:grpSpPr>
      <p:grpSp>
        <p:nvGrpSpPr>
          <p:cNvPr id="58" name="Google Shape;58;p14"/>
          <p:cNvGrpSpPr/>
          <p:nvPr/>
        </p:nvGrpSpPr>
        <p:grpSpPr>
          <a:xfrm>
            <a:off x="-136525" y="0"/>
            <a:ext cx="9204325" cy="5029200"/>
            <a:chOff x="-86" y="0"/>
            <a:chExt cx="5798" cy="4224"/>
          </a:xfrm>
        </p:grpSpPr>
        <p:grpSp>
          <p:nvGrpSpPr>
            <p:cNvPr id="59" name="Google Shape;59;p14"/>
            <p:cNvGrpSpPr/>
            <p:nvPr/>
          </p:nvGrpSpPr>
          <p:grpSpPr>
            <a:xfrm>
              <a:off x="0" y="0"/>
              <a:ext cx="5712" cy="4224"/>
              <a:chOff x="0" y="0"/>
              <a:chExt cx="5712" cy="4224"/>
            </a:xfrm>
          </p:grpSpPr>
          <p:sp>
            <p:nvSpPr>
              <p:cNvPr id="60" name="Google Shape;60;p14"/>
              <p:cNvSpPr txBox="1"/>
              <p:nvPr/>
            </p:nvSpPr>
            <p:spPr>
              <a:xfrm>
                <a:off x="2112" y="0"/>
                <a:ext cx="3600" cy="0"/>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nvGrpSpPr>
              <p:cNvPr id="61" name="Google Shape;61;p14"/>
              <p:cNvGrpSpPr/>
              <p:nvPr/>
            </p:nvGrpSpPr>
            <p:grpSpPr>
              <a:xfrm>
                <a:off x="0" y="0"/>
                <a:ext cx="5700" cy="4224"/>
                <a:chOff x="0" y="0"/>
                <a:chExt cx="5700" cy="4224"/>
              </a:xfrm>
            </p:grpSpPr>
            <p:cxnSp>
              <p:nvCxnSpPr>
                <p:cNvPr id="62" name="Google Shape;62;p14"/>
                <p:cNvCxnSpPr/>
                <p:nvPr/>
              </p:nvCxnSpPr>
              <p:spPr>
                <a:xfrm>
                  <a:off x="0" y="19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3" name="Google Shape;63;p14"/>
                <p:cNvCxnSpPr/>
                <p:nvPr/>
              </p:nvCxnSpPr>
              <p:spPr>
                <a:xfrm>
                  <a:off x="0" y="38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4" name="Google Shape;64;p14"/>
                <p:cNvCxnSpPr/>
                <p:nvPr/>
              </p:nvCxnSpPr>
              <p:spPr>
                <a:xfrm>
                  <a:off x="0" y="57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5" name="Google Shape;65;p14"/>
                <p:cNvCxnSpPr/>
                <p:nvPr/>
              </p:nvCxnSpPr>
              <p:spPr>
                <a:xfrm>
                  <a:off x="0" y="76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6" name="Google Shape;66;p14"/>
                <p:cNvCxnSpPr/>
                <p:nvPr/>
              </p:nvCxnSpPr>
              <p:spPr>
                <a:xfrm>
                  <a:off x="0" y="96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7" name="Google Shape;67;p14"/>
                <p:cNvCxnSpPr/>
                <p:nvPr/>
              </p:nvCxnSpPr>
              <p:spPr>
                <a:xfrm>
                  <a:off x="0" y="115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8" name="Google Shape;68;p14"/>
                <p:cNvCxnSpPr/>
                <p:nvPr/>
              </p:nvCxnSpPr>
              <p:spPr>
                <a:xfrm>
                  <a:off x="0" y="134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9" name="Google Shape;69;p14"/>
                <p:cNvCxnSpPr/>
                <p:nvPr/>
              </p:nvCxnSpPr>
              <p:spPr>
                <a:xfrm>
                  <a:off x="0" y="153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0" name="Google Shape;70;p14"/>
                <p:cNvCxnSpPr/>
                <p:nvPr/>
              </p:nvCxnSpPr>
              <p:spPr>
                <a:xfrm>
                  <a:off x="0" y="172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1" name="Google Shape;71;p14"/>
                <p:cNvCxnSpPr/>
                <p:nvPr/>
              </p:nvCxnSpPr>
              <p:spPr>
                <a:xfrm>
                  <a:off x="0" y="192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2" name="Google Shape;72;p14"/>
                <p:cNvCxnSpPr/>
                <p:nvPr/>
              </p:nvCxnSpPr>
              <p:spPr>
                <a:xfrm>
                  <a:off x="0" y="211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3" name="Google Shape;73;p14"/>
                <p:cNvCxnSpPr/>
                <p:nvPr/>
              </p:nvCxnSpPr>
              <p:spPr>
                <a:xfrm>
                  <a:off x="0" y="230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4" name="Google Shape;74;p14"/>
                <p:cNvCxnSpPr/>
                <p:nvPr/>
              </p:nvCxnSpPr>
              <p:spPr>
                <a:xfrm>
                  <a:off x="0" y="249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5" name="Google Shape;75;p14"/>
                <p:cNvCxnSpPr/>
                <p:nvPr/>
              </p:nvCxnSpPr>
              <p:spPr>
                <a:xfrm>
                  <a:off x="0" y="268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6" name="Google Shape;76;p14"/>
                <p:cNvCxnSpPr/>
                <p:nvPr/>
              </p:nvCxnSpPr>
              <p:spPr>
                <a:xfrm>
                  <a:off x="0" y="288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7" name="Google Shape;77;p14"/>
                <p:cNvCxnSpPr/>
                <p:nvPr/>
              </p:nvCxnSpPr>
              <p:spPr>
                <a:xfrm>
                  <a:off x="0" y="307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8" name="Google Shape;78;p14"/>
                <p:cNvCxnSpPr/>
                <p:nvPr/>
              </p:nvCxnSpPr>
              <p:spPr>
                <a:xfrm>
                  <a:off x="0" y="326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9" name="Google Shape;79;p14"/>
                <p:cNvCxnSpPr/>
                <p:nvPr/>
              </p:nvCxnSpPr>
              <p:spPr>
                <a:xfrm>
                  <a:off x="0" y="345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0" name="Google Shape;80;p14"/>
                <p:cNvCxnSpPr/>
                <p:nvPr/>
              </p:nvCxnSpPr>
              <p:spPr>
                <a:xfrm>
                  <a:off x="0" y="364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1" name="Google Shape;81;p14"/>
                <p:cNvCxnSpPr/>
                <p:nvPr/>
              </p:nvCxnSpPr>
              <p:spPr>
                <a:xfrm>
                  <a:off x="0" y="384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2" name="Google Shape;82;p14"/>
                <p:cNvCxnSpPr/>
                <p:nvPr/>
              </p:nvCxnSpPr>
              <p:spPr>
                <a:xfrm>
                  <a:off x="0" y="403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3" name="Google Shape;83;p14"/>
                <p:cNvCxnSpPr/>
                <p:nvPr/>
              </p:nvCxnSpPr>
              <p:spPr>
                <a:xfrm>
                  <a:off x="0" y="422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4" name="Google Shape;84;p14"/>
                <p:cNvCxnSpPr/>
                <p:nvPr/>
              </p:nvCxnSpPr>
              <p:spPr>
                <a:xfrm>
                  <a:off x="1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5" name="Google Shape;85;p14"/>
                <p:cNvCxnSpPr/>
                <p:nvPr/>
              </p:nvCxnSpPr>
              <p:spPr>
                <a:xfrm>
                  <a:off x="3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6" name="Google Shape;86;p14"/>
                <p:cNvCxnSpPr/>
                <p:nvPr/>
              </p:nvCxnSpPr>
              <p:spPr>
                <a:xfrm>
                  <a:off x="5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7" name="Google Shape;87;p14"/>
                <p:cNvCxnSpPr/>
                <p:nvPr/>
              </p:nvCxnSpPr>
              <p:spPr>
                <a:xfrm>
                  <a:off x="76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8" name="Google Shape;88;p14"/>
                <p:cNvCxnSpPr/>
                <p:nvPr/>
              </p:nvCxnSpPr>
              <p:spPr>
                <a:xfrm>
                  <a:off x="96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9" name="Google Shape;89;p14"/>
                <p:cNvCxnSpPr/>
                <p:nvPr/>
              </p:nvCxnSpPr>
              <p:spPr>
                <a:xfrm>
                  <a:off x="115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0" name="Google Shape;90;p14"/>
                <p:cNvCxnSpPr/>
                <p:nvPr/>
              </p:nvCxnSpPr>
              <p:spPr>
                <a:xfrm>
                  <a:off x="134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1" name="Google Shape;91;p14"/>
                <p:cNvCxnSpPr/>
                <p:nvPr/>
              </p:nvCxnSpPr>
              <p:spPr>
                <a:xfrm>
                  <a:off x="153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2" name="Google Shape;92;p14"/>
                <p:cNvCxnSpPr/>
                <p:nvPr/>
              </p:nvCxnSpPr>
              <p:spPr>
                <a:xfrm>
                  <a:off x="172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3" name="Google Shape;93;p14"/>
                <p:cNvCxnSpPr/>
                <p:nvPr/>
              </p:nvCxnSpPr>
              <p:spPr>
                <a:xfrm>
                  <a:off x="192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4" name="Google Shape;94;p14"/>
                <p:cNvCxnSpPr/>
                <p:nvPr/>
              </p:nvCxnSpPr>
              <p:spPr>
                <a:xfrm>
                  <a:off x="211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5" name="Google Shape;95;p14"/>
                <p:cNvCxnSpPr/>
                <p:nvPr/>
              </p:nvCxnSpPr>
              <p:spPr>
                <a:xfrm>
                  <a:off x="230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6" name="Google Shape;96;p14"/>
                <p:cNvCxnSpPr/>
                <p:nvPr/>
              </p:nvCxnSpPr>
              <p:spPr>
                <a:xfrm>
                  <a:off x="249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7" name="Google Shape;97;p14"/>
                <p:cNvCxnSpPr/>
                <p:nvPr/>
              </p:nvCxnSpPr>
              <p:spPr>
                <a:xfrm>
                  <a:off x="268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8" name="Google Shape;98;p14"/>
                <p:cNvCxnSpPr/>
                <p:nvPr/>
              </p:nvCxnSpPr>
              <p:spPr>
                <a:xfrm>
                  <a:off x="288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9" name="Google Shape;99;p14"/>
                <p:cNvCxnSpPr/>
                <p:nvPr/>
              </p:nvCxnSpPr>
              <p:spPr>
                <a:xfrm>
                  <a:off x="307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0" name="Google Shape;100;p14"/>
                <p:cNvCxnSpPr/>
                <p:nvPr/>
              </p:nvCxnSpPr>
              <p:spPr>
                <a:xfrm>
                  <a:off x="326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1" name="Google Shape;101;p14"/>
                <p:cNvCxnSpPr/>
                <p:nvPr/>
              </p:nvCxnSpPr>
              <p:spPr>
                <a:xfrm>
                  <a:off x="345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2" name="Google Shape;102;p14"/>
                <p:cNvCxnSpPr/>
                <p:nvPr/>
              </p:nvCxnSpPr>
              <p:spPr>
                <a:xfrm>
                  <a:off x="364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3" name="Google Shape;103;p14"/>
                <p:cNvCxnSpPr/>
                <p:nvPr/>
              </p:nvCxnSpPr>
              <p:spPr>
                <a:xfrm>
                  <a:off x="384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4" name="Google Shape;104;p14"/>
                <p:cNvCxnSpPr/>
                <p:nvPr/>
              </p:nvCxnSpPr>
              <p:spPr>
                <a:xfrm>
                  <a:off x="403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5" name="Google Shape;105;p14"/>
                <p:cNvCxnSpPr/>
                <p:nvPr/>
              </p:nvCxnSpPr>
              <p:spPr>
                <a:xfrm>
                  <a:off x="422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6" name="Google Shape;106;p14"/>
                <p:cNvCxnSpPr/>
                <p:nvPr/>
              </p:nvCxnSpPr>
              <p:spPr>
                <a:xfrm>
                  <a:off x="441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7" name="Google Shape;107;p14"/>
                <p:cNvCxnSpPr/>
                <p:nvPr/>
              </p:nvCxnSpPr>
              <p:spPr>
                <a:xfrm>
                  <a:off x="460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8" name="Google Shape;108;p14"/>
                <p:cNvCxnSpPr/>
                <p:nvPr/>
              </p:nvCxnSpPr>
              <p:spPr>
                <a:xfrm>
                  <a:off x="480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9" name="Google Shape;109;p14"/>
                <p:cNvCxnSpPr/>
                <p:nvPr/>
              </p:nvCxnSpPr>
              <p:spPr>
                <a:xfrm>
                  <a:off x="49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10" name="Google Shape;110;p14"/>
                <p:cNvCxnSpPr/>
                <p:nvPr/>
              </p:nvCxnSpPr>
              <p:spPr>
                <a:xfrm>
                  <a:off x="51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11" name="Google Shape;111;p14"/>
                <p:cNvCxnSpPr/>
                <p:nvPr/>
              </p:nvCxnSpPr>
              <p:spPr>
                <a:xfrm>
                  <a:off x="53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12" name="Google Shape;112;p14"/>
                <p:cNvCxnSpPr/>
                <p:nvPr/>
              </p:nvCxnSpPr>
              <p:spPr>
                <a:xfrm>
                  <a:off x="5568" y="0"/>
                  <a:ext cx="0" cy="4200"/>
                </a:xfrm>
                <a:prstGeom prst="straightConnector1">
                  <a:avLst/>
                </a:prstGeom>
                <a:noFill/>
                <a:ln w="9525" cap="flat" cmpd="sng">
                  <a:solidFill>
                    <a:schemeClr val="folHlink"/>
                  </a:solidFill>
                  <a:prstDash val="solid"/>
                  <a:miter lim="800000"/>
                  <a:headEnd type="none" w="med" len="med"/>
                  <a:tailEnd type="none" w="med" len="med"/>
                </a:ln>
              </p:spPr>
            </p:cxnSp>
          </p:grpSp>
          <p:cxnSp>
            <p:nvCxnSpPr>
              <p:cNvPr id="113" name="Google Shape;113;p14"/>
              <p:cNvCxnSpPr/>
              <p:nvPr/>
            </p:nvCxnSpPr>
            <p:spPr>
              <a:xfrm>
                <a:off x="5568" y="0"/>
                <a:ext cx="0" cy="1500"/>
              </a:xfrm>
              <a:prstGeom prst="straightConnector1">
                <a:avLst/>
              </a:prstGeom>
              <a:noFill/>
              <a:ln w="9525" cap="flat" cmpd="sng">
                <a:solidFill>
                  <a:schemeClr val="hlink"/>
                </a:solidFill>
                <a:prstDash val="solid"/>
                <a:miter lim="800000"/>
                <a:headEnd type="none" w="med" len="med"/>
                <a:tailEnd type="none" w="med" len="med"/>
              </a:ln>
            </p:spPr>
          </p:cxnSp>
        </p:grpSp>
        <p:grpSp>
          <p:nvGrpSpPr>
            <p:cNvPr id="114" name="Google Shape;114;p14"/>
            <p:cNvGrpSpPr/>
            <p:nvPr/>
          </p:nvGrpSpPr>
          <p:grpSpPr>
            <a:xfrm>
              <a:off x="-86" y="559"/>
              <a:ext cx="4281" cy="1800"/>
              <a:chOff x="-86" y="559"/>
              <a:chExt cx="4281" cy="1800"/>
            </a:xfrm>
          </p:grpSpPr>
          <p:cxnSp>
            <p:nvCxnSpPr>
              <p:cNvPr id="115" name="Google Shape;115;p14"/>
              <p:cNvCxnSpPr/>
              <p:nvPr/>
            </p:nvCxnSpPr>
            <p:spPr>
              <a:xfrm>
                <a:off x="506" y="559"/>
                <a:ext cx="0" cy="1800"/>
              </a:xfrm>
              <a:prstGeom prst="straightConnector1">
                <a:avLst/>
              </a:prstGeom>
              <a:noFill/>
              <a:ln w="9525" cap="flat" cmpd="sng">
                <a:solidFill>
                  <a:schemeClr val="hlink"/>
                </a:solidFill>
                <a:prstDash val="solid"/>
                <a:miter lim="800000"/>
                <a:headEnd type="none" w="med" len="med"/>
                <a:tailEnd type="none" w="med" len="med"/>
              </a:ln>
            </p:spPr>
          </p:cxnSp>
          <p:cxnSp>
            <p:nvCxnSpPr>
              <p:cNvPr id="116" name="Google Shape;116;p14"/>
              <p:cNvCxnSpPr/>
              <p:nvPr/>
            </p:nvCxnSpPr>
            <p:spPr>
              <a:xfrm rot="10800000">
                <a:off x="-86" y="1925"/>
                <a:ext cx="3300" cy="0"/>
              </a:xfrm>
              <a:prstGeom prst="straightConnector1">
                <a:avLst/>
              </a:prstGeom>
              <a:noFill/>
              <a:ln w="9525" cap="flat" cmpd="sng">
                <a:solidFill>
                  <a:schemeClr val="hlink"/>
                </a:solidFill>
                <a:prstDash val="solid"/>
                <a:miter lim="800000"/>
                <a:headEnd type="none" w="med" len="med"/>
                <a:tailEnd type="none" w="med" len="med"/>
              </a:ln>
            </p:spPr>
          </p:cxnSp>
          <p:cxnSp>
            <p:nvCxnSpPr>
              <p:cNvPr id="117" name="Google Shape;117;p14"/>
              <p:cNvCxnSpPr/>
              <p:nvPr/>
            </p:nvCxnSpPr>
            <p:spPr>
              <a:xfrm rot="10800000">
                <a:off x="295" y="939"/>
                <a:ext cx="3900" cy="0"/>
              </a:xfrm>
              <a:prstGeom prst="straightConnector1">
                <a:avLst/>
              </a:prstGeom>
              <a:noFill/>
              <a:ln w="9525" cap="flat" cmpd="sng">
                <a:solidFill>
                  <a:schemeClr val="hlink"/>
                </a:solidFill>
                <a:prstDash val="solid"/>
                <a:miter lim="800000"/>
                <a:headEnd type="none" w="med" len="med"/>
                <a:tailEnd type="none" w="med" len="med"/>
              </a:ln>
            </p:spPr>
          </p:cxnSp>
          <p:sp>
            <p:nvSpPr>
              <p:cNvPr id="118" name="Google Shape;118;p14"/>
              <p:cNvSpPr/>
              <p:nvPr/>
            </p:nvSpPr>
            <p:spPr>
              <a:xfrm rot="-5400000" flipH="1">
                <a:off x="425" y="860"/>
                <a:ext cx="108" cy="108"/>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119" name="Google Shape;119;p14"/>
            <p:cNvGrpSpPr/>
            <p:nvPr/>
          </p:nvGrpSpPr>
          <p:grpSpPr>
            <a:xfrm>
              <a:off x="1480" y="1952"/>
              <a:ext cx="3900" cy="1800"/>
              <a:chOff x="1480" y="1952"/>
              <a:chExt cx="3900" cy="1800"/>
            </a:xfrm>
          </p:grpSpPr>
          <p:cxnSp>
            <p:nvCxnSpPr>
              <p:cNvPr id="120" name="Google Shape;120;p14"/>
              <p:cNvCxnSpPr/>
              <p:nvPr/>
            </p:nvCxnSpPr>
            <p:spPr>
              <a:xfrm>
                <a:off x="1480" y="3442"/>
                <a:ext cx="3900" cy="0"/>
              </a:xfrm>
              <a:prstGeom prst="straightConnector1">
                <a:avLst/>
              </a:prstGeom>
              <a:noFill/>
              <a:ln w="9525" cap="flat" cmpd="sng">
                <a:solidFill>
                  <a:schemeClr val="hlink"/>
                </a:solidFill>
                <a:prstDash val="solid"/>
                <a:miter lim="800000"/>
                <a:headEnd type="none" w="med" len="med"/>
                <a:tailEnd type="none" w="med" len="med"/>
              </a:ln>
            </p:spPr>
          </p:cxnSp>
          <p:cxnSp>
            <p:nvCxnSpPr>
              <p:cNvPr id="121" name="Google Shape;121;p14"/>
              <p:cNvCxnSpPr/>
              <p:nvPr/>
            </p:nvCxnSpPr>
            <p:spPr>
              <a:xfrm>
                <a:off x="5172" y="1952"/>
                <a:ext cx="0" cy="1800"/>
              </a:xfrm>
              <a:prstGeom prst="straightConnector1">
                <a:avLst/>
              </a:prstGeom>
              <a:noFill/>
              <a:ln w="9525" cap="flat" cmpd="sng">
                <a:solidFill>
                  <a:schemeClr val="hlink"/>
                </a:solidFill>
                <a:prstDash val="solid"/>
                <a:miter lim="800000"/>
                <a:headEnd type="none" w="med" len="med"/>
                <a:tailEnd type="none" w="med" len="med"/>
              </a:ln>
            </p:spPr>
          </p:cxnSp>
          <p:sp>
            <p:nvSpPr>
              <p:cNvPr id="122" name="Google Shape;122;p14"/>
              <p:cNvSpPr/>
              <p:nvPr/>
            </p:nvSpPr>
            <p:spPr>
              <a:xfrm rot="5400000">
                <a:off x="5145" y="3347"/>
                <a:ext cx="108" cy="108"/>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123" name="Google Shape;123;p14"/>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24" name="Google Shape;124;p14" descr="Rectangle: Click to edit Master text styles &#10;Second level &#10;Third level &#10;Fourth level &#10;Fifth level"/>
          <p:cNvSpPr txBox="1">
            <a:spLocks noGrp="1"/>
          </p:cNvSpPr>
          <p:nvPr>
            <p:ph type="body" idx="1"/>
          </p:nvPr>
        </p:nvSpPr>
        <p:spPr>
          <a:xfrm>
            <a:off x="838200" y="1428750"/>
            <a:ext cx="7772400" cy="30861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5" name="Google Shape;125;p14"/>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
        <p:nvSpPr>
          <p:cNvPr id="126" name="Google Shape;126;p14"/>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grpSp>
        <p:nvGrpSpPr>
          <p:cNvPr id="133" name="Google Shape;133;p16"/>
          <p:cNvGrpSpPr/>
          <p:nvPr/>
        </p:nvGrpSpPr>
        <p:grpSpPr>
          <a:xfrm>
            <a:off x="0" y="0"/>
            <a:ext cx="9067800" cy="5029200"/>
            <a:chOff x="0" y="0"/>
            <a:chExt cx="5712" cy="4224"/>
          </a:xfrm>
        </p:grpSpPr>
        <p:grpSp>
          <p:nvGrpSpPr>
            <p:cNvPr id="134" name="Google Shape;134;p16"/>
            <p:cNvGrpSpPr/>
            <p:nvPr/>
          </p:nvGrpSpPr>
          <p:grpSpPr>
            <a:xfrm>
              <a:off x="0" y="0"/>
              <a:ext cx="5700" cy="4224"/>
              <a:chOff x="0" y="0"/>
              <a:chExt cx="5700" cy="4224"/>
            </a:xfrm>
          </p:grpSpPr>
          <p:grpSp>
            <p:nvGrpSpPr>
              <p:cNvPr id="135" name="Google Shape;135;p16"/>
              <p:cNvGrpSpPr/>
              <p:nvPr/>
            </p:nvGrpSpPr>
            <p:grpSpPr>
              <a:xfrm>
                <a:off x="0" y="192"/>
                <a:ext cx="5700" cy="4032"/>
                <a:chOff x="0" y="192"/>
                <a:chExt cx="5700" cy="4032"/>
              </a:xfrm>
            </p:grpSpPr>
            <p:cxnSp>
              <p:nvCxnSpPr>
                <p:cNvPr id="136" name="Google Shape;136;p16"/>
                <p:cNvCxnSpPr/>
                <p:nvPr/>
              </p:nvCxnSpPr>
              <p:spPr>
                <a:xfrm>
                  <a:off x="0" y="19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37" name="Google Shape;137;p16"/>
                <p:cNvCxnSpPr/>
                <p:nvPr/>
              </p:nvCxnSpPr>
              <p:spPr>
                <a:xfrm>
                  <a:off x="0" y="38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38" name="Google Shape;138;p16"/>
                <p:cNvCxnSpPr/>
                <p:nvPr/>
              </p:nvCxnSpPr>
              <p:spPr>
                <a:xfrm>
                  <a:off x="0" y="57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39" name="Google Shape;139;p16"/>
                <p:cNvCxnSpPr/>
                <p:nvPr/>
              </p:nvCxnSpPr>
              <p:spPr>
                <a:xfrm>
                  <a:off x="0" y="76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0" name="Google Shape;140;p16"/>
                <p:cNvCxnSpPr/>
                <p:nvPr/>
              </p:nvCxnSpPr>
              <p:spPr>
                <a:xfrm>
                  <a:off x="0" y="96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1" name="Google Shape;141;p16"/>
                <p:cNvCxnSpPr/>
                <p:nvPr/>
              </p:nvCxnSpPr>
              <p:spPr>
                <a:xfrm>
                  <a:off x="0" y="115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2" name="Google Shape;142;p16"/>
                <p:cNvCxnSpPr/>
                <p:nvPr/>
              </p:nvCxnSpPr>
              <p:spPr>
                <a:xfrm>
                  <a:off x="0" y="134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3" name="Google Shape;143;p16"/>
                <p:cNvCxnSpPr/>
                <p:nvPr/>
              </p:nvCxnSpPr>
              <p:spPr>
                <a:xfrm>
                  <a:off x="0" y="153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4" name="Google Shape;144;p16"/>
                <p:cNvCxnSpPr/>
                <p:nvPr/>
              </p:nvCxnSpPr>
              <p:spPr>
                <a:xfrm>
                  <a:off x="0" y="172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5" name="Google Shape;145;p16"/>
                <p:cNvCxnSpPr/>
                <p:nvPr/>
              </p:nvCxnSpPr>
              <p:spPr>
                <a:xfrm>
                  <a:off x="0" y="192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6" name="Google Shape;146;p16"/>
                <p:cNvCxnSpPr/>
                <p:nvPr/>
              </p:nvCxnSpPr>
              <p:spPr>
                <a:xfrm>
                  <a:off x="0" y="211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7" name="Google Shape;147;p16"/>
                <p:cNvCxnSpPr/>
                <p:nvPr/>
              </p:nvCxnSpPr>
              <p:spPr>
                <a:xfrm>
                  <a:off x="0" y="230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8" name="Google Shape;148;p16"/>
                <p:cNvCxnSpPr/>
                <p:nvPr/>
              </p:nvCxnSpPr>
              <p:spPr>
                <a:xfrm>
                  <a:off x="0" y="249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9" name="Google Shape;149;p16"/>
                <p:cNvCxnSpPr/>
                <p:nvPr/>
              </p:nvCxnSpPr>
              <p:spPr>
                <a:xfrm>
                  <a:off x="0" y="268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0" name="Google Shape;150;p16"/>
                <p:cNvCxnSpPr/>
                <p:nvPr/>
              </p:nvCxnSpPr>
              <p:spPr>
                <a:xfrm>
                  <a:off x="0" y="288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1" name="Google Shape;151;p16"/>
                <p:cNvCxnSpPr/>
                <p:nvPr/>
              </p:nvCxnSpPr>
              <p:spPr>
                <a:xfrm>
                  <a:off x="0" y="307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2" name="Google Shape;152;p16"/>
                <p:cNvCxnSpPr/>
                <p:nvPr/>
              </p:nvCxnSpPr>
              <p:spPr>
                <a:xfrm>
                  <a:off x="0" y="326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3" name="Google Shape;153;p16"/>
                <p:cNvCxnSpPr/>
                <p:nvPr/>
              </p:nvCxnSpPr>
              <p:spPr>
                <a:xfrm>
                  <a:off x="0" y="345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4" name="Google Shape;154;p16"/>
                <p:cNvCxnSpPr/>
                <p:nvPr/>
              </p:nvCxnSpPr>
              <p:spPr>
                <a:xfrm>
                  <a:off x="0" y="364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5" name="Google Shape;155;p16"/>
                <p:cNvCxnSpPr/>
                <p:nvPr/>
              </p:nvCxnSpPr>
              <p:spPr>
                <a:xfrm>
                  <a:off x="0" y="384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6" name="Google Shape;156;p16"/>
                <p:cNvCxnSpPr/>
                <p:nvPr/>
              </p:nvCxnSpPr>
              <p:spPr>
                <a:xfrm>
                  <a:off x="0" y="403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7" name="Google Shape;157;p16"/>
                <p:cNvCxnSpPr/>
                <p:nvPr/>
              </p:nvCxnSpPr>
              <p:spPr>
                <a:xfrm>
                  <a:off x="0" y="4224"/>
                  <a:ext cx="5700" cy="0"/>
                </a:xfrm>
                <a:prstGeom prst="straightConnector1">
                  <a:avLst/>
                </a:prstGeom>
                <a:noFill/>
                <a:ln w="9525" cap="flat" cmpd="sng">
                  <a:solidFill>
                    <a:schemeClr val="folHlink"/>
                  </a:solidFill>
                  <a:prstDash val="solid"/>
                  <a:miter lim="800000"/>
                  <a:headEnd type="none" w="med" len="med"/>
                  <a:tailEnd type="none" w="med" len="med"/>
                </a:ln>
              </p:spPr>
            </p:cxnSp>
          </p:grpSp>
          <p:grpSp>
            <p:nvGrpSpPr>
              <p:cNvPr id="158" name="Google Shape;158;p16"/>
              <p:cNvGrpSpPr/>
              <p:nvPr/>
            </p:nvGrpSpPr>
            <p:grpSpPr>
              <a:xfrm>
                <a:off x="192" y="0"/>
                <a:ext cx="5376" cy="4200"/>
                <a:chOff x="192" y="0"/>
                <a:chExt cx="5376" cy="4200"/>
              </a:xfrm>
            </p:grpSpPr>
            <p:cxnSp>
              <p:nvCxnSpPr>
                <p:cNvPr id="159" name="Google Shape;159;p16"/>
                <p:cNvCxnSpPr/>
                <p:nvPr/>
              </p:nvCxnSpPr>
              <p:spPr>
                <a:xfrm>
                  <a:off x="1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0" name="Google Shape;160;p16"/>
                <p:cNvCxnSpPr/>
                <p:nvPr/>
              </p:nvCxnSpPr>
              <p:spPr>
                <a:xfrm>
                  <a:off x="3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1" name="Google Shape;161;p16"/>
                <p:cNvCxnSpPr/>
                <p:nvPr/>
              </p:nvCxnSpPr>
              <p:spPr>
                <a:xfrm>
                  <a:off x="5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2" name="Google Shape;162;p16"/>
                <p:cNvCxnSpPr/>
                <p:nvPr/>
              </p:nvCxnSpPr>
              <p:spPr>
                <a:xfrm>
                  <a:off x="76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3" name="Google Shape;163;p16"/>
                <p:cNvCxnSpPr/>
                <p:nvPr/>
              </p:nvCxnSpPr>
              <p:spPr>
                <a:xfrm>
                  <a:off x="96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4" name="Google Shape;164;p16"/>
                <p:cNvCxnSpPr/>
                <p:nvPr/>
              </p:nvCxnSpPr>
              <p:spPr>
                <a:xfrm>
                  <a:off x="115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5" name="Google Shape;165;p16"/>
                <p:cNvCxnSpPr/>
                <p:nvPr/>
              </p:nvCxnSpPr>
              <p:spPr>
                <a:xfrm>
                  <a:off x="134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6" name="Google Shape;166;p16"/>
                <p:cNvCxnSpPr/>
                <p:nvPr/>
              </p:nvCxnSpPr>
              <p:spPr>
                <a:xfrm>
                  <a:off x="153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7" name="Google Shape;167;p16"/>
                <p:cNvCxnSpPr/>
                <p:nvPr/>
              </p:nvCxnSpPr>
              <p:spPr>
                <a:xfrm>
                  <a:off x="172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8" name="Google Shape;168;p16"/>
                <p:cNvCxnSpPr/>
                <p:nvPr/>
              </p:nvCxnSpPr>
              <p:spPr>
                <a:xfrm>
                  <a:off x="192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9" name="Google Shape;169;p16"/>
                <p:cNvCxnSpPr/>
                <p:nvPr/>
              </p:nvCxnSpPr>
              <p:spPr>
                <a:xfrm>
                  <a:off x="211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0" name="Google Shape;170;p16"/>
                <p:cNvCxnSpPr/>
                <p:nvPr/>
              </p:nvCxnSpPr>
              <p:spPr>
                <a:xfrm>
                  <a:off x="230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1" name="Google Shape;171;p16"/>
                <p:cNvCxnSpPr/>
                <p:nvPr/>
              </p:nvCxnSpPr>
              <p:spPr>
                <a:xfrm>
                  <a:off x="249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2" name="Google Shape;172;p16"/>
                <p:cNvCxnSpPr/>
                <p:nvPr/>
              </p:nvCxnSpPr>
              <p:spPr>
                <a:xfrm>
                  <a:off x="268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3" name="Google Shape;173;p16"/>
                <p:cNvCxnSpPr/>
                <p:nvPr/>
              </p:nvCxnSpPr>
              <p:spPr>
                <a:xfrm>
                  <a:off x="288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4" name="Google Shape;174;p16"/>
                <p:cNvCxnSpPr/>
                <p:nvPr/>
              </p:nvCxnSpPr>
              <p:spPr>
                <a:xfrm>
                  <a:off x="307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5" name="Google Shape;175;p16"/>
                <p:cNvCxnSpPr/>
                <p:nvPr/>
              </p:nvCxnSpPr>
              <p:spPr>
                <a:xfrm>
                  <a:off x="326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6" name="Google Shape;176;p16"/>
                <p:cNvCxnSpPr/>
                <p:nvPr/>
              </p:nvCxnSpPr>
              <p:spPr>
                <a:xfrm>
                  <a:off x="345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7" name="Google Shape;177;p16"/>
                <p:cNvCxnSpPr/>
                <p:nvPr/>
              </p:nvCxnSpPr>
              <p:spPr>
                <a:xfrm>
                  <a:off x="364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8" name="Google Shape;178;p16"/>
                <p:cNvCxnSpPr/>
                <p:nvPr/>
              </p:nvCxnSpPr>
              <p:spPr>
                <a:xfrm>
                  <a:off x="384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9" name="Google Shape;179;p16"/>
                <p:cNvCxnSpPr/>
                <p:nvPr/>
              </p:nvCxnSpPr>
              <p:spPr>
                <a:xfrm>
                  <a:off x="403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0" name="Google Shape;180;p16"/>
                <p:cNvCxnSpPr/>
                <p:nvPr/>
              </p:nvCxnSpPr>
              <p:spPr>
                <a:xfrm>
                  <a:off x="422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1" name="Google Shape;181;p16"/>
                <p:cNvCxnSpPr/>
                <p:nvPr/>
              </p:nvCxnSpPr>
              <p:spPr>
                <a:xfrm>
                  <a:off x="441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2" name="Google Shape;182;p16"/>
                <p:cNvCxnSpPr/>
                <p:nvPr/>
              </p:nvCxnSpPr>
              <p:spPr>
                <a:xfrm>
                  <a:off x="460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3" name="Google Shape;183;p16"/>
                <p:cNvCxnSpPr/>
                <p:nvPr/>
              </p:nvCxnSpPr>
              <p:spPr>
                <a:xfrm>
                  <a:off x="480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4" name="Google Shape;184;p16"/>
                <p:cNvCxnSpPr/>
                <p:nvPr/>
              </p:nvCxnSpPr>
              <p:spPr>
                <a:xfrm>
                  <a:off x="49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5" name="Google Shape;185;p16"/>
                <p:cNvCxnSpPr/>
                <p:nvPr/>
              </p:nvCxnSpPr>
              <p:spPr>
                <a:xfrm>
                  <a:off x="51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6" name="Google Shape;186;p16"/>
                <p:cNvCxnSpPr/>
                <p:nvPr/>
              </p:nvCxnSpPr>
              <p:spPr>
                <a:xfrm>
                  <a:off x="53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7" name="Google Shape;187;p16"/>
                <p:cNvCxnSpPr/>
                <p:nvPr/>
              </p:nvCxnSpPr>
              <p:spPr>
                <a:xfrm>
                  <a:off x="5568" y="0"/>
                  <a:ext cx="0" cy="4200"/>
                </a:xfrm>
                <a:prstGeom prst="straightConnector1">
                  <a:avLst/>
                </a:prstGeom>
                <a:noFill/>
                <a:ln w="9525" cap="flat" cmpd="sng">
                  <a:solidFill>
                    <a:schemeClr val="folHlink"/>
                  </a:solidFill>
                  <a:prstDash val="solid"/>
                  <a:miter lim="800000"/>
                  <a:headEnd type="none" w="med" len="med"/>
                  <a:tailEnd type="none" w="med" len="med"/>
                </a:ln>
              </p:spPr>
            </p:cxnSp>
          </p:grpSp>
        </p:grpSp>
        <p:sp>
          <p:nvSpPr>
            <p:cNvPr id="188" name="Google Shape;188;p16" descr="60%"/>
            <p:cNvSpPr txBox="1"/>
            <p:nvPr/>
          </p:nvSpPr>
          <p:spPr>
            <a:xfrm>
              <a:off x="2112" y="0"/>
              <a:ext cx="3600" cy="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cxnSp>
          <p:nvCxnSpPr>
            <p:cNvPr id="189" name="Google Shape;189;p16"/>
            <p:cNvCxnSpPr/>
            <p:nvPr/>
          </p:nvCxnSpPr>
          <p:spPr>
            <a:xfrm>
              <a:off x="5568" y="0"/>
              <a:ext cx="0" cy="1500"/>
            </a:xfrm>
            <a:prstGeom prst="straightConnector1">
              <a:avLst/>
            </a:prstGeom>
            <a:noFill/>
            <a:ln w="9525" cap="flat" cmpd="sng">
              <a:solidFill>
                <a:schemeClr val="hlink"/>
              </a:solidFill>
              <a:prstDash val="solid"/>
              <a:miter lim="800000"/>
              <a:headEnd type="none" w="med" len="med"/>
              <a:tailEnd type="none" w="med" len="med"/>
            </a:ln>
          </p:spPr>
        </p:cxnSp>
        <p:grpSp>
          <p:nvGrpSpPr>
            <p:cNvPr id="190" name="Google Shape;190;p16"/>
            <p:cNvGrpSpPr/>
            <p:nvPr/>
          </p:nvGrpSpPr>
          <p:grpSpPr>
            <a:xfrm>
              <a:off x="316" y="892"/>
              <a:ext cx="1069" cy="1529"/>
              <a:chOff x="204" y="916"/>
              <a:chExt cx="2100" cy="3004"/>
            </a:xfrm>
          </p:grpSpPr>
          <p:cxnSp>
            <p:nvCxnSpPr>
              <p:cNvPr id="191" name="Google Shape;191;p16"/>
              <p:cNvCxnSpPr/>
              <p:nvPr/>
            </p:nvCxnSpPr>
            <p:spPr>
              <a:xfrm rot="10800000">
                <a:off x="204" y="1038"/>
                <a:ext cx="2100" cy="0"/>
              </a:xfrm>
              <a:prstGeom prst="straightConnector1">
                <a:avLst/>
              </a:prstGeom>
              <a:noFill/>
              <a:ln w="9525" cap="flat" cmpd="sng">
                <a:solidFill>
                  <a:schemeClr val="hlink"/>
                </a:solidFill>
                <a:prstDash val="solid"/>
                <a:miter lim="800000"/>
                <a:headEnd type="none" w="med" len="med"/>
                <a:tailEnd type="none" w="med" len="med"/>
              </a:ln>
            </p:spPr>
          </p:cxnSp>
          <p:cxnSp>
            <p:nvCxnSpPr>
              <p:cNvPr id="192" name="Google Shape;192;p16"/>
              <p:cNvCxnSpPr/>
              <p:nvPr/>
            </p:nvCxnSpPr>
            <p:spPr>
              <a:xfrm>
                <a:off x="336" y="920"/>
                <a:ext cx="0" cy="3000"/>
              </a:xfrm>
              <a:prstGeom prst="straightConnector1">
                <a:avLst/>
              </a:prstGeom>
              <a:noFill/>
              <a:ln w="9525" cap="flat" cmpd="sng">
                <a:solidFill>
                  <a:schemeClr val="hlink"/>
                </a:solidFill>
                <a:prstDash val="solid"/>
                <a:miter lim="800000"/>
                <a:headEnd type="none" w="med" len="med"/>
                <a:tailEnd type="none" w="med" len="med"/>
              </a:ln>
            </p:spPr>
          </p:cxnSp>
          <p:sp>
            <p:nvSpPr>
              <p:cNvPr id="193" name="Google Shape;193;p16"/>
              <p:cNvSpPr/>
              <p:nvPr/>
            </p:nvSpPr>
            <p:spPr>
              <a:xfrm flipH="1">
                <a:off x="240" y="916"/>
                <a:ext cx="216" cy="216"/>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194" name="Google Shape;194;p16"/>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95" name="Google Shape;195;p16" descr="Rectangle: Click to edit Master text styles &#10;Second level &#10;Third level &#10;Fourth level &#10;Fifth level"/>
          <p:cNvSpPr txBox="1">
            <a:spLocks noGrp="1"/>
          </p:cNvSpPr>
          <p:nvPr>
            <p:ph type="body" idx="1"/>
          </p:nvPr>
        </p:nvSpPr>
        <p:spPr>
          <a:xfrm>
            <a:off x="838200" y="1428750"/>
            <a:ext cx="7772400" cy="30861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96" name="Google Shape;196;p16"/>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97" name="Google Shape;197;p16"/>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98" name="Google Shape;198;p16"/>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hyperlink" Target="https://www.geeksforgeeks.o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hyperlink" Target="https://www.geeksforgeeks.org/"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hyperlink" Target="https://www.geeksforgeeks.or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hyperlink" Target="https://www.geeksforgeeks.or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hyperlink" Target="https://www.geeksforgeeks.or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2"/>
          <p:cNvSpPr txBox="1">
            <a:spLocks noGrp="1"/>
          </p:cNvSpPr>
          <p:nvPr>
            <p:ph type="ctrTitle"/>
          </p:nvPr>
        </p:nvSpPr>
        <p:spPr>
          <a:xfrm>
            <a:off x="1193275" y="143105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b="0" i="0" u="none">
                <a:solidFill>
                  <a:schemeClr val="dk2"/>
                </a:solidFill>
                <a:latin typeface="Times New Roman"/>
                <a:ea typeface="Times New Roman"/>
                <a:cs typeface="Times New Roman"/>
                <a:sym typeface="Times New Roman"/>
              </a:rPr>
              <a:t>Chapter 2: </a:t>
            </a:r>
            <a:br>
              <a:rPr lang="en-GB" sz="3600" b="0" i="0" u="none">
                <a:solidFill>
                  <a:schemeClr val="dk2"/>
                </a:solidFill>
                <a:latin typeface="Times New Roman"/>
                <a:ea typeface="Times New Roman"/>
                <a:cs typeface="Times New Roman"/>
                <a:sym typeface="Times New Roman"/>
              </a:rPr>
            </a:br>
            <a:r>
              <a:rPr lang="en-GB" sz="3600"/>
              <a:t>Data Visualization</a:t>
            </a:r>
            <a:endParaRPr sz="3600"/>
          </a:p>
        </p:txBody>
      </p:sp>
      <p:pic>
        <p:nvPicPr>
          <p:cNvPr id="236" name="Google Shape;236;p22"/>
          <p:cNvPicPr preferRelativeResize="0"/>
          <p:nvPr/>
        </p:nvPicPr>
        <p:blipFill rotWithShape="1">
          <a:blip r:embed="rId3">
            <a:alphaModFix/>
          </a:blip>
          <a:srcRect/>
          <a:stretch/>
        </p:blipFill>
        <p:spPr>
          <a:xfrm>
            <a:off x="65087" y="33337"/>
            <a:ext cx="940596" cy="3667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b="0" i="0" u="none">
                <a:solidFill>
                  <a:schemeClr val="dk2"/>
                </a:solidFill>
                <a:latin typeface="Times New Roman"/>
                <a:ea typeface="Times New Roman"/>
                <a:cs typeface="Times New Roman"/>
                <a:sym typeface="Times New Roman"/>
              </a:rPr>
              <a:t>Objective</a:t>
            </a:r>
            <a:endParaRPr sz="3600"/>
          </a:p>
        </p:txBody>
      </p:sp>
      <p:sp>
        <p:nvSpPr>
          <p:cNvPr id="242" name="Google Shape;242;p23" descr="Rectangle: Click to edit Master text styles &#10;Second level &#10;Third level &#10;Fourth level &#10;Fifth level"/>
          <p:cNvSpPr txBox="1">
            <a:spLocks noGrp="1"/>
          </p:cNvSpPr>
          <p:nvPr>
            <p:ph type="body" idx="1"/>
          </p:nvPr>
        </p:nvSpPr>
        <p:spPr>
          <a:xfrm>
            <a:off x="762000" y="1288256"/>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Clr>
                <a:srgbClr val="000000"/>
              </a:buClr>
              <a:buSzPts val="1800"/>
              <a:buChar char="●"/>
            </a:pPr>
            <a:r>
              <a:rPr lang="en-GB" sz="1800" dirty="0">
                <a:solidFill>
                  <a:srgbClr val="000000"/>
                </a:solidFill>
              </a:rPr>
              <a:t>Understand the concept and importance of data visualization in the context of data mining.</a:t>
            </a:r>
            <a:endParaRPr sz="1800" dirty="0">
              <a:solidFill>
                <a:srgbClr val="000000"/>
              </a:solidFill>
            </a:endParaRPr>
          </a:p>
          <a:p>
            <a:pPr marL="342900" marR="0" lvl="0" indent="-373380" algn="just" rtl="0">
              <a:lnSpc>
                <a:spcPct val="100000"/>
              </a:lnSpc>
              <a:spcBef>
                <a:spcPts val="440"/>
              </a:spcBef>
              <a:spcAft>
                <a:spcPts val="0"/>
              </a:spcAft>
              <a:buClr>
                <a:srgbClr val="000000"/>
              </a:buClr>
              <a:buSzPts val="1800"/>
              <a:buChar char="●"/>
            </a:pPr>
            <a:r>
              <a:rPr lang="en-GB" sz="1800" dirty="0">
                <a:solidFill>
                  <a:srgbClr val="000000"/>
                </a:solidFill>
              </a:rPr>
              <a:t>Explore the goals and benefits of using data visualization techniques.</a:t>
            </a:r>
            <a:endParaRPr sz="1800" dirty="0">
              <a:solidFill>
                <a:srgbClr val="000000"/>
              </a:solidFill>
            </a:endParaRPr>
          </a:p>
          <a:p>
            <a:pPr marL="342900" marR="0" lvl="0" indent="-373380" algn="just" rtl="0">
              <a:lnSpc>
                <a:spcPct val="100000"/>
              </a:lnSpc>
              <a:spcBef>
                <a:spcPts val="440"/>
              </a:spcBef>
              <a:spcAft>
                <a:spcPts val="0"/>
              </a:spcAft>
              <a:buClr>
                <a:srgbClr val="999999"/>
              </a:buClr>
              <a:buSzPts val="1800"/>
              <a:buChar char="●"/>
            </a:pPr>
            <a:r>
              <a:rPr lang="en-GB" sz="1800" dirty="0">
                <a:solidFill>
                  <a:schemeClr val="tx2">
                    <a:lumMod val="10000"/>
                  </a:schemeClr>
                </a:solidFill>
              </a:rPr>
              <a:t>Learn various techniques for numerical data, including line charts, bar charts, scatter plots, etc.</a:t>
            </a:r>
            <a:endParaRPr sz="1800" dirty="0">
              <a:solidFill>
                <a:schemeClr val="tx2">
                  <a:lumMod val="10000"/>
                </a:schemeClr>
              </a:solidFill>
            </a:endParaRPr>
          </a:p>
          <a:p>
            <a:pPr marL="342900" marR="0" lvl="0" indent="-373380" algn="just" rtl="0">
              <a:lnSpc>
                <a:spcPct val="100000"/>
              </a:lnSpc>
              <a:spcBef>
                <a:spcPts val="440"/>
              </a:spcBef>
              <a:spcAft>
                <a:spcPts val="0"/>
              </a:spcAft>
              <a:buClr>
                <a:srgbClr val="999999"/>
              </a:buClr>
              <a:buSzPts val="1800"/>
              <a:buChar char="●"/>
            </a:pPr>
            <a:r>
              <a:rPr lang="en-GB" sz="1800" dirty="0">
                <a:solidFill>
                  <a:schemeClr val="tx2">
                    <a:lumMod val="10000"/>
                  </a:schemeClr>
                </a:solidFill>
              </a:rPr>
              <a:t>Understand the techniques specific to non-numerical data, such as pie charts, word clouds, network graphs, etc.</a:t>
            </a:r>
            <a:endParaRPr sz="1800" dirty="0">
              <a:solidFill>
                <a:schemeClr val="tx2">
                  <a:lumMod val="10000"/>
                </a:schemeClr>
              </a:solidFill>
            </a:endParaRPr>
          </a:p>
          <a:p>
            <a:pPr marL="342900" marR="0" lvl="0" indent="-373380" algn="just" rtl="0">
              <a:lnSpc>
                <a:spcPct val="100000"/>
              </a:lnSpc>
              <a:spcBef>
                <a:spcPts val="440"/>
              </a:spcBef>
              <a:spcAft>
                <a:spcPts val="0"/>
              </a:spcAft>
              <a:buClr>
                <a:srgbClr val="999999"/>
              </a:buClr>
              <a:buSzPts val="1800"/>
              <a:buChar char="●"/>
            </a:pPr>
            <a:r>
              <a:rPr lang="en-GB" sz="1800" dirty="0">
                <a:solidFill>
                  <a:schemeClr val="tx2">
                    <a:lumMod val="10000"/>
                  </a:schemeClr>
                </a:solidFill>
              </a:rPr>
              <a:t>Gain insights into the visualization of dashboards, including the components, design principles, and interactive features.</a:t>
            </a:r>
            <a:endParaRPr sz="1800" b="0" i="0" u="none" dirty="0">
              <a:solidFill>
                <a:schemeClr val="tx2">
                  <a:lumMod val="10000"/>
                </a:schemeClr>
              </a:solidFill>
              <a:latin typeface="Times New Roman"/>
              <a:ea typeface="Times New Roman"/>
              <a:cs typeface="Times New Roman"/>
              <a:sym typeface="Times New Roman"/>
            </a:endParaRPr>
          </a:p>
        </p:txBody>
      </p:sp>
      <p:pic>
        <p:nvPicPr>
          <p:cNvPr id="243" name="Google Shape;243;p23"/>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44" name="Google Shape;244;p23"/>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4"/>
          <p:cNvSpPr txBox="1">
            <a:spLocks noGrp="1"/>
          </p:cNvSpPr>
          <p:nvPr>
            <p:ph type="title"/>
          </p:nvPr>
        </p:nvSpPr>
        <p:spPr>
          <a:xfrm>
            <a:off x="609600" y="228600"/>
            <a:ext cx="7772400" cy="8574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GB" sz="3600"/>
              <a:t>Introduction to Data Visualization</a:t>
            </a:r>
            <a:endParaRPr/>
          </a:p>
        </p:txBody>
      </p:sp>
      <p:pic>
        <p:nvPicPr>
          <p:cNvPr id="250" name="Google Shape;250;p24"/>
          <p:cNvPicPr preferRelativeResize="0"/>
          <p:nvPr/>
        </p:nvPicPr>
        <p:blipFill>
          <a:blip r:embed="rId3">
            <a:alphaModFix/>
          </a:blip>
          <a:stretch>
            <a:fillRect/>
          </a:stretch>
        </p:blipFill>
        <p:spPr>
          <a:xfrm>
            <a:off x="609600" y="1190350"/>
            <a:ext cx="7772400" cy="3474264"/>
          </a:xfrm>
          <a:prstGeom prst="rect">
            <a:avLst/>
          </a:prstGeom>
          <a:noFill/>
          <a:ln>
            <a:noFill/>
          </a:ln>
        </p:spPr>
      </p:pic>
      <p:sp>
        <p:nvSpPr>
          <p:cNvPr id="251" name="Google Shape;251;p24"/>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chemeClr val="hlink"/>
                </a:solidFill>
                <a:latin typeface="Times New Roman"/>
                <a:ea typeface="Times New Roman"/>
                <a:cs typeface="Times New Roman"/>
                <a:sym typeface="Times New Roman"/>
                <a:hlinkClick r:id="rId4"/>
              </a:rPr>
              <a:t>https://www.geeksforgeeks.org/</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257" name="Google Shape;257;p25"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a:solidFill>
                  <a:srgbClr val="1F1F1F"/>
                </a:solidFill>
              </a:rPr>
              <a:t>Data visualization is the graphical representation of data and information using visual elements such as charts, graphs, and maps. </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A powerful tool that allows to explore, analyze, and communicate insights from complex datasets in a visual and intuitive manner. </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In the field of data mining, data visualization plays a crucial role in uncovering patterns, trends, and relationships that might otherwise be difficult to identify.</a:t>
            </a:r>
            <a:endParaRPr sz="1800">
              <a:solidFill>
                <a:srgbClr val="1F1F1F"/>
              </a:solidFill>
            </a:endParaRPr>
          </a:p>
        </p:txBody>
      </p:sp>
      <p:pic>
        <p:nvPicPr>
          <p:cNvPr id="258" name="Google Shape;258;p25"/>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59" name="Google Shape;259;p25"/>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4</a:t>
            </a:fld>
            <a:endParaRPr/>
          </a:p>
        </p:txBody>
      </p:sp>
      <p:sp>
        <p:nvSpPr>
          <p:cNvPr id="260" name="Google Shape;260;p25"/>
          <p:cNvSpPr txBox="1"/>
          <p:nvPr/>
        </p:nvSpPr>
        <p:spPr>
          <a:xfrm>
            <a:off x="762000" y="1184875"/>
            <a:ext cx="41976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Definition of data visualization</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pic>
        <p:nvPicPr>
          <p:cNvPr id="266" name="Google Shape;266;p26"/>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67" name="Google Shape;267;p26"/>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5</a:t>
            </a:fld>
            <a:endParaRPr/>
          </a:p>
        </p:txBody>
      </p:sp>
      <p:sp>
        <p:nvSpPr>
          <p:cNvPr id="268" name="Google Shape;268;p26"/>
          <p:cNvSpPr txBox="1"/>
          <p:nvPr/>
        </p:nvSpPr>
        <p:spPr>
          <a:xfrm>
            <a:off x="762000" y="1184875"/>
            <a:ext cx="41976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Data visualization example</a:t>
            </a:r>
            <a:endParaRPr b="1" i="1">
              <a:solidFill>
                <a:srgbClr val="0B5394"/>
              </a:solidFill>
              <a:latin typeface="Times New Roman"/>
              <a:ea typeface="Times New Roman"/>
              <a:cs typeface="Times New Roman"/>
              <a:sym typeface="Times New Roman"/>
            </a:endParaRPr>
          </a:p>
        </p:txBody>
      </p:sp>
      <p:pic>
        <p:nvPicPr>
          <p:cNvPr id="269" name="Google Shape;269;p26"/>
          <p:cNvPicPr preferRelativeResize="0"/>
          <p:nvPr/>
        </p:nvPicPr>
        <p:blipFill>
          <a:blip r:embed="rId4">
            <a:alphaModFix/>
          </a:blip>
          <a:stretch>
            <a:fillRect/>
          </a:stretch>
        </p:blipFill>
        <p:spPr>
          <a:xfrm>
            <a:off x="609599" y="1646575"/>
            <a:ext cx="7419448" cy="3039725"/>
          </a:xfrm>
          <a:prstGeom prst="rect">
            <a:avLst/>
          </a:prstGeom>
          <a:noFill/>
          <a:ln>
            <a:noFill/>
          </a:ln>
        </p:spPr>
      </p:pic>
      <p:sp>
        <p:nvSpPr>
          <p:cNvPr id="270" name="Google Shape;270;p26"/>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John C.Hart _ CS Department _ University of Illinois]</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7"/>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276" name="Google Shape;276;p27"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a:solidFill>
                  <a:srgbClr val="1F1F1F"/>
                </a:solidFill>
              </a:rPr>
              <a:t>Data visualization helps in understanding the underlying patterns and structures within data. It allows to identify correlations, clusters, outliers, and other valuable insights that can drive informed decision-making.</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It facilitates effective communication of findings to a wide range of stakeholders, including technical and non-technical audiences. Visual representations can convey complex information more easily than raw data or textual descriptions.</a:t>
            </a:r>
            <a:endParaRPr sz="1800">
              <a:solidFill>
                <a:srgbClr val="1F1F1F"/>
              </a:solidFill>
            </a:endParaRPr>
          </a:p>
        </p:txBody>
      </p:sp>
      <p:pic>
        <p:nvPicPr>
          <p:cNvPr id="277" name="Google Shape;277;p27"/>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78" name="Google Shape;278;p27"/>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6</a:t>
            </a:fld>
            <a:endParaRPr/>
          </a:p>
        </p:txBody>
      </p:sp>
      <p:sp>
        <p:nvSpPr>
          <p:cNvPr id="279" name="Google Shape;279;p27"/>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Importance of data visualization in data mining - 1</a:t>
            </a:r>
            <a:endParaRPr sz="1200">
              <a:solidFill>
                <a:srgbClr val="374151"/>
              </a:solidFill>
              <a:highlight>
                <a:srgbClr val="F7F7F8"/>
              </a:highlight>
              <a:latin typeface="Roboto"/>
              <a:ea typeface="Roboto"/>
              <a:cs typeface="Roboto"/>
              <a:sym typeface="Roboto"/>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8"/>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285" name="Google Shape;285;p28"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dirty="0">
                <a:solidFill>
                  <a:srgbClr val="1F1F1F"/>
                </a:solidFill>
              </a:rPr>
              <a:t>By representing data visually, we can quickly detect anomalies, spot trends, and make data-driven predictions. This enables us to gain actionable insights and extract value from large and complex datasets.</a:t>
            </a:r>
            <a:endParaRPr sz="1800" dirty="0">
              <a:solidFill>
                <a:srgbClr val="1F1F1F"/>
              </a:solidFill>
            </a:endParaRPr>
          </a:p>
          <a:p>
            <a:pPr marL="342900" marR="0" lvl="0" indent="-373380" algn="just" rtl="0">
              <a:lnSpc>
                <a:spcPct val="100000"/>
              </a:lnSpc>
              <a:spcBef>
                <a:spcPts val="440"/>
              </a:spcBef>
              <a:spcAft>
                <a:spcPts val="0"/>
              </a:spcAft>
              <a:buSzPts val="1800"/>
              <a:buChar char="●"/>
            </a:pPr>
            <a:r>
              <a:rPr lang="en-GB" sz="1800" dirty="0">
                <a:solidFill>
                  <a:srgbClr val="1F1F1F"/>
                </a:solidFill>
              </a:rPr>
              <a:t>Data visualization enhances the </a:t>
            </a:r>
            <a:r>
              <a:rPr lang="en-GB" sz="1800" b="1" dirty="0">
                <a:solidFill>
                  <a:srgbClr val="1F1F1F"/>
                </a:solidFill>
              </a:rPr>
              <a:t>exploratory data analysis </a:t>
            </a:r>
            <a:r>
              <a:rPr lang="en-GB" sz="1800" dirty="0">
                <a:solidFill>
                  <a:srgbClr val="1F1F1F"/>
                </a:solidFill>
              </a:rPr>
              <a:t>process, enabling data miners to interactively manipulate visualizations, filter data, and discover hidden patterns or outliers in real-time.</a:t>
            </a:r>
            <a:endParaRPr sz="1800" dirty="0">
              <a:solidFill>
                <a:srgbClr val="1F1F1F"/>
              </a:solidFill>
            </a:endParaRPr>
          </a:p>
        </p:txBody>
      </p:sp>
      <p:pic>
        <p:nvPicPr>
          <p:cNvPr id="286" name="Google Shape;286;p28"/>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87" name="Google Shape;287;p28"/>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7</a:t>
            </a:fld>
            <a:endParaRPr/>
          </a:p>
        </p:txBody>
      </p:sp>
      <p:sp>
        <p:nvSpPr>
          <p:cNvPr id="288" name="Google Shape;288;p28"/>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Importance of data visualization in data mining - 2</a:t>
            </a:r>
            <a:endParaRPr sz="1200">
              <a:solidFill>
                <a:srgbClr val="374151"/>
              </a:solidFill>
              <a:highlight>
                <a:srgbClr val="F7F7F8"/>
              </a:highlight>
              <a:latin typeface="Roboto"/>
              <a:ea typeface="Roboto"/>
              <a:cs typeface="Roboto"/>
              <a:sym typeface="Roboto"/>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9"/>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294" name="Google Shape;294;p29"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SzPts val="1800"/>
              <a:buChar char="▪"/>
            </a:pPr>
            <a:r>
              <a:rPr lang="en-GB" sz="1800">
                <a:solidFill>
                  <a:srgbClr val="1F1F1F"/>
                </a:solidFill>
              </a:rPr>
              <a:t>Simplify Complexity: </a:t>
            </a:r>
            <a:endParaRPr sz="1800">
              <a:solidFill>
                <a:srgbClr val="1F1F1F"/>
              </a:solidFill>
            </a:endParaRPr>
          </a:p>
          <a:p>
            <a:pPr marL="342900" lvl="0" indent="0" algn="just" rtl="0">
              <a:spcBef>
                <a:spcPts val="440"/>
              </a:spcBef>
              <a:spcAft>
                <a:spcPts val="0"/>
              </a:spcAft>
              <a:buNone/>
            </a:pPr>
            <a:r>
              <a:rPr lang="en-GB" sz="1800">
                <a:solidFill>
                  <a:srgbClr val="1F1F1F"/>
                </a:solidFill>
              </a:rPr>
              <a:t>Visualizations simplify complex datasets by presenting information in a concise and organized manner. They condense vast amounts of data into visual summaries that are easier to understand and interpret.</a:t>
            </a:r>
            <a:endParaRPr sz="1800">
              <a:solidFill>
                <a:srgbClr val="1F1F1F"/>
              </a:solidFill>
            </a:endParaRPr>
          </a:p>
        </p:txBody>
      </p:sp>
      <p:pic>
        <p:nvPicPr>
          <p:cNvPr id="295" name="Google Shape;295;p29"/>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96" name="Google Shape;296;p29"/>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8</a:t>
            </a:fld>
            <a:endParaRPr/>
          </a:p>
        </p:txBody>
      </p:sp>
      <p:sp>
        <p:nvSpPr>
          <p:cNvPr id="297" name="Google Shape;297;p29"/>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Goals and Benefits of Data Visualization - 1</a:t>
            </a:r>
            <a:endParaRPr sz="1800" b="1" i="1">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pic>
        <p:nvPicPr>
          <p:cNvPr id="298" name="Google Shape;298;p29"/>
          <p:cNvPicPr preferRelativeResize="0"/>
          <p:nvPr/>
        </p:nvPicPr>
        <p:blipFill>
          <a:blip r:embed="rId4">
            <a:alphaModFix/>
          </a:blip>
          <a:stretch>
            <a:fillRect/>
          </a:stretch>
        </p:blipFill>
        <p:spPr>
          <a:xfrm>
            <a:off x="2356902" y="2966325"/>
            <a:ext cx="4763500" cy="1878450"/>
          </a:xfrm>
          <a:prstGeom prst="rect">
            <a:avLst/>
          </a:prstGeom>
          <a:noFill/>
          <a:ln>
            <a:noFill/>
          </a:ln>
        </p:spPr>
      </p:pic>
      <p:sp>
        <p:nvSpPr>
          <p:cNvPr id="299" name="Google Shape;299;p29"/>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chemeClr val="hlink"/>
                </a:solidFill>
                <a:latin typeface="Times New Roman"/>
                <a:ea typeface="Times New Roman"/>
                <a:cs typeface="Times New Roman"/>
                <a:sym typeface="Times New Roman"/>
                <a:hlinkClick r:id="rId5"/>
              </a:rPr>
              <a:t>https://www.geeksforgeeks.org/</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305" name="Google Shape;305;p30"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SzPts val="1800"/>
              <a:buChar char="▪"/>
            </a:pPr>
            <a:r>
              <a:rPr lang="en-GB" sz="1800">
                <a:solidFill>
                  <a:srgbClr val="1F1F1F"/>
                </a:solidFill>
              </a:rPr>
              <a:t>Identify Patterns and Trends: </a:t>
            </a:r>
            <a:endParaRPr sz="1800">
              <a:solidFill>
                <a:srgbClr val="1F1F1F"/>
              </a:solidFill>
            </a:endParaRPr>
          </a:p>
          <a:p>
            <a:pPr marL="342900" lvl="0" indent="0" algn="just" rtl="0">
              <a:spcBef>
                <a:spcPts val="440"/>
              </a:spcBef>
              <a:spcAft>
                <a:spcPts val="0"/>
              </a:spcAft>
              <a:buNone/>
            </a:pPr>
            <a:r>
              <a:rPr lang="en-GB" sz="1800">
                <a:solidFill>
                  <a:srgbClr val="1F1F1F"/>
                </a:solidFill>
              </a:rPr>
              <a:t>Visual representations help us identify patterns, trends, and relationships between variables that may not be apparent in raw data. By spotting these patterns, we can make better predictions and derive actionable insights.</a:t>
            </a:r>
            <a:endParaRPr sz="1800">
              <a:solidFill>
                <a:srgbClr val="1F1F1F"/>
              </a:solidFill>
            </a:endParaRPr>
          </a:p>
          <a:p>
            <a:pPr marL="342900" lvl="0" indent="0" algn="just" rtl="0">
              <a:spcBef>
                <a:spcPts val="440"/>
              </a:spcBef>
              <a:spcAft>
                <a:spcPts val="0"/>
              </a:spcAft>
              <a:buNone/>
            </a:pPr>
            <a:endParaRPr sz="1800">
              <a:solidFill>
                <a:srgbClr val="1F1F1F"/>
              </a:solidFill>
            </a:endParaRPr>
          </a:p>
        </p:txBody>
      </p:sp>
      <p:pic>
        <p:nvPicPr>
          <p:cNvPr id="306" name="Google Shape;306;p30"/>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07" name="Google Shape;307;p30"/>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9</a:t>
            </a:fld>
            <a:endParaRPr/>
          </a:p>
        </p:txBody>
      </p:sp>
      <p:sp>
        <p:nvSpPr>
          <p:cNvPr id="308" name="Google Shape;308;p30"/>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Goals and Benefits of Data Visualization - 2</a:t>
            </a:r>
            <a:endParaRPr sz="1800" b="1" i="1">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1"/>
          <p:cNvSpPr txBox="1">
            <a:spLocks noGrp="1"/>
          </p:cNvSpPr>
          <p:nvPr>
            <p:ph type="title"/>
          </p:nvPr>
        </p:nvSpPr>
        <p:spPr>
          <a:xfrm>
            <a:off x="609600" y="228600"/>
            <a:ext cx="7772400" cy="8574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GB" sz="3600"/>
              <a:t>Introduction to Data Visualization</a:t>
            </a:r>
            <a:endParaRPr/>
          </a:p>
        </p:txBody>
      </p:sp>
      <p:pic>
        <p:nvPicPr>
          <p:cNvPr id="314" name="Google Shape;314;p31"/>
          <p:cNvPicPr preferRelativeResize="0"/>
          <p:nvPr/>
        </p:nvPicPr>
        <p:blipFill>
          <a:blip r:embed="rId3">
            <a:alphaModFix/>
          </a:blip>
          <a:stretch>
            <a:fillRect/>
          </a:stretch>
        </p:blipFill>
        <p:spPr>
          <a:xfrm>
            <a:off x="2218150" y="1630975"/>
            <a:ext cx="5081201" cy="3096350"/>
          </a:xfrm>
          <a:prstGeom prst="rect">
            <a:avLst/>
          </a:prstGeom>
          <a:noFill/>
          <a:ln>
            <a:noFill/>
          </a:ln>
        </p:spPr>
      </p:pic>
      <p:sp>
        <p:nvSpPr>
          <p:cNvPr id="315" name="Google Shape;315;p31"/>
          <p:cNvSpPr txBox="1"/>
          <p:nvPr/>
        </p:nvSpPr>
        <p:spPr>
          <a:xfrm>
            <a:off x="704600" y="1281125"/>
            <a:ext cx="4885800" cy="794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GB" sz="1300">
                <a:solidFill>
                  <a:srgbClr val="273239"/>
                </a:solidFill>
                <a:highlight>
                  <a:srgbClr val="FFFFFF"/>
                </a:highlight>
                <a:latin typeface="Nunito"/>
                <a:ea typeface="Nunito"/>
                <a:cs typeface="Nunito"/>
                <a:sym typeface="Nunito"/>
              </a:rPr>
              <a:t>Example of Data Visualization Discovers the Trends in Data</a:t>
            </a:r>
            <a:endParaRPr sz="13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800" b="1">
              <a:latin typeface="Times New Roman"/>
              <a:ea typeface="Times New Roman"/>
              <a:cs typeface="Times New Roman"/>
              <a:sym typeface="Times New Roman"/>
            </a:endParaRPr>
          </a:p>
        </p:txBody>
      </p:sp>
      <p:sp>
        <p:nvSpPr>
          <p:cNvPr id="316" name="Google Shape;316;p31"/>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chemeClr val="hlink"/>
                </a:solidFill>
                <a:latin typeface="Times New Roman"/>
                <a:ea typeface="Times New Roman"/>
                <a:cs typeface="Times New Roman"/>
                <a:sym typeface="Times New Roman"/>
                <a:hlinkClick r:id="rId4"/>
              </a:rPr>
              <a:t>https://www.geeksforgeeks.org/</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2"/>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322" name="Google Shape;322;p32"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SzPts val="1800"/>
              <a:buChar char="▪"/>
            </a:pPr>
            <a:r>
              <a:rPr lang="en-GB" sz="1800">
                <a:solidFill>
                  <a:srgbClr val="1F1F1F"/>
                </a:solidFill>
              </a:rPr>
              <a:t>Aid Decision-Making: </a:t>
            </a:r>
            <a:endParaRPr sz="1800">
              <a:solidFill>
                <a:srgbClr val="1F1F1F"/>
              </a:solidFill>
            </a:endParaRPr>
          </a:p>
          <a:p>
            <a:pPr marL="342900" lvl="0" indent="0" algn="just" rtl="0">
              <a:spcBef>
                <a:spcPts val="440"/>
              </a:spcBef>
              <a:spcAft>
                <a:spcPts val="0"/>
              </a:spcAft>
              <a:buNone/>
            </a:pPr>
            <a:r>
              <a:rPr lang="en-GB" sz="1800">
                <a:solidFill>
                  <a:srgbClr val="1F1F1F"/>
                </a:solidFill>
              </a:rPr>
              <a:t>Data visualization enables data miners to make more informed decisions by providing a clear understanding of the data. Visual representations assist in identifying outliers, making comparisons, and evaluating different scenarios.</a:t>
            </a:r>
            <a:endParaRPr sz="1800">
              <a:solidFill>
                <a:srgbClr val="1F1F1F"/>
              </a:solidFill>
            </a:endParaRPr>
          </a:p>
          <a:p>
            <a:pPr marL="342900" lvl="0" indent="0" algn="just" rtl="0">
              <a:spcBef>
                <a:spcPts val="440"/>
              </a:spcBef>
              <a:spcAft>
                <a:spcPts val="0"/>
              </a:spcAft>
              <a:buNone/>
            </a:pPr>
            <a:endParaRPr sz="1800">
              <a:solidFill>
                <a:srgbClr val="1F1F1F"/>
              </a:solidFill>
            </a:endParaRPr>
          </a:p>
        </p:txBody>
      </p:sp>
      <p:pic>
        <p:nvPicPr>
          <p:cNvPr id="323" name="Google Shape;323;p32"/>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24" name="Google Shape;324;p32"/>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11</a:t>
            </a:fld>
            <a:endParaRPr/>
          </a:p>
        </p:txBody>
      </p:sp>
      <p:sp>
        <p:nvSpPr>
          <p:cNvPr id="325" name="Google Shape;325;p32"/>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Goals and Benefits of Data Visualization - 3</a:t>
            </a:r>
            <a:endParaRPr sz="1800" b="1" i="1">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3"/>
          <p:cNvSpPr txBox="1">
            <a:spLocks noGrp="1"/>
          </p:cNvSpPr>
          <p:nvPr>
            <p:ph type="title"/>
          </p:nvPr>
        </p:nvSpPr>
        <p:spPr>
          <a:xfrm>
            <a:off x="609600" y="228600"/>
            <a:ext cx="7772400" cy="8574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GB" sz="3600"/>
              <a:t>Introduction to Data Visualization</a:t>
            </a:r>
            <a:endParaRPr/>
          </a:p>
        </p:txBody>
      </p:sp>
      <p:pic>
        <p:nvPicPr>
          <p:cNvPr id="331" name="Google Shape;331;p33"/>
          <p:cNvPicPr preferRelativeResize="0"/>
          <p:nvPr/>
        </p:nvPicPr>
        <p:blipFill>
          <a:blip r:embed="rId3">
            <a:alphaModFix/>
          </a:blip>
          <a:stretch>
            <a:fillRect/>
          </a:stretch>
        </p:blipFill>
        <p:spPr>
          <a:xfrm>
            <a:off x="1690787" y="1262800"/>
            <a:ext cx="6122476" cy="3632224"/>
          </a:xfrm>
          <a:prstGeom prst="rect">
            <a:avLst/>
          </a:prstGeom>
          <a:noFill/>
          <a:ln>
            <a:noFill/>
          </a:ln>
        </p:spPr>
      </p:pic>
      <p:sp>
        <p:nvSpPr>
          <p:cNvPr id="332" name="Google Shape;332;p33"/>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chemeClr val="hlink"/>
                </a:solidFill>
                <a:latin typeface="Times New Roman"/>
                <a:ea typeface="Times New Roman"/>
                <a:cs typeface="Times New Roman"/>
                <a:sym typeface="Times New Roman"/>
                <a:hlinkClick r:id="rId4"/>
              </a:rPr>
              <a:t>https://www.geeksforgeeks.org/</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4"/>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338" name="Google Shape;338;p34"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SzPts val="1800"/>
              <a:buChar char="▪"/>
            </a:pPr>
            <a:r>
              <a:rPr lang="en-GB" sz="1800">
                <a:solidFill>
                  <a:srgbClr val="1F1F1F"/>
                </a:solidFill>
              </a:rPr>
              <a:t>Enhance Data Exploration: </a:t>
            </a:r>
            <a:endParaRPr sz="1800">
              <a:solidFill>
                <a:srgbClr val="1F1F1F"/>
              </a:solidFill>
            </a:endParaRPr>
          </a:p>
          <a:p>
            <a:pPr marL="342900" lvl="0" indent="0" algn="just" rtl="0">
              <a:spcBef>
                <a:spcPts val="440"/>
              </a:spcBef>
              <a:spcAft>
                <a:spcPts val="0"/>
              </a:spcAft>
              <a:buNone/>
            </a:pPr>
            <a:r>
              <a:rPr lang="en-GB" sz="1800">
                <a:solidFill>
                  <a:srgbClr val="1F1F1F"/>
                </a:solidFill>
              </a:rPr>
              <a:t>Visualizations allow for interactive exploration of data, enabling users to drill down into specific details, filter data, and explore different perspectives. This interactivity promotes a deeper understanding of the underlying data.</a:t>
            </a:r>
            <a:endParaRPr sz="1200">
              <a:solidFill>
                <a:srgbClr val="374151"/>
              </a:solidFill>
              <a:highlight>
                <a:srgbClr val="F7F7F8"/>
              </a:highlight>
              <a:latin typeface="Roboto"/>
              <a:ea typeface="Roboto"/>
              <a:cs typeface="Roboto"/>
              <a:sym typeface="Roboto"/>
            </a:endParaRPr>
          </a:p>
          <a:p>
            <a:pPr marL="342900" lvl="0" indent="0" algn="just" rtl="0">
              <a:spcBef>
                <a:spcPts val="440"/>
              </a:spcBef>
              <a:spcAft>
                <a:spcPts val="0"/>
              </a:spcAft>
              <a:buNone/>
            </a:pPr>
            <a:endParaRPr sz="1800">
              <a:solidFill>
                <a:srgbClr val="1F1F1F"/>
              </a:solidFill>
            </a:endParaRPr>
          </a:p>
          <a:p>
            <a:pPr marL="342900" lvl="0" indent="0" algn="just" rtl="0">
              <a:spcBef>
                <a:spcPts val="440"/>
              </a:spcBef>
              <a:spcAft>
                <a:spcPts val="0"/>
              </a:spcAft>
              <a:buNone/>
            </a:pPr>
            <a:endParaRPr sz="1800">
              <a:solidFill>
                <a:srgbClr val="1F1F1F"/>
              </a:solidFill>
            </a:endParaRPr>
          </a:p>
        </p:txBody>
      </p:sp>
      <p:pic>
        <p:nvPicPr>
          <p:cNvPr id="339" name="Google Shape;339;p34"/>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40" name="Google Shape;340;p34"/>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13</a:t>
            </a:fld>
            <a:endParaRPr/>
          </a:p>
        </p:txBody>
      </p:sp>
      <p:sp>
        <p:nvSpPr>
          <p:cNvPr id="341" name="Google Shape;341;p34"/>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Goals and Benefits of Data Visualization - 4</a:t>
            </a:r>
            <a:endParaRPr sz="1800" b="1" i="1">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5"/>
          <p:cNvSpPr txBox="1">
            <a:spLocks noGrp="1"/>
          </p:cNvSpPr>
          <p:nvPr>
            <p:ph type="title"/>
          </p:nvPr>
        </p:nvSpPr>
        <p:spPr>
          <a:xfrm>
            <a:off x="609600" y="228600"/>
            <a:ext cx="7772400" cy="8574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GB" sz="3600"/>
              <a:t>Introduction to Data Visualization</a:t>
            </a:r>
            <a:endParaRPr/>
          </a:p>
        </p:txBody>
      </p:sp>
      <p:pic>
        <p:nvPicPr>
          <p:cNvPr id="347" name="Google Shape;347;p35"/>
          <p:cNvPicPr preferRelativeResize="0"/>
          <p:nvPr/>
        </p:nvPicPr>
        <p:blipFill>
          <a:blip r:embed="rId3">
            <a:alphaModFix/>
          </a:blip>
          <a:stretch>
            <a:fillRect/>
          </a:stretch>
        </p:blipFill>
        <p:spPr>
          <a:xfrm>
            <a:off x="2018775" y="1539225"/>
            <a:ext cx="5619599" cy="3451877"/>
          </a:xfrm>
          <a:prstGeom prst="rect">
            <a:avLst/>
          </a:prstGeom>
          <a:noFill/>
          <a:ln>
            <a:noFill/>
          </a:ln>
        </p:spPr>
      </p:pic>
      <p:sp>
        <p:nvSpPr>
          <p:cNvPr id="348" name="Google Shape;348;p35"/>
          <p:cNvSpPr txBox="1"/>
          <p:nvPr/>
        </p:nvSpPr>
        <p:spPr>
          <a:xfrm>
            <a:off x="609600" y="1086000"/>
            <a:ext cx="7046700" cy="8829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GB" sz="1800">
                <a:solidFill>
                  <a:srgbClr val="1F1F1F"/>
                </a:solidFill>
                <a:latin typeface="Times New Roman"/>
                <a:ea typeface="Times New Roman"/>
                <a:cs typeface="Times New Roman"/>
                <a:sym typeface="Times New Roman"/>
              </a:rPr>
              <a:t>Data Visualization Puts the Data into the Correct Context</a:t>
            </a:r>
            <a:endParaRPr sz="13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800" b="1">
              <a:latin typeface="Times New Roman"/>
              <a:ea typeface="Times New Roman"/>
              <a:cs typeface="Times New Roman"/>
              <a:sym typeface="Times New Roman"/>
            </a:endParaRPr>
          </a:p>
        </p:txBody>
      </p:sp>
      <p:sp>
        <p:nvSpPr>
          <p:cNvPr id="349" name="Google Shape;349;p35"/>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chemeClr val="hlink"/>
                </a:solidFill>
                <a:latin typeface="Times New Roman"/>
                <a:ea typeface="Times New Roman"/>
                <a:cs typeface="Times New Roman"/>
                <a:sym typeface="Times New Roman"/>
                <a:hlinkClick r:id="rId4"/>
              </a:rPr>
              <a:t>https://www.geeksforgeeks.org/</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6"/>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Introduction to Data Visualization</a:t>
            </a:r>
            <a:endParaRPr sz="3600"/>
          </a:p>
        </p:txBody>
      </p:sp>
      <p:sp>
        <p:nvSpPr>
          <p:cNvPr id="355" name="Google Shape;355;p36"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SzPts val="1800"/>
              <a:buChar char="▪"/>
            </a:pPr>
            <a:r>
              <a:rPr lang="en-GB" sz="1800">
                <a:solidFill>
                  <a:srgbClr val="1F1F1F"/>
                </a:solidFill>
              </a:rPr>
              <a:t>Improve Communication: </a:t>
            </a:r>
            <a:endParaRPr sz="1800">
              <a:solidFill>
                <a:srgbClr val="1F1F1F"/>
              </a:solidFill>
            </a:endParaRPr>
          </a:p>
          <a:p>
            <a:pPr marL="342900" lvl="0" indent="0" algn="just" rtl="0">
              <a:spcBef>
                <a:spcPts val="440"/>
              </a:spcBef>
              <a:spcAft>
                <a:spcPts val="0"/>
              </a:spcAft>
              <a:buNone/>
            </a:pPr>
            <a:r>
              <a:rPr lang="en-GB" sz="1800">
                <a:solidFill>
                  <a:srgbClr val="1F1F1F"/>
                </a:solidFill>
              </a:rPr>
              <a:t>Visualizations are an effective means of communicating findings and insights to stakeholders. They facilitate the sharing of information in a visually appealing and easy-to-understand format, enabling better collaboration and decision-making.</a:t>
            </a:r>
            <a:endParaRPr sz="1200">
              <a:solidFill>
                <a:srgbClr val="374151"/>
              </a:solidFill>
              <a:highlight>
                <a:srgbClr val="F7F7F8"/>
              </a:highlight>
              <a:latin typeface="Roboto"/>
              <a:ea typeface="Roboto"/>
              <a:cs typeface="Roboto"/>
              <a:sym typeface="Roboto"/>
            </a:endParaRPr>
          </a:p>
          <a:p>
            <a:pPr marL="342900" lvl="0" indent="0" algn="just" rtl="0">
              <a:spcBef>
                <a:spcPts val="440"/>
              </a:spcBef>
              <a:spcAft>
                <a:spcPts val="0"/>
              </a:spcAft>
              <a:buNone/>
            </a:pPr>
            <a:endParaRPr sz="1800">
              <a:solidFill>
                <a:srgbClr val="1F1F1F"/>
              </a:solidFill>
            </a:endParaRPr>
          </a:p>
          <a:p>
            <a:pPr marL="342900" lvl="0" indent="0" algn="just" rtl="0">
              <a:spcBef>
                <a:spcPts val="440"/>
              </a:spcBef>
              <a:spcAft>
                <a:spcPts val="0"/>
              </a:spcAft>
              <a:buNone/>
            </a:pPr>
            <a:endParaRPr sz="1800">
              <a:solidFill>
                <a:srgbClr val="1F1F1F"/>
              </a:solidFill>
            </a:endParaRPr>
          </a:p>
        </p:txBody>
      </p:sp>
      <p:pic>
        <p:nvPicPr>
          <p:cNvPr id="356" name="Google Shape;356;p36"/>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57" name="Google Shape;357;p36"/>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15</a:t>
            </a:fld>
            <a:endParaRPr/>
          </a:p>
        </p:txBody>
      </p:sp>
      <p:sp>
        <p:nvSpPr>
          <p:cNvPr id="358" name="Google Shape;358;p36"/>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Goals and Benefits of Data Visualization - 5</a:t>
            </a:r>
            <a:endParaRPr sz="1800" b="1" i="1">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7"/>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Summary</a:t>
            </a:r>
            <a:endParaRPr sz="3600"/>
          </a:p>
        </p:txBody>
      </p:sp>
      <p:sp>
        <p:nvSpPr>
          <p:cNvPr id="364" name="Google Shape;364;p37"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Clr>
                <a:srgbClr val="000000"/>
              </a:buClr>
              <a:buSzPts val="1800"/>
              <a:buChar char="●"/>
            </a:pPr>
            <a:r>
              <a:rPr lang="en-GB" sz="1800">
                <a:solidFill>
                  <a:srgbClr val="000000"/>
                </a:solidFill>
              </a:rPr>
              <a:t>Data visualization: Graphical data representation.</a:t>
            </a:r>
            <a:endParaRPr sz="1800">
              <a:solidFill>
                <a:srgbClr val="000000"/>
              </a:solidFill>
            </a:endParaRPr>
          </a:p>
          <a:p>
            <a:pPr marL="342900" lvl="0" indent="-388620" algn="just" rtl="0">
              <a:spcBef>
                <a:spcPts val="440"/>
              </a:spcBef>
              <a:spcAft>
                <a:spcPts val="0"/>
              </a:spcAft>
              <a:buClr>
                <a:srgbClr val="000000"/>
              </a:buClr>
              <a:buSzPts val="1800"/>
              <a:buChar char="●"/>
            </a:pPr>
            <a:r>
              <a:rPr lang="en-GB" sz="1800">
                <a:solidFill>
                  <a:srgbClr val="000000"/>
                </a:solidFill>
              </a:rPr>
              <a:t>Importance in data mining: Clarity, insights, decision support.</a:t>
            </a:r>
            <a:endParaRPr sz="1800">
              <a:solidFill>
                <a:srgbClr val="000000"/>
              </a:solidFill>
            </a:endParaRPr>
          </a:p>
          <a:p>
            <a:pPr marL="342900" lvl="0" indent="-388620" algn="just" rtl="0">
              <a:spcBef>
                <a:spcPts val="440"/>
              </a:spcBef>
              <a:spcAft>
                <a:spcPts val="0"/>
              </a:spcAft>
              <a:buClr>
                <a:srgbClr val="000000"/>
              </a:buClr>
              <a:buSzPts val="1800"/>
              <a:buChar char="●"/>
            </a:pPr>
            <a:r>
              <a:rPr lang="en-GB" sz="1800">
                <a:solidFill>
                  <a:srgbClr val="000000"/>
                </a:solidFill>
              </a:rPr>
              <a:t>Goals: Simplify, discover, communicate.</a:t>
            </a:r>
            <a:endParaRPr sz="1800">
              <a:solidFill>
                <a:srgbClr val="000000"/>
              </a:solidFill>
            </a:endParaRPr>
          </a:p>
          <a:p>
            <a:pPr marL="342900" lvl="0" indent="-388620" algn="just" rtl="0">
              <a:spcBef>
                <a:spcPts val="440"/>
              </a:spcBef>
              <a:spcAft>
                <a:spcPts val="0"/>
              </a:spcAft>
              <a:buClr>
                <a:srgbClr val="000000"/>
              </a:buClr>
              <a:buSzPts val="1800"/>
              <a:buChar char="●"/>
            </a:pPr>
            <a:r>
              <a:rPr lang="en-GB" sz="1800">
                <a:solidFill>
                  <a:srgbClr val="000000"/>
                </a:solidFill>
              </a:rPr>
              <a:t>Benefits: Understanding, speed, communication.</a:t>
            </a:r>
            <a:endParaRPr sz="1800">
              <a:solidFill>
                <a:srgbClr val="000000"/>
              </a:solidFill>
            </a:endParaRPr>
          </a:p>
        </p:txBody>
      </p:sp>
      <p:pic>
        <p:nvPicPr>
          <p:cNvPr id="365" name="Google Shape;365;p37"/>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66" name="Google Shape;366;p37"/>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16</a:t>
            </a:fld>
            <a:endParaRPr/>
          </a:p>
        </p:txBody>
      </p:sp>
      <p:sp>
        <p:nvSpPr>
          <p:cNvPr id="367" name="Google Shape;367;p37"/>
          <p:cNvSpPr txBox="1"/>
          <p:nvPr/>
        </p:nvSpPr>
        <p:spPr>
          <a:xfrm>
            <a:off x="762000" y="1184875"/>
            <a:ext cx="79533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
        <p:nvSpPr>
          <p:cNvPr id="368" name="Google Shape;368;p37"/>
          <p:cNvSpPr txBox="1"/>
          <p:nvPr/>
        </p:nvSpPr>
        <p:spPr>
          <a:xfrm>
            <a:off x="762000" y="1184875"/>
            <a:ext cx="82395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Introduction to Data Visualization</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748</Words>
  <Application>Microsoft Macintosh PowerPoint</Application>
  <PresentationFormat>On-screen Show (16:9)</PresentationFormat>
  <Paragraphs>72</Paragraphs>
  <Slides>16</Slides>
  <Notes>16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16</vt:i4>
      </vt:variant>
    </vt:vector>
  </HeadingPairs>
  <TitlesOfParts>
    <vt:vector size="25" baseType="lpstr">
      <vt:lpstr>Tahoma</vt:lpstr>
      <vt:lpstr>Noto Sans Symbols</vt:lpstr>
      <vt:lpstr>Times New Roman</vt:lpstr>
      <vt:lpstr>Nunito</vt:lpstr>
      <vt:lpstr>Roboto</vt:lpstr>
      <vt:lpstr>Arial</vt:lpstr>
      <vt:lpstr>Simple Light</vt:lpstr>
      <vt:lpstr>1_Blueprint</vt:lpstr>
      <vt:lpstr>Blueprint</vt:lpstr>
      <vt:lpstr>Chapter 2:  Data Visualization</vt:lpstr>
      <vt:lpstr>Objective</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Introduction to Data Visualization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Daziel.vad</cp:lastModifiedBy>
  <cp:revision>1</cp:revision>
  <dcterms:modified xsi:type="dcterms:W3CDTF">2026-01-09T03:53:24Z</dcterms:modified>
</cp:coreProperties>
</file>