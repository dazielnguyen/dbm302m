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67" r:id="rId2"/>
    <p:sldMasterId id="2147483668" r:id="rId3"/>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type="screen16x9"/>
  <p:notesSz cx="6858000" cy="9144000"/>
  <p:embeddedFontLst>
    <p:embeddedFont>
      <p:font typeface="Noto Sans Symbols" pitchFamily="2" charset="0"/>
      <p:regular r:id="rId22"/>
      <p:bold r:id="rId23"/>
    </p:embeddedFont>
    <p:embeddedFont>
      <p:font typeface="Roboto" panose="02000000000000000000" pitchFamily="2" charset="0"/>
      <p:regular r:id="rId24"/>
      <p:bold r:id="rId25"/>
      <p:italic r:id="rId26"/>
      <p:boldItalic r:id="rId27"/>
    </p:embeddedFont>
    <p:embeddedFont>
      <p:font typeface="Tahoma" panose="020B0604030504040204" pitchFamily="3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676"/>
  </p:normalViewPr>
  <p:slideViewPr>
    <p:cSldViewPr snapToGrid="0">
      <p:cViewPr>
        <p:scale>
          <a:sx n="197" d="100"/>
          <a:sy n="197" d="100"/>
        </p:scale>
        <p:origin x="256" y="2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82b55a4a5_0_419: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g2582b55a4a5_0_419:notes"/>
          <p:cNvSpPr txBox="1">
            <a:spLocks noGrp="1"/>
          </p:cNvSpPr>
          <p:nvPr>
            <p:ph type="body" idx="1"/>
          </p:nvPr>
        </p:nvSpPr>
        <p:spPr>
          <a:xfrm>
            <a:off x="913903" y="4343400"/>
            <a:ext cx="5030100" cy="4113300"/>
          </a:xfrm>
          <a:prstGeom prst="rect">
            <a:avLst/>
          </a:prstGeom>
          <a:noFill/>
          <a:ln>
            <a:noFill/>
          </a:ln>
        </p:spPr>
        <p:txBody>
          <a:bodyPr spcFirstLastPara="1" wrap="square" lIns="91100" tIns="45550" rIns="91100" bIns="45550" anchor="t" anchorCtr="0">
            <a:noAutofit/>
          </a:bodyPr>
          <a:lstStyle/>
          <a:p>
            <a:pPr marL="0" lvl="0" indent="0" algn="l" rtl="0">
              <a:spcBef>
                <a:spcPts val="0"/>
              </a:spcBef>
              <a:spcAft>
                <a:spcPts val="0"/>
              </a:spcAft>
              <a:buNone/>
            </a:pPr>
            <a:endParaRPr/>
          </a:p>
        </p:txBody>
      </p:sp>
      <p:sp>
        <p:nvSpPr>
          <p:cNvPr id="233" name="Google Shape;233;g2582b55a4a5_0_419:notes"/>
          <p:cNvSpPr txBox="1"/>
          <p:nvPr/>
        </p:nvSpPr>
        <p:spPr>
          <a:xfrm>
            <a:off x="3886696" y="8686800"/>
            <a:ext cx="2971200" cy="457200"/>
          </a:xfrm>
          <a:prstGeom prst="rect">
            <a:avLst/>
          </a:prstGeom>
          <a:noFill/>
          <a:ln>
            <a:noFill/>
          </a:ln>
        </p:spPr>
        <p:txBody>
          <a:bodyPr spcFirstLastPara="1" wrap="square" lIns="91100" tIns="45550" rIns="91100" bIns="455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GB" sz="1200" b="0" i="0" u="none">
                <a:solidFill>
                  <a:srgbClr val="000000"/>
                </a:solidFill>
                <a:latin typeface="Tahoma"/>
                <a:ea typeface="Tahoma"/>
                <a:cs typeface="Tahoma"/>
                <a:sym typeface="Tahoma"/>
              </a:rPr>
              <a:t>1</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582b55a4a5_0_431: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2582b55a4a5_0_431: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582b55a4a5_0_628: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2582b55a4a5_0_628: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582b55a4a5_0_639: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g2582b55a4a5_0_639: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582b55a568_0_2: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2582b55a568_0_2: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582b55a568_0_11: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g2582b55a568_0_11: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582b55a568_0_19: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g2582b55a568_0_19: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582b55a568_0_27: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g2582b55a568_0_27: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39d66e85bf_0_16: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g239d66e85bf_0_16: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39d66e85bf_0_35: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g239d66e85bf_0_35: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239d66e85bf_0_48: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g239d66e85bf_0_48: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39d66e85bf_0_67: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g239d66e85bf_0_67: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39d66e85bf_0_79: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g239d66e85bf_0_79: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39d66e85bf_0_106: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0" name="Google Shape;360;g239d66e85bf_0_106: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39d66e85bf_0_116: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g239d66e85bf_0_116:notes"/>
          <p:cNvSpPr>
            <a:spLocks noGrp="1" noRot="1" noChangeAspect="1"/>
          </p:cNvSpPr>
          <p:nvPr>
            <p:ph type="sldImg" idx="2"/>
          </p:nvPr>
        </p:nvSpPr>
        <p:spPr>
          <a:xfrm>
            <a:off x="384175" y="687388"/>
            <a:ext cx="6091238" cy="34274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582b55a568_0_35: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8" name="Google Shape;378;g2582b55a568_0_35: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4c72c83eb4_0_0:notes"/>
          <p:cNvSpPr txBox="1">
            <a:spLocks noGrp="1"/>
          </p:cNvSpPr>
          <p:nvPr>
            <p:ph type="body" idx="1"/>
          </p:nvPr>
        </p:nvSpPr>
        <p:spPr>
          <a:xfrm>
            <a:off x="913903" y="4343400"/>
            <a:ext cx="5030100" cy="41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g24c72c83eb4_0_0:notes"/>
          <p:cNvSpPr>
            <a:spLocks noGrp="1" noRot="1" noChangeAspect="1"/>
          </p:cNvSpPr>
          <p:nvPr>
            <p:ph type="sldImg" idx="2"/>
          </p:nvPr>
        </p:nvSpPr>
        <p:spPr>
          <a:xfrm>
            <a:off x="429100" y="687314"/>
            <a:ext cx="60015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ext and Chart" type="txAndChart">
  <p:cSld name="TEXT_AND_CHAR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53" name="Google Shape;53;p13"/>
          <p:cNvSpPr>
            <a:spLocks noGrp="1"/>
          </p:cNvSpPr>
          <p:nvPr>
            <p:ph type="chart"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54" name="Google Shape;54;p13"/>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 name="Google Shape;55;p13"/>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13"/>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7"/>
        <p:cNvGrpSpPr/>
        <p:nvPr/>
      </p:nvGrpSpPr>
      <p:grpSpPr>
        <a:xfrm>
          <a:off x="0" y="0"/>
          <a:ext cx="0" cy="0"/>
          <a:chOff x="0" y="0"/>
          <a:chExt cx="0" cy="0"/>
        </a:xfrm>
      </p:grpSpPr>
      <p:sp>
        <p:nvSpPr>
          <p:cNvPr id="128" name="Google Shape;128;p15"/>
          <p:cNvSpPr txBox="1">
            <a:spLocks noGrp="1"/>
          </p:cNvSpPr>
          <p:nvPr>
            <p:ph type="ctrTitle"/>
          </p:nvPr>
        </p:nvSpPr>
        <p:spPr>
          <a:xfrm>
            <a:off x="990600" y="131445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9" name="Google Shape;129;p15" descr="Rectangle: Click to edit Master text styles&#10;Second level&#10;Third level&#10;Fourth level&#10;Fifth level"/>
          <p:cNvSpPr txBox="1">
            <a:spLocks noGrp="1"/>
          </p:cNvSpPr>
          <p:nvPr>
            <p:ph type="subTitle" idx="1"/>
          </p:nvPr>
        </p:nvSpPr>
        <p:spPr>
          <a:xfrm>
            <a:off x="990600" y="2482453"/>
            <a:ext cx="6400800" cy="1314600"/>
          </a:xfrm>
          <a:prstGeom prst="rect">
            <a:avLst/>
          </a:prstGeom>
          <a:noFill/>
          <a:ln>
            <a:noFill/>
          </a:ln>
        </p:spPr>
        <p:txBody>
          <a:bodyPr spcFirstLastPara="1" wrap="square" lIns="91425" tIns="45700" rIns="91425" bIns="45700" anchor="t" anchorCtr="0">
            <a:noAutofit/>
          </a:bodyPr>
          <a:lstStyle>
            <a:lvl1pPr lvl="0" algn="l" rtl="0">
              <a:spcBef>
                <a:spcPts val="640"/>
              </a:spcBef>
              <a:spcAft>
                <a:spcPts val="0"/>
              </a:spcAft>
              <a:buSzPts val="1920"/>
              <a:buFont typeface="Noto Sans Symbols"/>
              <a:buNone/>
              <a:defRPr/>
            </a:lvl1pPr>
            <a:lvl2pPr lvl="1" algn="l" rtl="0">
              <a:spcBef>
                <a:spcPts val="360"/>
              </a:spcBef>
              <a:spcAft>
                <a:spcPts val="0"/>
              </a:spcAft>
              <a:buSzPts val="1080"/>
              <a:buChar char="■"/>
              <a:defRPr/>
            </a:lvl2pPr>
            <a:lvl3pPr lvl="2" algn="l" rtl="0">
              <a:spcBef>
                <a:spcPts val="360"/>
              </a:spcBef>
              <a:spcAft>
                <a:spcPts val="0"/>
              </a:spcAft>
              <a:buSzPts val="1710"/>
              <a:buChar char="⬥"/>
              <a:defRPr/>
            </a:lvl3pPr>
            <a:lvl4pPr lvl="3" algn="l" rtl="0">
              <a:spcBef>
                <a:spcPts val="360"/>
              </a:spcBef>
              <a:spcAft>
                <a:spcPts val="0"/>
              </a:spcAft>
              <a:buSzPts val="1170"/>
              <a:buChar char="■"/>
              <a:defRPr/>
            </a:lvl4pPr>
            <a:lvl5pPr lvl="4" algn="l" rtl="0">
              <a:spcBef>
                <a:spcPts val="360"/>
              </a:spcBef>
              <a:spcAft>
                <a:spcPts val="0"/>
              </a:spcAft>
              <a:buSzPts val="1080"/>
              <a:buChar char="■"/>
              <a:defRPr/>
            </a:lvl5pPr>
            <a:lvl6pPr lvl="5" algn="l" rtl="0">
              <a:spcBef>
                <a:spcPts val="360"/>
              </a:spcBef>
              <a:spcAft>
                <a:spcPts val="0"/>
              </a:spcAft>
              <a:buSzPts val="1080"/>
              <a:buChar char="■"/>
              <a:defRPr/>
            </a:lvl6pPr>
            <a:lvl7pPr lvl="6" algn="l" rtl="0">
              <a:spcBef>
                <a:spcPts val="360"/>
              </a:spcBef>
              <a:spcAft>
                <a:spcPts val="0"/>
              </a:spcAft>
              <a:buSzPts val="1080"/>
              <a:buChar char="■"/>
              <a:defRPr/>
            </a:lvl7pPr>
            <a:lvl8pPr lvl="7" algn="l" rtl="0">
              <a:spcBef>
                <a:spcPts val="360"/>
              </a:spcBef>
              <a:spcAft>
                <a:spcPts val="0"/>
              </a:spcAft>
              <a:buSzPts val="1080"/>
              <a:buChar char="■"/>
              <a:defRPr/>
            </a:lvl8pPr>
            <a:lvl9pPr lvl="8" algn="l" rtl="0">
              <a:spcBef>
                <a:spcPts val="360"/>
              </a:spcBef>
              <a:spcAft>
                <a:spcPts val="0"/>
              </a:spcAft>
              <a:buSzPts val="1080"/>
              <a:buChar char="■"/>
              <a:defRPr/>
            </a:lvl9pPr>
          </a:lstStyle>
          <a:p>
            <a:endParaRPr/>
          </a:p>
        </p:txBody>
      </p:sp>
      <p:sp>
        <p:nvSpPr>
          <p:cNvPr id="130" name="Google Shape;130;p15"/>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
        <p:nvSpPr>
          <p:cNvPr id="131" name="Google Shape;131;p15"/>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ext and Chart" type="txAndChart">
  <p:cSld name="TEXT_AND_CHART">
    <p:spTree>
      <p:nvGrpSpPr>
        <p:cNvPr id="1" name="Shape 199"/>
        <p:cNvGrpSpPr/>
        <p:nvPr/>
      </p:nvGrpSpPr>
      <p:grpSpPr>
        <a:xfrm>
          <a:off x="0" y="0"/>
          <a:ext cx="0" cy="0"/>
          <a:chOff x="0" y="0"/>
          <a:chExt cx="0" cy="0"/>
        </a:xfrm>
      </p:grpSpPr>
      <p:sp>
        <p:nvSpPr>
          <p:cNvPr id="200" name="Google Shape;200;p17"/>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1" name="Google Shape;201;p17"/>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02" name="Google Shape;202;p17"/>
          <p:cNvSpPr>
            <a:spLocks noGrp="1"/>
          </p:cNvSpPr>
          <p:nvPr>
            <p:ph type="chart"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03" name="Google Shape;203;p17"/>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4" name="Google Shape;204;p17"/>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5" name="Google Shape;205;p17"/>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06"/>
        <p:cNvGrpSpPr/>
        <p:nvPr/>
      </p:nvGrpSpPr>
      <p:grpSpPr>
        <a:xfrm>
          <a:off x="0" y="0"/>
          <a:ext cx="0" cy="0"/>
          <a:chOff x="0" y="0"/>
          <a:chExt cx="0" cy="0"/>
        </a:xfrm>
      </p:grpSpPr>
      <p:sp>
        <p:nvSpPr>
          <p:cNvPr id="207" name="Google Shape;207;p18"/>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8" name="Google Shape;208;p18"/>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09" name="Google Shape;209;p18"/>
          <p:cNvSpPr txBox="1">
            <a:spLocks noGrp="1"/>
          </p:cNvSpPr>
          <p:nvPr>
            <p:ph type="body"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10" name="Google Shape;210;p18"/>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1" name="Google Shape;211;p18"/>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2" name="Google Shape;212;p18"/>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19"/>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5" name="Google Shape;215;p19"/>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6" name="Google Shape;216;p19"/>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7"/>
        <p:cNvGrpSpPr/>
        <p:nvPr/>
      </p:nvGrpSpPr>
      <p:grpSpPr>
        <a:xfrm>
          <a:off x="0" y="0"/>
          <a:ext cx="0" cy="0"/>
          <a:chOff x="0" y="0"/>
          <a:chExt cx="0" cy="0"/>
        </a:xfrm>
      </p:grpSpPr>
      <p:sp>
        <p:nvSpPr>
          <p:cNvPr id="218" name="Google Shape;218;p20"/>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9" name="Google Shape;219;p20"/>
          <p:cNvSpPr txBox="1">
            <a:spLocks noGrp="1"/>
          </p:cNvSpPr>
          <p:nvPr>
            <p:ph type="body" idx="1"/>
          </p:nvPr>
        </p:nvSpPr>
        <p:spPr>
          <a:xfrm>
            <a:off x="838200" y="1428750"/>
            <a:ext cx="3810000" cy="3086100"/>
          </a:xfrm>
          <a:prstGeom prst="rect">
            <a:avLst/>
          </a:prstGeom>
          <a:noFill/>
          <a:ln>
            <a:noFill/>
          </a:ln>
        </p:spPr>
        <p:txBody>
          <a:bodyPr spcFirstLastPara="1" wrap="square" lIns="91425" tIns="45700" rIns="91425" bIns="45700" anchor="t" anchorCtr="0">
            <a:noAutofit/>
          </a:bodyPr>
          <a:lstStyle>
            <a:lvl1pPr marL="457200" lvl="0" indent="-335280" algn="l" rtl="0">
              <a:spcBef>
                <a:spcPts val="560"/>
              </a:spcBef>
              <a:spcAft>
                <a:spcPts val="0"/>
              </a:spcAft>
              <a:buSzPts val="1680"/>
              <a:buChar char="❑"/>
              <a:defRPr sz="2800"/>
            </a:lvl1pPr>
            <a:lvl2pPr marL="914400" lvl="1" indent="-320040" algn="l" rtl="0">
              <a:spcBef>
                <a:spcPts val="480"/>
              </a:spcBef>
              <a:spcAft>
                <a:spcPts val="0"/>
              </a:spcAft>
              <a:buSzPts val="1440"/>
              <a:buChar char="■"/>
              <a:defRPr sz="2400"/>
            </a:lvl2pPr>
            <a:lvl3pPr marL="1371600" lvl="2" indent="-349250" algn="l" rtl="0">
              <a:spcBef>
                <a:spcPts val="400"/>
              </a:spcBef>
              <a:spcAft>
                <a:spcPts val="0"/>
              </a:spcAft>
              <a:buSzPts val="1900"/>
              <a:buChar char="⬥"/>
              <a:defRPr sz="2000"/>
            </a:lvl3pPr>
            <a:lvl4pPr marL="1828800" lvl="3" indent="-302894" algn="l" rtl="0">
              <a:spcBef>
                <a:spcPts val="360"/>
              </a:spcBef>
              <a:spcAft>
                <a:spcPts val="0"/>
              </a:spcAft>
              <a:buSzPts val="1170"/>
              <a:buChar char="■"/>
              <a:defRPr sz="1800"/>
            </a:lvl4pPr>
            <a:lvl5pPr marL="2286000" lvl="4" indent="-297179" algn="l" rtl="0">
              <a:spcBef>
                <a:spcPts val="360"/>
              </a:spcBef>
              <a:spcAft>
                <a:spcPts val="0"/>
              </a:spcAft>
              <a:buSzPts val="1080"/>
              <a:buChar char="■"/>
              <a:defRPr sz="1800"/>
            </a:lvl5pPr>
            <a:lvl6pPr marL="2743200" lvl="5" indent="-297179" algn="l" rtl="0">
              <a:spcBef>
                <a:spcPts val="360"/>
              </a:spcBef>
              <a:spcAft>
                <a:spcPts val="0"/>
              </a:spcAft>
              <a:buSzPts val="1080"/>
              <a:buChar char="■"/>
              <a:defRPr sz="1800"/>
            </a:lvl6pPr>
            <a:lvl7pPr marL="3200400" lvl="6" indent="-297179" algn="l" rtl="0">
              <a:spcBef>
                <a:spcPts val="360"/>
              </a:spcBef>
              <a:spcAft>
                <a:spcPts val="0"/>
              </a:spcAft>
              <a:buSzPts val="1080"/>
              <a:buChar char="■"/>
              <a:defRPr sz="1800"/>
            </a:lvl7pPr>
            <a:lvl8pPr marL="3657600" lvl="7" indent="-297179" algn="l" rtl="0">
              <a:spcBef>
                <a:spcPts val="360"/>
              </a:spcBef>
              <a:spcAft>
                <a:spcPts val="0"/>
              </a:spcAft>
              <a:buSzPts val="1080"/>
              <a:buChar char="■"/>
              <a:defRPr sz="1800"/>
            </a:lvl8pPr>
            <a:lvl9pPr marL="4114800" lvl="8" indent="-297179" algn="l" rtl="0">
              <a:spcBef>
                <a:spcPts val="360"/>
              </a:spcBef>
              <a:spcAft>
                <a:spcPts val="0"/>
              </a:spcAft>
              <a:buSzPts val="1080"/>
              <a:buChar char="■"/>
              <a:defRPr sz="1800"/>
            </a:lvl9pPr>
          </a:lstStyle>
          <a:p>
            <a:endParaRPr/>
          </a:p>
        </p:txBody>
      </p:sp>
      <p:sp>
        <p:nvSpPr>
          <p:cNvPr id="220" name="Google Shape;220;p20"/>
          <p:cNvSpPr txBox="1">
            <a:spLocks noGrp="1"/>
          </p:cNvSpPr>
          <p:nvPr>
            <p:ph type="body" idx="2"/>
          </p:nvPr>
        </p:nvSpPr>
        <p:spPr>
          <a:xfrm>
            <a:off x="4800600" y="1428750"/>
            <a:ext cx="3810000" cy="3086100"/>
          </a:xfrm>
          <a:prstGeom prst="rect">
            <a:avLst/>
          </a:prstGeom>
          <a:noFill/>
          <a:ln>
            <a:noFill/>
          </a:ln>
        </p:spPr>
        <p:txBody>
          <a:bodyPr spcFirstLastPara="1" wrap="square" lIns="91425" tIns="45700" rIns="91425" bIns="45700" anchor="t" anchorCtr="0">
            <a:noAutofit/>
          </a:bodyPr>
          <a:lstStyle>
            <a:lvl1pPr marL="457200" lvl="0" indent="-335280" algn="l" rtl="0">
              <a:spcBef>
                <a:spcPts val="560"/>
              </a:spcBef>
              <a:spcAft>
                <a:spcPts val="0"/>
              </a:spcAft>
              <a:buSzPts val="1680"/>
              <a:buChar char="❑"/>
              <a:defRPr sz="2800"/>
            </a:lvl1pPr>
            <a:lvl2pPr marL="914400" lvl="1" indent="-320040" algn="l" rtl="0">
              <a:spcBef>
                <a:spcPts val="480"/>
              </a:spcBef>
              <a:spcAft>
                <a:spcPts val="0"/>
              </a:spcAft>
              <a:buSzPts val="1440"/>
              <a:buChar char="■"/>
              <a:defRPr sz="2400"/>
            </a:lvl2pPr>
            <a:lvl3pPr marL="1371600" lvl="2" indent="-349250" algn="l" rtl="0">
              <a:spcBef>
                <a:spcPts val="400"/>
              </a:spcBef>
              <a:spcAft>
                <a:spcPts val="0"/>
              </a:spcAft>
              <a:buSzPts val="1900"/>
              <a:buChar char="⬥"/>
              <a:defRPr sz="2000"/>
            </a:lvl3pPr>
            <a:lvl4pPr marL="1828800" lvl="3" indent="-302894" algn="l" rtl="0">
              <a:spcBef>
                <a:spcPts val="360"/>
              </a:spcBef>
              <a:spcAft>
                <a:spcPts val="0"/>
              </a:spcAft>
              <a:buSzPts val="1170"/>
              <a:buChar char="■"/>
              <a:defRPr sz="1800"/>
            </a:lvl4pPr>
            <a:lvl5pPr marL="2286000" lvl="4" indent="-297179" algn="l" rtl="0">
              <a:spcBef>
                <a:spcPts val="360"/>
              </a:spcBef>
              <a:spcAft>
                <a:spcPts val="0"/>
              </a:spcAft>
              <a:buSzPts val="1080"/>
              <a:buChar char="■"/>
              <a:defRPr sz="1800"/>
            </a:lvl5pPr>
            <a:lvl6pPr marL="2743200" lvl="5" indent="-297179" algn="l" rtl="0">
              <a:spcBef>
                <a:spcPts val="360"/>
              </a:spcBef>
              <a:spcAft>
                <a:spcPts val="0"/>
              </a:spcAft>
              <a:buSzPts val="1080"/>
              <a:buChar char="■"/>
              <a:defRPr sz="1800"/>
            </a:lvl6pPr>
            <a:lvl7pPr marL="3200400" lvl="6" indent="-297179" algn="l" rtl="0">
              <a:spcBef>
                <a:spcPts val="360"/>
              </a:spcBef>
              <a:spcAft>
                <a:spcPts val="0"/>
              </a:spcAft>
              <a:buSzPts val="1080"/>
              <a:buChar char="■"/>
              <a:defRPr sz="1800"/>
            </a:lvl7pPr>
            <a:lvl8pPr marL="3657600" lvl="7" indent="-297179" algn="l" rtl="0">
              <a:spcBef>
                <a:spcPts val="360"/>
              </a:spcBef>
              <a:spcAft>
                <a:spcPts val="0"/>
              </a:spcAft>
              <a:buSzPts val="1080"/>
              <a:buChar char="■"/>
              <a:defRPr sz="1800"/>
            </a:lvl8pPr>
            <a:lvl9pPr marL="4114800" lvl="8" indent="-297179" algn="l" rtl="0">
              <a:spcBef>
                <a:spcPts val="360"/>
              </a:spcBef>
              <a:spcAft>
                <a:spcPts val="0"/>
              </a:spcAft>
              <a:buSzPts val="1080"/>
              <a:buChar char="■"/>
              <a:defRPr sz="1800"/>
            </a:lvl9pPr>
          </a:lstStyle>
          <a:p>
            <a:endParaRPr/>
          </a:p>
        </p:txBody>
      </p:sp>
      <p:sp>
        <p:nvSpPr>
          <p:cNvPr id="221" name="Google Shape;221;p20"/>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2" name="Google Shape;222;p20"/>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3" name="Google Shape;223;p20"/>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4"/>
        <p:cNvGrpSpPr/>
        <p:nvPr/>
      </p:nvGrpSpPr>
      <p:grpSpPr>
        <a:xfrm>
          <a:off x="0" y="0"/>
          <a:ext cx="0" cy="0"/>
          <a:chOff x="0" y="0"/>
          <a:chExt cx="0" cy="0"/>
        </a:xfrm>
      </p:grpSpPr>
      <p:sp>
        <p:nvSpPr>
          <p:cNvPr id="225" name="Google Shape;225;p21"/>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6" name="Google Shape;226;p21"/>
          <p:cNvSpPr txBox="1">
            <a:spLocks noGrp="1"/>
          </p:cNvSpPr>
          <p:nvPr>
            <p:ph type="body" idx="1"/>
          </p:nvPr>
        </p:nvSpPr>
        <p:spPr>
          <a:xfrm>
            <a:off x="838200" y="1428750"/>
            <a:ext cx="7772400" cy="3086100"/>
          </a:xfrm>
          <a:prstGeom prst="rect">
            <a:avLst/>
          </a:prstGeom>
          <a:noFill/>
          <a:ln>
            <a:noFill/>
          </a:ln>
        </p:spPr>
        <p:txBody>
          <a:bodyPr spcFirstLastPara="1" wrap="square" lIns="91425" tIns="45700" rIns="91425" bIns="45700" anchor="t" anchorCtr="0">
            <a:noAutofit/>
          </a:bodyPr>
          <a:lstStyle>
            <a:lvl1pPr marL="457200" lvl="0" indent="-297180" algn="l" rtl="0">
              <a:spcBef>
                <a:spcPts val="360"/>
              </a:spcBef>
              <a:spcAft>
                <a:spcPts val="0"/>
              </a:spcAft>
              <a:buSzPts val="1080"/>
              <a:buChar char="❑"/>
              <a:defRPr/>
            </a:lvl1pPr>
            <a:lvl2pPr marL="914400" lvl="1" indent="-297180" algn="l" rtl="0">
              <a:spcBef>
                <a:spcPts val="360"/>
              </a:spcBef>
              <a:spcAft>
                <a:spcPts val="0"/>
              </a:spcAft>
              <a:buSzPts val="1080"/>
              <a:buChar char="■"/>
              <a:defRPr/>
            </a:lvl2pPr>
            <a:lvl3pPr marL="1371600" lvl="2" indent="-337185" algn="l" rtl="0">
              <a:spcBef>
                <a:spcPts val="360"/>
              </a:spcBef>
              <a:spcAft>
                <a:spcPts val="0"/>
              </a:spcAft>
              <a:buSzPts val="1710"/>
              <a:buChar char="⬥"/>
              <a:defRPr/>
            </a:lvl3pPr>
            <a:lvl4pPr marL="1828800" lvl="3" indent="-302894" algn="l" rtl="0">
              <a:spcBef>
                <a:spcPts val="360"/>
              </a:spcBef>
              <a:spcAft>
                <a:spcPts val="0"/>
              </a:spcAft>
              <a:buSzPts val="1170"/>
              <a:buChar char="■"/>
              <a:defRPr/>
            </a:lvl4pPr>
            <a:lvl5pPr marL="2286000" lvl="4" indent="-297179" algn="l" rtl="0">
              <a:spcBef>
                <a:spcPts val="360"/>
              </a:spcBef>
              <a:spcAft>
                <a:spcPts val="0"/>
              </a:spcAft>
              <a:buSzPts val="1080"/>
              <a:buChar char="■"/>
              <a:defRPr/>
            </a:lvl5pPr>
            <a:lvl6pPr marL="2743200" lvl="5" indent="-297179" algn="l" rtl="0">
              <a:spcBef>
                <a:spcPts val="360"/>
              </a:spcBef>
              <a:spcAft>
                <a:spcPts val="0"/>
              </a:spcAft>
              <a:buSzPts val="1080"/>
              <a:buChar char="■"/>
              <a:defRPr/>
            </a:lvl6pPr>
            <a:lvl7pPr marL="3200400" lvl="6" indent="-297179" algn="l" rtl="0">
              <a:spcBef>
                <a:spcPts val="360"/>
              </a:spcBef>
              <a:spcAft>
                <a:spcPts val="0"/>
              </a:spcAft>
              <a:buSzPts val="1080"/>
              <a:buChar char="■"/>
              <a:defRPr/>
            </a:lvl7pPr>
            <a:lvl8pPr marL="3657600" lvl="7" indent="-297179" algn="l" rtl="0">
              <a:spcBef>
                <a:spcPts val="360"/>
              </a:spcBef>
              <a:spcAft>
                <a:spcPts val="0"/>
              </a:spcAft>
              <a:buSzPts val="1080"/>
              <a:buChar char="■"/>
              <a:defRPr/>
            </a:lvl8pPr>
            <a:lvl9pPr marL="4114800" lvl="8" indent="-297179" algn="l" rtl="0">
              <a:spcBef>
                <a:spcPts val="360"/>
              </a:spcBef>
              <a:spcAft>
                <a:spcPts val="0"/>
              </a:spcAft>
              <a:buSzPts val="1080"/>
              <a:buChar char="■"/>
              <a:defRPr/>
            </a:lvl9pPr>
          </a:lstStyle>
          <a:p>
            <a:endParaRPr/>
          </a:p>
        </p:txBody>
      </p:sp>
      <p:sp>
        <p:nvSpPr>
          <p:cNvPr id="227" name="Google Shape;227;p21"/>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8" name="Google Shape;228;p21"/>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9" name="Google Shape;229;p21"/>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heme" Target="../theme/theme3.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
        <p:cNvGrpSpPr/>
        <p:nvPr/>
      </p:nvGrpSpPr>
      <p:grpSpPr>
        <a:xfrm>
          <a:off x="0" y="0"/>
          <a:ext cx="0" cy="0"/>
          <a:chOff x="0" y="0"/>
          <a:chExt cx="0" cy="0"/>
        </a:xfrm>
      </p:grpSpPr>
      <p:grpSp>
        <p:nvGrpSpPr>
          <p:cNvPr id="58" name="Google Shape;58;p14"/>
          <p:cNvGrpSpPr/>
          <p:nvPr/>
        </p:nvGrpSpPr>
        <p:grpSpPr>
          <a:xfrm>
            <a:off x="-136525" y="0"/>
            <a:ext cx="9204325" cy="5029200"/>
            <a:chOff x="-86" y="0"/>
            <a:chExt cx="5798" cy="4224"/>
          </a:xfrm>
        </p:grpSpPr>
        <p:grpSp>
          <p:nvGrpSpPr>
            <p:cNvPr id="59" name="Google Shape;59;p14"/>
            <p:cNvGrpSpPr/>
            <p:nvPr/>
          </p:nvGrpSpPr>
          <p:grpSpPr>
            <a:xfrm>
              <a:off x="0" y="0"/>
              <a:ext cx="5712" cy="4224"/>
              <a:chOff x="0" y="0"/>
              <a:chExt cx="5712" cy="4224"/>
            </a:xfrm>
          </p:grpSpPr>
          <p:sp>
            <p:nvSpPr>
              <p:cNvPr id="60" name="Google Shape;60;p14"/>
              <p:cNvSpPr txBox="1"/>
              <p:nvPr/>
            </p:nvSpPr>
            <p:spPr>
              <a:xfrm>
                <a:off x="2112" y="0"/>
                <a:ext cx="3600" cy="0"/>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nvGrpSpPr>
              <p:cNvPr id="61" name="Google Shape;61;p14"/>
              <p:cNvGrpSpPr/>
              <p:nvPr/>
            </p:nvGrpSpPr>
            <p:grpSpPr>
              <a:xfrm>
                <a:off x="0" y="0"/>
                <a:ext cx="5700" cy="4224"/>
                <a:chOff x="0" y="0"/>
                <a:chExt cx="5700" cy="4224"/>
              </a:xfrm>
            </p:grpSpPr>
            <p:cxnSp>
              <p:nvCxnSpPr>
                <p:cNvPr id="62" name="Google Shape;62;p14"/>
                <p:cNvCxnSpPr/>
                <p:nvPr/>
              </p:nvCxnSpPr>
              <p:spPr>
                <a:xfrm>
                  <a:off x="0" y="19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3" name="Google Shape;63;p14"/>
                <p:cNvCxnSpPr/>
                <p:nvPr/>
              </p:nvCxnSpPr>
              <p:spPr>
                <a:xfrm>
                  <a:off x="0" y="38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4" name="Google Shape;64;p14"/>
                <p:cNvCxnSpPr/>
                <p:nvPr/>
              </p:nvCxnSpPr>
              <p:spPr>
                <a:xfrm>
                  <a:off x="0" y="57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5" name="Google Shape;65;p14"/>
                <p:cNvCxnSpPr/>
                <p:nvPr/>
              </p:nvCxnSpPr>
              <p:spPr>
                <a:xfrm>
                  <a:off x="0" y="76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6" name="Google Shape;66;p14"/>
                <p:cNvCxnSpPr/>
                <p:nvPr/>
              </p:nvCxnSpPr>
              <p:spPr>
                <a:xfrm>
                  <a:off x="0" y="96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7" name="Google Shape;67;p14"/>
                <p:cNvCxnSpPr/>
                <p:nvPr/>
              </p:nvCxnSpPr>
              <p:spPr>
                <a:xfrm>
                  <a:off x="0" y="115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8" name="Google Shape;68;p14"/>
                <p:cNvCxnSpPr/>
                <p:nvPr/>
              </p:nvCxnSpPr>
              <p:spPr>
                <a:xfrm>
                  <a:off x="0" y="134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69" name="Google Shape;69;p14"/>
                <p:cNvCxnSpPr/>
                <p:nvPr/>
              </p:nvCxnSpPr>
              <p:spPr>
                <a:xfrm>
                  <a:off x="0" y="153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0" name="Google Shape;70;p14"/>
                <p:cNvCxnSpPr/>
                <p:nvPr/>
              </p:nvCxnSpPr>
              <p:spPr>
                <a:xfrm>
                  <a:off x="0" y="172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1" name="Google Shape;71;p14"/>
                <p:cNvCxnSpPr/>
                <p:nvPr/>
              </p:nvCxnSpPr>
              <p:spPr>
                <a:xfrm>
                  <a:off x="0" y="192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2" name="Google Shape;72;p14"/>
                <p:cNvCxnSpPr/>
                <p:nvPr/>
              </p:nvCxnSpPr>
              <p:spPr>
                <a:xfrm>
                  <a:off x="0" y="211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3" name="Google Shape;73;p14"/>
                <p:cNvCxnSpPr/>
                <p:nvPr/>
              </p:nvCxnSpPr>
              <p:spPr>
                <a:xfrm>
                  <a:off x="0" y="230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4" name="Google Shape;74;p14"/>
                <p:cNvCxnSpPr/>
                <p:nvPr/>
              </p:nvCxnSpPr>
              <p:spPr>
                <a:xfrm>
                  <a:off x="0" y="249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5" name="Google Shape;75;p14"/>
                <p:cNvCxnSpPr/>
                <p:nvPr/>
              </p:nvCxnSpPr>
              <p:spPr>
                <a:xfrm>
                  <a:off x="0" y="268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6" name="Google Shape;76;p14"/>
                <p:cNvCxnSpPr/>
                <p:nvPr/>
              </p:nvCxnSpPr>
              <p:spPr>
                <a:xfrm>
                  <a:off x="0" y="288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7" name="Google Shape;77;p14"/>
                <p:cNvCxnSpPr/>
                <p:nvPr/>
              </p:nvCxnSpPr>
              <p:spPr>
                <a:xfrm>
                  <a:off x="0" y="307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8" name="Google Shape;78;p14"/>
                <p:cNvCxnSpPr/>
                <p:nvPr/>
              </p:nvCxnSpPr>
              <p:spPr>
                <a:xfrm>
                  <a:off x="0" y="326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79" name="Google Shape;79;p14"/>
                <p:cNvCxnSpPr/>
                <p:nvPr/>
              </p:nvCxnSpPr>
              <p:spPr>
                <a:xfrm>
                  <a:off x="0" y="345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0" name="Google Shape;80;p14"/>
                <p:cNvCxnSpPr/>
                <p:nvPr/>
              </p:nvCxnSpPr>
              <p:spPr>
                <a:xfrm>
                  <a:off x="0" y="364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1" name="Google Shape;81;p14"/>
                <p:cNvCxnSpPr/>
                <p:nvPr/>
              </p:nvCxnSpPr>
              <p:spPr>
                <a:xfrm>
                  <a:off x="0" y="384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2" name="Google Shape;82;p14"/>
                <p:cNvCxnSpPr/>
                <p:nvPr/>
              </p:nvCxnSpPr>
              <p:spPr>
                <a:xfrm>
                  <a:off x="0" y="403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3" name="Google Shape;83;p14"/>
                <p:cNvCxnSpPr/>
                <p:nvPr/>
              </p:nvCxnSpPr>
              <p:spPr>
                <a:xfrm>
                  <a:off x="0" y="422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84" name="Google Shape;84;p14"/>
                <p:cNvCxnSpPr/>
                <p:nvPr/>
              </p:nvCxnSpPr>
              <p:spPr>
                <a:xfrm>
                  <a:off x="1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5" name="Google Shape;85;p14"/>
                <p:cNvCxnSpPr/>
                <p:nvPr/>
              </p:nvCxnSpPr>
              <p:spPr>
                <a:xfrm>
                  <a:off x="3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6" name="Google Shape;86;p14"/>
                <p:cNvCxnSpPr/>
                <p:nvPr/>
              </p:nvCxnSpPr>
              <p:spPr>
                <a:xfrm>
                  <a:off x="5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7" name="Google Shape;87;p14"/>
                <p:cNvCxnSpPr/>
                <p:nvPr/>
              </p:nvCxnSpPr>
              <p:spPr>
                <a:xfrm>
                  <a:off x="76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8" name="Google Shape;88;p14"/>
                <p:cNvCxnSpPr/>
                <p:nvPr/>
              </p:nvCxnSpPr>
              <p:spPr>
                <a:xfrm>
                  <a:off x="96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89" name="Google Shape;89;p14"/>
                <p:cNvCxnSpPr/>
                <p:nvPr/>
              </p:nvCxnSpPr>
              <p:spPr>
                <a:xfrm>
                  <a:off x="115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0" name="Google Shape;90;p14"/>
                <p:cNvCxnSpPr/>
                <p:nvPr/>
              </p:nvCxnSpPr>
              <p:spPr>
                <a:xfrm>
                  <a:off x="134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1" name="Google Shape;91;p14"/>
                <p:cNvCxnSpPr/>
                <p:nvPr/>
              </p:nvCxnSpPr>
              <p:spPr>
                <a:xfrm>
                  <a:off x="153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2" name="Google Shape;92;p14"/>
                <p:cNvCxnSpPr/>
                <p:nvPr/>
              </p:nvCxnSpPr>
              <p:spPr>
                <a:xfrm>
                  <a:off x="172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3" name="Google Shape;93;p14"/>
                <p:cNvCxnSpPr/>
                <p:nvPr/>
              </p:nvCxnSpPr>
              <p:spPr>
                <a:xfrm>
                  <a:off x="192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4" name="Google Shape;94;p14"/>
                <p:cNvCxnSpPr/>
                <p:nvPr/>
              </p:nvCxnSpPr>
              <p:spPr>
                <a:xfrm>
                  <a:off x="211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5" name="Google Shape;95;p14"/>
                <p:cNvCxnSpPr/>
                <p:nvPr/>
              </p:nvCxnSpPr>
              <p:spPr>
                <a:xfrm>
                  <a:off x="230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6" name="Google Shape;96;p14"/>
                <p:cNvCxnSpPr/>
                <p:nvPr/>
              </p:nvCxnSpPr>
              <p:spPr>
                <a:xfrm>
                  <a:off x="249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7" name="Google Shape;97;p14"/>
                <p:cNvCxnSpPr/>
                <p:nvPr/>
              </p:nvCxnSpPr>
              <p:spPr>
                <a:xfrm>
                  <a:off x="268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8" name="Google Shape;98;p14"/>
                <p:cNvCxnSpPr/>
                <p:nvPr/>
              </p:nvCxnSpPr>
              <p:spPr>
                <a:xfrm>
                  <a:off x="288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99" name="Google Shape;99;p14"/>
                <p:cNvCxnSpPr/>
                <p:nvPr/>
              </p:nvCxnSpPr>
              <p:spPr>
                <a:xfrm>
                  <a:off x="307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0" name="Google Shape;100;p14"/>
                <p:cNvCxnSpPr/>
                <p:nvPr/>
              </p:nvCxnSpPr>
              <p:spPr>
                <a:xfrm>
                  <a:off x="326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1" name="Google Shape;101;p14"/>
                <p:cNvCxnSpPr/>
                <p:nvPr/>
              </p:nvCxnSpPr>
              <p:spPr>
                <a:xfrm>
                  <a:off x="345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2" name="Google Shape;102;p14"/>
                <p:cNvCxnSpPr/>
                <p:nvPr/>
              </p:nvCxnSpPr>
              <p:spPr>
                <a:xfrm>
                  <a:off x="364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3" name="Google Shape;103;p14"/>
                <p:cNvCxnSpPr/>
                <p:nvPr/>
              </p:nvCxnSpPr>
              <p:spPr>
                <a:xfrm>
                  <a:off x="384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4" name="Google Shape;104;p14"/>
                <p:cNvCxnSpPr/>
                <p:nvPr/>
              </p:nvCxnSpPr>
              <p:spPr>
                <a:xfrm>
                  <a:off x="403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5" name="Google Shape;105;p14"/>
                <p:cNvCxnSpPr/>
                <p:nvPr/>
              </p:nvCxnSpPr>
              <p:spPr>
                <a:xfrm>
                  <a:off x="422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6" name="Google Shape;106;p14"/>
                <p:cNvCxnSpPr/>
                <p:nvPr/>
              </p:nvCxnSpPr>
              <p:spPr>
                <a:xfrm>
                  <a:off x="441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7" name="Google Shape;107;p14"/>
                <p:cNvCxnSpPr/>
                <p:nvPr/>
              </p:nvCxnSpPr>
              <p:spPr>
                <a:xfrm>
                  <a:off x="460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8" name="Google Shape;108;p14"/>
                <p:cNvCxnSpPr/>
                <p:nvPr/>
              </p:nvCxnSpPr>
              <p:spPr>
                <a:xfrm>
                  <a:off x="480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09" name="Google Shape;109;p14"/>
                <p:cNvCxnSpPr/>
                <p:nvPr/>
              </p:nvCxnSpPr>
              <p:spPr>
                <a:xfrm>
                  <a:off x="49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10" name="Google Shape;110;p14"/>
                <p:cNvCxnSpPr/>
                <p:nvPr/>
              </p:nvCxnSpPr>
              <p:spPr>
                <a:xfrm>
                  <a:off x="51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11" name="Google Shape;111;p14"/>
                <p:cNvCxnSpPr/>
                <p:nvPr/>
              </p:nvCxnSpPr>
              <p:spPr>
                <a:xfrm>
                  <a:off x="53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12" name="Google Shape;112;p14"/>
                <p:cNvCxnSpPr/>
                <p:nvPr/>
              </p:nvCxnSpPr>
              <p:spPr>
                <a:xfrm>
                  <a:off x="5568" y="0"/>
                  <a:ext cx="0" cy="4200"/>
                </a:xfrm>
                <a:prstGeom prst="straightConnector1">
                  <a:avLst/>
                </a:prstGeom>
                <a:noFill/>
                <a:ln w="9525" cap="flat" cmpd="sng">
                  <a:solidFill>
                    <a:schemeClr val="folHlink"/>
                  </a:solidFill>
                  <a:prstDash val="solid"/>
                  <a:miter lim="800000"/>
                  <a:headEnd type="none" w="med" len="med"/>
                  <a:tailEnd type="none" w="med" len="med"/>
                </a:ln>
              </p:spPr>
            </p:cxnSp>
          </p:grpSp>
          <p:cxnSp>
            <p:nvCxnSpPr>
              <p:cNvPr id="113" name="Google Shape;113;p14"/>
              <p:cNvCxnSpPr/>
              <p:nvPr/>
            </p:nvCxnSpPr>
            <p:spPr>
              <a:xfrm>
                <a:off x="5568" y="0"/>
                <a:ext cx="0" cy="1500"/>
              </a:xfrm>
              <a:prstGeom prst="straightConnector1">
                <a:avLst/>
              </a:prstGeom>
              <a:noFill/>
              <a:ln w="9525" cap="flat" cmpd="sng">
                <a:solidFill>
                  <a:schemeClr val="hlink"/>
                </a:solidFill>
                <a:prstDash val="solid"/>
                <a:miter lim="800000"/>
                <a:headEnd type="none" w="med" len="med"/>
                <a:tailEnd type="none" w="med" len="med"/>
              </a:ln>
            </p:spPr>
          </p:cxnSp>
        </p:grpSp>
        <p:grpSp>
          <p:nvGrpSpPr>
            <p:cNvPr id="114" name="Google Shape;114;p14"/>
            <p:cNvGrpSpPr/>
            <p:nvPr/>
          </p:nvGrpSpPr>
          <p:grpSpPr>
            <a:xfrm>
              <a:off x="-86" y="559"/>
              <a:ext cx="4281" cy="1800"/>
              <a:chOff x="-86" y="559"/>
              <a:chExt cx="4281" cy="1800"/>
            </a:xfrm>
          </p:grpSpPr>
          <p:cxnSp>
            <p:nvCxnSpPr>
              <p:cNvPr id="115" name="Google Shape;115;p14"/>
              <p:cNvCxnSpPr/>
              <p:nvPr/>
            </p:nvCxnSpPr>
            <p:spPr>
              <a:xfrm>
                <a:off x="506" y="559"/>
                <a:ext cx="0" cy="1800"/>
              </a:xfrm>
              <a:prstGeom prst="straightConnector1">
                <a:avLst/>
              </a:prstGeom>
              <a:noFill/>
              <a:ln w="9525" cap="flat" cmpd="sng">
                <a:solidFill>
                  <a:schemeClr val="hlink"/>
                </a:solidFill>
                <a:prstDash val="solid"/>
                <a:miter lim="800000"/>
                <a:headEnd type="none" w="med" len="med"/>
                <a:tailEnd type="none" w="med" len="med"/>
              </a:ln>
            </p:spPr>
          </p:cxnSp>
          <p:cxnSp>
            <p:nvCxnSpPr>
              <p:cNvPr id="116" name="Google Shape;116;p14"/>
              <p:cNvCxnSpPr/>
              <p:nvPr/>
            </p:nvCxnSpPr>
            <p:spPr>
              <a:xfrm rot="10800000">
                <a:off x="-86" y="1925"/>
                <a:ext cx="3300" cy="0"/>
              </a:xfrm>
              <a:prstGeom prst="straightConnector1">
                <a:avLst/>
              </a:prstGeom>
              <a:noFill/>
              <a:ln w="9525" cap="flat" cmpd="sng">
                <a:solidFill>
                  <a:schemeClr val="hlink"/>
                </a:solidFill>
                <a:prstDash val="solid"/>
                <a:miter lim="800000"/>
                <a:headEnd type="none" w="med" len="med"/>
                <a:tailEnd type="none" w="med" len="med"/>
              </a:ln>
            </p:spPr>
          </p:cxnSp>
          <p:cxnSp>
            <p:nvCxnSpPr>
              <p:cNvPr id="117" name="Google Shape;117;p14"/>
              <p:cNvCxnSpPr/>
              <p:nvPr/>
            </p:nvCxnSpPr>
            <p:spPr>
              <a:xfrm rot="10800000">
                <a:off x="295" y="939"/>
                <a:ext cx="3900" cy="0"/>
              </a:xfrm>
              <a:prstGeom prst="straightConnector1">
                <a:avLst/>
              </a:prstGeom>
              <a:noFill/>
              <a:ln w="9525" cap="flat" cmpd="sng">
                <a:solidFill>
                  <a:schemeClr val="hlink"/>
                </a:solidFill>
                <a:prstDash val="solid"/>
                <a:miter lim="800000"/>
                <a:headEnd type="none" w="med" len="med"/>
                <a:tailEnd type="none" w="med" len="med"/>
              </a:ln>
            </p:spPr>
          </p:cxnSp>
          <p:sp>
            <p:nvSpPr>
              <p:cNvPr id="118" name="Google Shape;118;p14"/>
              <p:cNvSpPr/>
              <p:nvPr/>
            </p:nvSpPr>
            <p:spPr>
              <a:xfrm rot="-5400000" flipH="1">
                <a:off x="425" y="860"/>
                <a:ext cx="108" cy="108"/>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119" name="Google Shape;119;p14"/>
            <p:cNvGrpSpPr/>
            <p:nvPr/>
          </p:nvGrpSpPr>
          <p:grpSpPr>
            <a:xfrm>
              <a:off x="1480" y="1952"/>
              <a:ext cx="3900" cy="1800"/>
              <a:chOff x="1480" y="1952"/>
              <a:chExt cx="3900" cy="1800"/>
            </a:xfrm>
          </p:grpSpPr>
          <p:cxnSp>
            <p:nvCxnSpPr>
              <p:cNvPr id="120" name="Google Shape;120;p14"/>
              <p:cNvCxnSpPr/>
              <p:nvPr/>
            </p:nvCxnSpPr>
            <p:spPr>
              <a:xfrm>
                <a:off x="1480" y="3442"/>
                <a:ext cx="3900" cy="0"/>
              </a:xfrm>
              <a:prstGeom prst="straightConnector1">
                <a:avLst/>
              </a:prstGeom>
              <a:noFill/>
              <a:ln w="9525" cap="flat" cmpd="sng">
                <a:solidFill>
                  <a:schemeClr val="hlink"/>
                </a:solidFill>
                <a:prstDash val="solid"/>
                <a:miter lim="800000"/>
                <a:headEnd type="none" w="med" len="med"/>
                <a:tailEnd type="none" w="med" len="med"/>
              </a:ln>
            </p:spPr>
          </p:cxnSp>
          <p:cxnSp>
            <p:nvCxnSpPr>
              <p:cNvPr id="121" name="Google Shape;121;p14"/>
              <p:cNvCxnSpPr/>
              <p:nvPr/>
            </p:nvCxnSpPr>
            <p:spPr>
              <a:xfrm>
                <a:off x="5172" y="1952"/>
                <a:ext cx="0" cy="1800"/>
              </a:xfrm>
              <a:prstGeom prst="straightConnector1">
                <a:avLst/>
              </a:prstGeom>
              <a:noFill/>
              <a:ln w="9525" cap="flat" cmpd="sng">
                <a:solidFill>
                  <a:schemeClr val="hlink"/>
                </a:solidFill>
                <a:prstDash val="solid"/>
                <a:miter lim="800000"/>
                <a:headEnd type="none" w="med" len="med"/>
                <a:tailEnd type="none" w="med" len="med"/>
              </a:ln>
            </p:spPr>
          </p:cxnSp>
          <p:sp>
            <p:nvSpPr>
              <p:cNvPr id="122" name="Google Shape;122;p14"/>
              <p:cNvSpPr/>
              <p:nvPr/>
            </p:nvSpPr>
            <p:spPr>
              <a:xfrm rot="5400000">
                <a:off x="5145" y="3347"/>
                <a:ext cx="108" cy="108"/>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123" name="Google Shape;123;p14"/>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24" name="Google Shape;124;p14" descr="Rectangle: Click to edit Master text styles &#10;Second level &#10;Third level &#10;Fourth level &#10;Fifth level"/>
          <p:cNvSpPr txBox="1">
            <a:spLocks noGrp="1"/>
          </p:cNvSpPr>
          <p:nvPr>
            <p:ph type="body" idx="1"/>
          </p:nvPr>
        </p:nvSpPr>
        <p:spPr>
          <a:xfrm>
            <a:off x="838200" y="1428750"/>
            <a:ext cx="7772400" cy="30861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5" name="Google Shape;125;p14"/>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
        <p:nvSpPr>
          <p:cNvPr id="126" name="Google Shape;126;p14"/>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grpSp>
        <p:nvGrpSpPr>
          <p:cNvPr id="133" name="Google Shape;133;p16"/>
          <p:cNvGrpSpPr/>
          <p:nvPr/>
        </p:nvGrpSpPr>
        <p:grpSpPr>
          <a:xfrm>
            <a:off x="0" y="0"/>
            <a:ext cx="9067800" cy="5029200"/>
            <a:chOff x="0" y="0"/>
            <a:chExt cx="5712" cy="4224"/>
          </a:xfrm>
        </p:grpSpPr>
        <p:grpSp>
          <p:nvGrpSpPr>
            <p:cNvPr id="134" name="Google Shape;134;p16"/>
            <p:cNvGrpSpPr/>
            <p:nvPr/>
          </p:nvGrpSpPr>
          <p:grpSpPr>
            <a:xfrm>
              <a:off x="0" y="0"/>
              <a:ext cx="5700" cy="4224"/>
              <a:chOff x="0" y="0"/>
              <a:chExt cx="5700" cy="4224"/>
            </a:xfrm>
          </p:grpSpPr>
          <p:grpSp>
            <p:nvGrpSpPr>
              <p:cNvPr id="135" name="Google Shape;135;p16"/>
              <p:cNvGrpSpPr/>
              <p:nvPr/>
            </p:nvGrpSpPr>
            <p:grpSpPr>
              <a:xfrm>
                <a:off x="0" y="192"/>
                <a:ext cx="5700" cy="4032"/>
                <a:chOff x="0" y="192"/>
                <a:chExt cx="5700" cy="4032"/>
              </a:xfrm>
            </p:grpSpPr>
            <p:cxnSp>
              <p:nvCxnSpPr>
                <p:cNvPr id="136" name="Google Shape;136;p16"/>
                <p:cNvCxnSpPr/>
                <p:nvPr/>
              </p:nvCxnSpPr>
              <p:spPr>
                <a:xfrm>
                  <a:off x="0" y="19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37" name="Google Shape;137;p16"/>
                <p:cNvCxnSpPr/>
                <p:nvPr/>
              </p:nvCxnSpPr>
              <p:spPr>
                <a:xfrm>
                  <a:off x="0" y="38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38" name="Google Shape;138;p16"/>
                <p:cNvCxnSpPr/>
                <p:nvPr/>
              </p:nvCxnSpPr>
              <p:spPr>
                <a:xfrm>
                  <a:off x="0" y="57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39" name="Google Shape;139;p16"/>
                <p:cNvCxnSpPr/>
                <p:nvPr/>
              </p:nvCxnSpPr>
              <p:spPr>
                <a:xfrm>
                  <a:off x="0" y="76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0" name="Google Shape;140;p16"/>
                <p:cNvCxnSpPr/>
                <p:nvPr/>
              </p:nvCxnSpPr>
              <p:spPr>
                <a:xfrm>
                  <a:off x="0" y="96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1" name="Google Shape;141;p16"/>
                <p:cNvCxnSpPr/>
                <p:nvPr/>
              </p:nvCxnSpPr>
              <p:spPr>
                <a:xfrm>
                  <a:off x="0" y="115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2" name="Google Shape;142;p16"/>
                <p:cNvCxnSpPr/>
                <p:nvPr/>
              </p:nvCxnSpPr>
              <p:spPr>
                <a:xfrm>
                  <a:off x="0" y="134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3" name="Google Shape;143;p16"/>
                <p:cNvCxnSpPr/>
                <p:nvPr/>
              </p:nvCxnSpPr>
              <p:spPr>
                <a:xfrm>
                  <a:off x="0" y="153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4" name="Google Shape;144;p16"/>
                <p:cNvCxnSpPr/>
                <p:nvPr/>
              </p:nvCxnSpPr>
              <p:spPr>
                <a:xfrm>
                  <a:off x="0" y="172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5" name="Google Shape;145;p16"/>
                <p:cNvCxnSpPr/>
                <p:nvPr/>
              </p:nvCxnSpPr>
              <p:spPr>
                <a:xfrm>
                  <a:off x="0" y="192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6" name="Google Shape;146;p16"/>
                <p:cNvCxnSpPr/>
                <p:nvPr/>
              </p:nvCxnSpPr>
              <p:spPr>
                <a:xfrm>
                  <a:off x="0" y="211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7" name="Google Shape;147;p16"/>
                <p:cNvCxnSpPr/>
                <p:nvPr/>
              </p:nvCxnSpPr>
              <p:spPr>
                <a:xfrm>
                  <a:off x="0" y="230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8" name="Google Shape;148;p16"/>
                <p:cNvCxnSpPr/>
                <p:nvPr/>
              </p:nvCxnSpPr>
              <p:spPr>
                <a:xfrm>
                  <a:off x="0" y="249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49" name="Google Shape;149;p16"/>
                <p:cNvCxnSpPr/>
                <p:nvPr/>
              </p:nvCxnSpPr>
              <p:spPr>
                <a:xfrm>
                  <a:off x="0" y="268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0" name="Google Shape;150;p16"/>
                <p:cNvCxnSpPr/>
                <p:nvPr/>
              </p:nvCxnSpPr>
              <p:spPr>
                <a:xfrm>
                  <a:off x="0" y="288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1" name="Google Shape;151;p16"/>
                <p:cNvCxnSpPr/>
                <p:nvPr/>
              </p:nvCxnSpPr>
              <p:spPr>
                <a:xfrm>
                  <a:off x="0" y="307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2" name="Google Shape;152;p16"/>
                <p:cNvCxnSpPr/>
                <p:nvPr/>
              </p:nvCxnSpPr>
              <p:spPr>
                <a:xfrm>
                  <a:off x="0" y="3264"/>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3" name="Google Shape;153;p16"/>
                <p:cNvCxnSpPr/>
                <p:nvPr/>
              </p:nvCxnSpPr>
              <p:spPr>
                <a:xfrm>
                  <a:off x="0" y="3456"/>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4" name="Google Shape;154;p16"/>
                <p:cNvCxnSpPr/>
                <p:nvPr/>
              </p:nvCxnSpPr>
              <p:spPr>
                <a:xfrm>
                  <a:off x="0" y="3648"/>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5" name="Google Shape;155;p16"/>
                <p:cNvCxnSpPr/>
                <p:nvPr/>
              </p:nvCxnSpPr>
              <p:spPr>
                <a:xfrm>
                  <a:off x="0" y="3840"/>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6" name="Google Shape;156;p16"/>
                <p:cNvCxnSpPr/>
                <p:nvPr/>
              </p:nvCxnSpPr>
              <p:spPr>
                <a:xfrm>
                  <a:off x="0" y="4032"/>
                  <a:ext cx="570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7" name="Google Shape;157;p16"/>
                <p:cNvCxnSpPr/>
                <p:nvPr/>
              </p:nvCxnSpPr>
              <p:spPr>
                <a:xfrm>
                  <a:off x="0" y="4224"/>
                  <a:ext cx="5700" cy="0"/>
                </a:xfrm>
                <a:prstGeom prst="straightConnector1">
                  <a:avLst/>
                </a:prstGeom>
                <a:noFill/>
                <a:ln w="9525" cap="flat" cmpd="sng">
                  <a:solidFill>
                    <a:schemeClr val="folHlink"/>
                  </a:solidFill>
                  <a:prstDash val="solid"/>
                  <a:miter lim="800000"/>
                  <a:headEnd type="none" w="med" len="med"/>
                  <a:tailEnd type="none" w="med" len="med"/>
                </a:ln>
              </p:spPr>
            </p:cxnSp>
          </p:grpSp>
          <p:grpSp>
            <p:nvGrpSpPr>
              <p:cNvPr id="158" name="Google Shape;158;p16"/>
              <p:cNvGrpSpPr/>
              <p:nvPr/>
            </p:nvGrpSpPr>
            <p:grpSpPr>
              <a:xfrm>
                <a:off x="192" y="0"/>
                <a:ext cx="5376" cy="4200"/>
                <a:chOff x="192" y="0"/>
                <a:chExt cx="5376" cy="4200"/>
              </a:xfrm>
            </p:grpSpPr>
            <p:cxnSp>
              <p:nvCxnSpPr>
                <p:cNvPr id="159" name="Google Shape;159;p16"/>
                <p:cNvCxnSpPr/>
                <p:nvPr/>
              </p:nvCxnSpPr>
              <p:spPr>
                <a:xfrm>
                  <a:off x="1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0" name="Google Shape;160;p16"/>
                <p:cNvCxnSpPr/>
                <p:nvPr/>
              </p:nvCxnSpPr>
              <p:spPr>
                <a:xfrm>
                  <a:off x="3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1" name="Google Shape;161;p16"/>
                <p:cNvCxnSpPr/>
                <p:nvPr/>
              </p:nvCxnSpPr>
              <p:spPr>
                <a:xfrm>
                  <a:off x="5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2" name="Google Shape;162;p16"/>
                <p:cNvCxnSpPr/>
                <p:nvPr/>
              </p:nvCxnSpPr>
              <p:spPr>
                <a:xfrm>
                  <a:off x="76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3" name="Google Shape;163;p16"/>
                <p:cNvCxnSpPr/>
                <p:nvPr/>
              </p:nvCxnSpPr>
              <p:spPr>
                <a:xfrm>
                  <a:off x="96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4" name="Google Shape;164;p16"/>
                <p:cNvCxnSpPr/>
                <p:nvPr/>
              </p:nvCxnSpPr>
              <p:spPr>
                <a:xfrm>
                  <a:off x="115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5" name="Google Shape;165;p16"/>
                <p:cNvCxnSpPr/>
                <p:nvPr/>
              </p:nvCxnSpPr>
              <p:spPr>
                <a:xfrm>
                  <a:off x="134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6" name="Google Shape;166;p16"/>
                <p:cNvCxnSpPr/>
                <p:nvPr/>
              </p:nvCxnSpPr>
              <p:spPr>
                <a:xfrm>
                  <a:off x="153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7" name="Google Shape;167;p16"/>
                <p:cNvCxnSpPr/>
                <p:nvPr/>
              </p:nvCxnSpPr>
              <p:spPr>
                <a:xfrm>
                  <a:off x="172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8" name="Google Shape;168;p16"/>
                <p:cNvCxnSpPr/>
                <p:nvPr/>
              </p:nvCxnSpPr>
              <p:spPr>
                <a:xfrm>
                  <a:off x="192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69" name="Google Shape;169;p16"/>
                <p:cNvCxnSpPr/>
                <p:nvPr/>
              </p:nvCxnSpPr>
              <p:spPr>
                <a:xfrm>
                  <a:off x="211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0" name="Google Shape;170;p16"/>
                <p:cNvCxnSpPr/>
                <p:nvPr/>
              </p:nvCxnSpPr>
              <p:spPr>
                <a:xfrm>
                  <a:off x="230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1" name="Google Shape;171;p16"/>
                <p:cNvCxnSpPr/>
                <p:nvPr/>
              </p:nvCxnSpPr>
              <p:spPr>
                <a:xfrm>
                  <a:off x="249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2" name="Google Shape;172;p16"/>
                <p:cNvCxnSpPr/>
                <p:nvPr/>
              </p:nvCxnSpPr>
              <p:spPr>
                <a:xfrm>
                  <a:off x="268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3" name="Google Shape;173;p16"/>
                <p:cNvCxnSpPr/>
                <p:nvPr/>
              </p:nvCxnSpPr>
              <p:spPr>
                <a:xfrm>
                  <a:off x="288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4" name="Google Shape;174;p16"/>
                <p:cNvCxnSpPr/>
                <p:nvPr/>
              </p:nvCxnSpPr>
              <p:spPr>
                <a:xfrm>
                  <a:off x="307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5" name="Google Shape;175;p16"/>
                <p:cNvCxnSpPr/>
                <p:nvPr/>
              </p:nvCxnSpPr>
              <p:spPr>
                <a:xfrm>
                  <a:off x="326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6" name="Google Shape;176;p16"/>
                <p:cNvCxnSpPr/>
                <p:nvPr/>
              </p:nvCxnSpPr>
              <p:spPr>
                <a:xfrm>
                  <a:off x="345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7" name="Google Shape;177;p16"/>
                <p:cNvCxnSpPr/>
                <p:nvPr/>
              </p:nvCxnSpPr>
              <p:spPr>
                <a:xfrm>
                  <a:off x="364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8" name="Google Shape;178;p16"/>
                <p:cNvCxnSpPr/>
                <p:nvPr/>
              </p:nvCxnSpPr>
              <p:spPr>
                <a:xfrm>
                  <a:off x="384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79" name="Google Shape;179;p16"/>
                <p:cNvCxnSpPr/>
                <p:nvPr/>
              </p:nvCxnSpPr>
              <p:spPr>
                <a:xfrm>
                  <a:off x="403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0" name="Google Shape;180;p16"/>
                <p:cNvCxnSpPr/>
                <p:nvPr/>
              </p:nvCxnSpPr>
              <p:spPr>
                <a:xfrm>
                  <a:off x="422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1" name="Google Shape;181;p16"/>
                <p:cNvCxnSpPr/>
                <p:nvPr/>
              </p:nvCxnSpPr>
              <p:spPr>
                <a:xfrm>
                  <a:off x="441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2" name="Google Shape;182;p16"/>
                <p:cNvCxnSpPr/>
                <p:nvPr/>
              </p:nvCxnSpPr>
              <p:spPr>
                <a:xfrm>
                  <a:off x="4608"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3" name="Google Shape;183;p16"/>
                <p:cNvCxnSpPr/>
                <p:nvPr/>
              </p:nvCxnSpPr>
              <p:spPr>
                <a:xfrm>
                  <a:off x="4800"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4" name="Google Shape;184;p16"/>
                <p:cNvCxnSpPr/>
                <p:nvPr/>
              </p:nvCxnSpPr>
              <p:spPr>
                <a:xfrm>
                  <a:off x="4992"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5" name="Google Shape;185;p16"/>
                <p:cNvCxnSpPr/>
                <p:nvPr/>
              </p:nvCxnSpPr>
              <p:spPr>
                <a:xfrm>
                  <a:off x="5184"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6" name="Google Shape;186;p16"/>
                <p:cNvCxnSpPr/>
                <p:nvPr/>
              </p:nvCxnSpPr>
              <p:spPr>
                <a:xfrm>
                  <a:off x="5376" y="0"/>
                  <a:ext cx="0" cy="4200"/>
                </a:xfrm>
                <a:prstGeom prst="straightConnector1">
                  <a:avLst/>
                </a:prstGeom>
                <a:noFill/>
                <a:ln w="9525" cap="flat" cmpd="sng">
                  <a:solidFill>
                    <a:schemeClr val="folHlink"/>
                  </a:solidFill>
                  <a:prstDash val="solid"/>
                  <a:miter lim="800000"/>
                  <a:headEnd type="none" w="med" len="med"/>
                  <a:tailEnd type="none" w="med" len="med"/>
                </a:ln>
              </p:spPr>
            </p:cxnSp>
            <p:cxnSp>
              <p:nvCxnSpPr>
                <p:cNvPr id="187" name="Google Shape;187;p16"/>
                <p:cNvCxnSpPr/>
                <p:nvPr/>
              </p:nvCxnSpPr>
              <p:spPr>
                <a:xfrm>
                  <a:off x="5568" y="0"/>
                  <a:ext cx="0" cy="4200"/>
                </a:xfrm>
                <a:prstGeom prst="straightConnector1">
                  <a:avLst/>
                </a:prstGeom>
                <a:noFill/>
                <a:ln w="9525" cap="flat" cmpd="sng">
                  <a:solidFill>
                    <a:schemeClr val="folHlink"/>
                  </a:solidFill>
                  <a:prstDash val="solid"/>
                  <a:miter lim="800000"/>
                  <a:headEnd type="none" w="med" len="med"/>
                  <a:tailEnd type="none" w="med" len="med"/>
                </a:ln>
              </p:spPr>
            </p:cxnSp>
          </p:grpSp>
        </p:grpSp>
        <p:sp>
          <p:nvSpPr>
            <p:cNvPr id="188" name="Google Shape;188;p16" descr="60%"/>
            <p:cNvSpPr txBox="1"/>
            <p:nvPr/>
          </p:nvSpPr>
          <p:spPr>
            <a:xfrm>
              <a:off x="2112" y="0"/>
              <a:ext cx="3600" cy="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cxnSp>
          <p:nvCxnSpPr>
            <p:cNvPr id="189" name="Google Shape;189;p16"/>
            <p:cNvCxnSpPr/>
            <p:nvPr/>
          </p:nvCxnSpPr>
          <p:spPr>
            <a:xfrm>
              <a:off x="5568" y="0"/>
              <a:ext cx="0" cy="1500"/>
            </a:xfrm>
            <a:prstGeom prst="straightConnector1">
              <a:avLst/>
            </a:prstGeom>
            <a:noFill/>
            <a:ln w="9525" cap="flat" cmpd="sng">
              <a:solidFill>
                <a:schemeClr val="hlink"/>
              </a:solidFill>
              <a:prstDash val="solid"/>
              <a:miter lim="800000"/>
              <a:headEnd type="none" w="med" len="med"/>
              <a:tailEnd type="none" w="med" len="med"/>
            </a:ln>
          </p:spPr>
        </p:cxnSp>
        <p:grpSp>
          <p:nvGrpSpPr>
            <p:cNvPr id="190" name="Google Shape;190;p16"/>
            <p:cNvGrpSpPr/>
            <p:nvPr/>
          </p:nvGrpSpPr>
          <p:grpSpPr>
            <a:xfrm>
              <a:off x="316" y="892"/>
              <a:ext cx="1069" cy="1529"/>
              <a:chOff x="204" y="916"/>
              <a:chExt cx="2100" cy="3004"/>
            </a:xfrm>
          </p:grpSpPr>
          <p:cxnSp>
            <p:nvCxnSpPr>
              <p:cNvPr id="191" name="Google Shape;191;p16"/>
              <p:cNvCxnSpPr/>
              <p:nvPr/>
            </p:nvCxnSpPr>
            <p:spPr>
              <a:xfrm rot="10800000">
                <a:off x="204" y="1038"/>
                <a:ext cx="2100" cy="0"/>
              </a:xfrm>
              <a:prstGeom prst="straightConnector1">
                <a:avLst/>
              </a:prstGeom>
              <a:noFill/>
              <a:ln w="9525" cap="flat" cmpd="sng">
                <a:solidFill>
                  <a:schemeClr val="hlink"/>
                </a:solidFill>
                <a:prstDash val="solid"/>
                <a:miter lim="800000"/>
                <a:headEnd type="none" w="med" len="med"/>
                <a:tailEnd type="none" w="med" len="med"/>
              </a:ln>
            </p:spPr>
          </p:cxnSp>
          <p:cxnSp>
            <p:nvCxnSpPr>
              <p:cNvPr id="192" name="Google Shape;192;p16"/>
              <p:cNvCxnSpPr/>
              <p:nvPr/>
            </p:nvCxnSpPr>
            <p:spPr>
              <a:xfrm>
                <a:off x="336" y="920"/>
                <a:ext cx="0" cy="3000"/>
              </a:xfrm>
              <a:prstGeom prst="straightConnector1">
                <a:avLst/>
              </a:prstGeom>
              <a:noFill/>
              <a:ln w="9525" cap="flat" cmpd="sng">
                <a:solidFill>
                  <a:schemeClr val="hlink"/>
                </a:solidFill>
                <a:prstDash val="solid"/>
                <a:miter lim="800000"/>
                <a:headEnd type="none" w="med" len="med"/>
                <a:tailEnd type="none" w="med" len="med"/>
              </a:ln>
            </p:spPr>
          </p:cxnSp>
          <p:sp>
            <p:nvSpPr>
              <p:cNvPr id="193" name="Google Shape;193;p16"/>
              <p:cNvSpPr/>
              <p:nvPr/>
            </p:nvSpPr>
            <p:spPr>
              <a:xfrm flipH="1">
                <a:off x="240" y="916"/>
                <a:ext cx="216" cy="216"/>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194" name="Google Shape;194;p16"/>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l"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95" name="Google Shape;195;p16" descr="Rectangle: Click to edit Master text styles &#10;Second level &#10;Third level &#10;Fourth level &#10;Fifth level"/>
          <p:cNvSpPr txBox="1">
            <a:spLocks noGrp="1"/>
          </p:cNvSpPr>
          <p:nvPr>
            <p:ph type="body" idx="1"/>
          </p:nvPr>
        </p:nvSpPr>
        <p:spPr>
          <a:xfrm>
            <a:off x="838200" y="1428750"/>
            <a:ext cx="7772400" cy="30861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imes New Roman"/>
                <a:ea typeface="Times New Roman"/>
                <a:cs typeface="Times New Roman"/>
                <a:sym typeface="Times New Roman"/>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96" name="Google Shape;196;p16"/>
          <p:cNvSpPr txBox="1">
            <a:spLocks noGrp="1"/>
          </p:cNvSpPr>
          <p:nvPr>
            <p:ph type="dt" idx="10"/>
          </p:nvPr>
        </p:nvSpPr>
        <p:spPr>
          <a:xfrm>
            <a:off x="76200" y="4686300"/>
            <a:ext cx="3505200" cy="3429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97" name="Google Shape;197;p16"/>
          <p:cNvSpPr txBox="1">
            <a:spLocks noGrp="1"/>
          </p:cNvSpPr>
          <p:nvPr>
            <p:ph type="ftr" idx="11"/>
          </p:nvPr>
        </p:nvSpPr>
        <p:spPr>
          <a:xfrm>
            <a:off x="3581400" y="4686300"/>
            <a:ext cx="2895600" cy="3429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98" name="Google Shape;198;p16"/>
          <p:cNvSpPr txBox="1">
            <a:spLocks noGrp="1"/>
          </p:cNvSpPr>
          <p:nvPr>
            <p:ph type="sldNum" idx="12"/>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hyperlink" Target="https://www.fusioncharts.com/"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hyperlink" Target="https://www.fusioncharts.com/"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hyperlink" Target="https://www.fusioncharts.com/"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hyperlink" Target="https://www.fusioncharts.com/" TargetMode="Externa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hyperlink" Target="https://www.fusioncharts.com/" TargetMode="Externa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hyperlink" Target="https://www.fusioncharts.com/"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hyperlink" Target="https://www.fusioncharts.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hyperlink" Target="https://www.fusioncharts.com/"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2"/>
          <p:cNvSpPr txBox="1">
            <a:spLocks noGrp="1"/>
          </p:cNvSpPr>
          <p:nvPr>
            <p:ph type="ctrTitle"/>
          </p:nvPr>
        </p:nvSpPr>
        <p:spPr>
          <a:xfrm>
            <a:off x="1193275" y="143105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b="0" i="0" u="none">
                <a:solidFill>
                  <a:schemeClr val="dk2"/>
                </a:solidFill>
                <a:latin typeface="Times New Roman"/>
                <a:ea typeface="Times New Roman"/>
                <a:cs typeface="Times New Roman"/>
                <a:sym typeface="Times New Roman"/>
              </a:rPr>
              <a:t>Chapter 2: </a:t>
            </a:r>
            <a:br>
              <a:rPr lang="en-GB" sz="3600" b="0" i="0" u="none">
                <a:solidFill>
                  <a:schemeClr val="dk2"/>
                </a:solidFill>
                <a:latin typeface="Times New Roman"/>
                <a:ea typeface="Times New Roman"/>
                <a:cs typeface="Times New Roman"/>
                <a:sym typeface="Times New Roman"/>
              </a:rPr>
            </a:br>
            <a:r>
              <a:rPr lang="en-GB" sz="3600"/>
              <a:t>Data Visualization</a:t>
            </a:r>
            <a:endParaRPr sz="3600"/>
          </a:p>
        </p:txBody>
      </p:sp>
      <p:pic>
        <p:nvPicPr>
          <p:cNvPr id="236" name="Google Shape;236;p22"/>
          <p:cNvPicPr preferRelativeResize="0"/>
          <p:nvPr/>
        </p:nvPicPr>
        <p:blipFill rotWithShape="1">
          <a:blip r:embed="rId3">
            <a:alphaModFix/>
          </a:blip>
          <a:srcRect/>
          <a:stretch/>
        </p:blipFill>
        <p:spPr>
          <a:xfrm>
            <a:off x="65087" y="33337"/>
            <a:ext cx="940596" cy="3667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b="0" i="0" u="none">
                <a:solidFill>
                  <a:schemeClr val="dk2"/>
                </a:solidFill>
                <a:latin typeface="Times New Roman"/>
                <a:ea typeface="Times New Roman"/>
                <a:cs typeface="Times New Roman"/>
                <a:sym typeface="Times New Roman"/>
              </a:rPr>
              <a:t>Objective</a:t>
            </a:r>
            <a:endParaRPr sz="3600"/>
          </a:p>
        </p:txBody>
      </p:sp>
      <p:sp>
        <p:nvSpPr>
          <p:cNvPr id="242" name="Google Shape;242;p23" descr="Rectangle: Click to edit Master text styles &#10;Second level &#10;Third level &#10;Fourth level &#10;Fifth level"/>
          <p:cNvSpPr txBox="1">
            <a:spLocks noGrp="1"/>
          </p:cNvSpPr>
          <p:nvPr>
            <p:ph type="body" idx="1"/>
          </p:nvPr>
        </p:nvSpPr>
        <p:spPr>
          <a:xfrm>
            <a:off x="762000" y="1288256"/>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Clr>
                <a:srgbClr val="999999"/>
              </a:buClr>
              <a:buSzPts val="1800"/>
              <a:buChar char="●"/>
            </a:pPr>
            <a:r>
              <a:rPr lang="en-GB" sz="1800" dirty="0">
                <a:solidFill>
                  <a:srgbClr val="999999"/>
                </a:solidFill>
              </a:rPr>
              <a:t>Understand the concept and importance of data visualization in the context of data mining.</a:t>
            </a:r>
            <a:endParaRPr sz="1800" dirty="0">
              <a:solidFill>
                <a:srgbClr val="999999"/>
              </a:solidFill>
            </a:endParaRPr>
          </a:p>
          <a:p>
            <a:pPr marL="342900" marR="0" lvl="0" indent="-373380" algn="just" rtl="0">
              <a:lnSpc>
                <a:spcPct val="100000"/>
              </a:lnSpc>
              <a:spcBef>
                <a:spcPts val="440"/>
              </a:spcBef>
              <a:spcAft>
                <a:spcPts val="0"/>
              </a:spcAft>
              <a:buClr>
                <a:srgbClr val="999999"/>
              </a:buClr>
              <a:buSzPts val="1800"/>
              <a:buChar char="●"/>
            </a:pPr>
            <a:r>
              <a:rPr lang="en-GB" sz="1800" dirty="0">
                <a:solidFill>
                  <a:srgbClr val="999999"/>
                </a:solidFill>
              </a:rPr>
              <a:t>Explore the goals and benefits of using data visualization techniques.</a:t>
            </a:r>
            <a:endParaRPr sz="1800" dirty="0">
              <a:solidFill>
                <a:srgbClr val="999999"/>
              </a:solidFill>
            </a:endParaRPr>
          </a:p>
          <a:p>
            <a:pPr marL="342900" marR="0" lvl="0" indent="-373380" algn="just" rtl="0">
              <a:lnSpc>
                <a:spcPct val="100000"/>
              </a:lnSpc>
              <a:spcBef>
                <a:spcPts val="440"/>
              </a:spcBef>
              <a:spcAft>
                <a:spcPts val="0"/>
              </a:spcAft>
              <a:buClr>
                <a:srgbClr val="999999"/>
              </a:buClr>
              <a:buSzPts val="1800"/>
              <a:buChar char="●"/>
            </a:pPr>
            <a:r>
              <a:rPr lang="en-GB" sz="1800" dirty="0">
                <a:solidFill>
                  <a:srgbClr val="999999"/>
                </a:solidFill>
              </a:rPr>
              <a:t>Learn various techniques for numerical data, including line charts, bar charts, scatter plots, etc.</a:t>
            </a:r>
            <a:endParaRPr sz="1800" dirty="0">
              <a:solidFill>
                <a:srgbClr val="999999"/>
              </a:solidFill>
            </a:endParaRPr>
          </a:p>
          <a:p>
            <a:pPr marL="342900" marR="0" lvl="0" indent="-373380" algn="just" rtl="0">
              <a:lnSpc>
                <a:spcPct val="100000"/>
              </a:lnSpc>
              <a:spcBef>
                <a:spcPts val="440"/>
              </a:spcBef>
              <a:spcAft>
                <a:spcPts val="0"/>
              </a:spcAft>
              <a:buSzPts val="1800"/>
              <a:buChar char="●"/>
            </a:pPr>
            <a:r>
              <a:rPr lang="en-GB" sz="1800" dirty="0">
                <a:solidFill>
                  <a:srgbClr val="1F1F1F"/>
                </a:solidFill>
              </a:rPr>
              <a:t>Understand the techniques specific to non-numerical data, such as pie charts, word clouds, network graphs, etc.</a:t>
            </a:r>
            <a:endParaRPr sz="1800" dirty="0">
              <a:solidFill>
                <a:srgbClr val="1F1F1F"/>
              </a:solidFill>
            </a:endParaRPr>
          </a:p>
          <a:p>
            <a:pPr marL="342900" marR="0" lvl="0" indent="-373380" algn="just" rtl="0">
              <a:lnSpc>
                <a:spcPct val="100000"/>
              </a:lnSpc>
              <a:spcBef>
                <a:spcPts val="440"/>
              </a:spcBef>
              <a:spcAft>
                <a:spcPts val="0"/>
              </a:spcAft>
              <a:buClr>
                <a:srgbClr val="999999"/>
              </a:buClr>
              <a:buSzPts val="1800"/>
              <a:buChar char="●"/>
            </a:pPr>
            <a:r>
              <a:rPr lang="en-GB" sz="1800" dirty="0">
                <a:solidFill>
                  <a:srgbClr val="999999"/>
                </a:solidFill>
              </a:rPr>
              <a:t>Gain insights into the visualization of dashboards, including the components, design principles, and interactive features.</a:t>
            </a:r>
            <a:endParaRPr sz="1800" b="0" i="0" u="none" dirty="0">
              <a:solidFill>
                <a:srgbClr val="999999"/>
              </a:solidFill>
              <a:latin typeface="Times New Roman"/>
              <a:ea typeface="Times New Roman"/>
              <a:cs typeface="Times New Roman"/>
              <a:sym typeface="Times New Roman"/>
            </a:endParaRPr>
          </a:p>
        </p:txBody>
      </p:sp>
      <p:pic>
        <p:nvPicPr>
          <p:cNvPr id="243" name="Google Shape;243;p23"/>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44" name="Google Shape;244;p23"/>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4"/>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Visualization of Non-Numerical Data</a:t>
            </a:r>
            <a:endParaRPr sz="3600"/>
          </a:p>
        </p:txBody>
      </p:sp>
      <p:sp>
        <p:nvSpPr>
          <p:cNvPr id="250" name="Google Shape;250;p24"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b="1" dirty="0">
                <a:solidFill>
                  <a:srgbClr val="1F1F1F"/>
                </a:solidFill>
              </a:rPr>
              <a:t>Non-numerical</a:t>
            </a:r>
            <a:r>
              <a:rPr lang="en-GB" sz="1800" dirty="0">
                <a:solidFill>
                  <a:srgbClr val="1F1F1F"/>
                </a:solidFill>
              </a:rPr>
              <a:t> data, also known as </a:t>
            </a:r>
            <a:r>
              <a:rPr lang="en-GB" sz="1800" b="1" dirty="0">
                <a:solidFill>
                  <a:srgbClr val="1F1F1F"/>
                </a:solidFill>
              </a:rPr>
              <a:t>categorical data</a:t>
            </a:r>
            <a:r>
              <a:rPr lang="en-GB" sz="1800" dirty="0">
                <a:solidFill>
                  <a:srgbClr val="1F1F1F"/>
                </a:solidFill>
              </a:rPr>
              <a:t>, consists of qualitative or descriptive information that cannot be measured on a numerical scale. Visualizing non-numerical data helps us understand the </a:t>
            </a:r>
            <a:r>
              <a:rPr lang="en-GB" sz="1800" b="1" dirty="0">
                <a:solidFill>
                  <a:srgbClr val="1F1F1F"/>
                </a:solidFill>
              </a:rPr>
              <a:t>distribution, proportions, and relationships</a:t>
            </a:r>
            <a:r>
              <a:rPr lang="en-GB" sz="1800" dirty="0">
                <a:solidFill>
                  <a:srgbClr val="1F1F1F"/>
                </a:solidFill>
              </a:rPr>
              <a:t> between different categories or groups.</a:t>
            </a:r>
            <a:endParaRPr sz="1800" dirty="0">
              <a:solidFill>
                <a:srgbClr val="1F1F1F"/>
              </a:solidFill>
            </a:endParaRPr>
          </a:p>
        </p:txBody>
      </p:sp>
      <p:pic>
        <p:nvPicPr>
          <p:cNvPr id="251" name="Google Shape;251;p24"/>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52" name="Google Shape;252;p24"/>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3</a:t>
            </a:fld>
            <a:endParaRPr/>
          </a:p>
        </p:txBody>
      </p:sp>
      <p:sp>
        <p:nvSpPr>
          <p:cNvPr id="253" name="Google Shape;253;p24"/>
          <p:cNvSpPr txBox="1"/>
          <p:nvPr/>
        </p:nvSpPr>
        <p:spPr>
          <a:xfrm>
            <a:off x="762000" y="1184875"/>
            <a:ext cx="41976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Non - Numerical Data</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259" name="Google Shape;259;p25"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b="1" dirty="0">
                <a:solidFill>
                  <a:srgbClr val="1F1F1F"/>
                </a:solidFill>
              </a:rPr>
              <a:t>Pie charts</a:t>
            </a:r>
            <a:r>
              <a:rPr lang="en-GB" sz="1800" dirty="0">
                <a:solidFill>
                  <a:srgbClr val="1F1F1F"/>
                </a:solidFill>
              </a:rPr>
              <a:t> display the proportion of each category as slices of a circular pie. The size of each </a:t>
            </a:r>
            <a:r>
              <a:rPr lang="en-GB" sz="1800" b="1" dirty="0">
                <a:solidFill>
                  <a:srgbClr val="1F1F1F"/>
                </a:solidFill>
              </a:rPr>
              <a:t>slice</a:t>
            </a:r>
            <a:r>
              <a:rPr lang="en-GB" sz="1800" dirty="0">
                <a:solidFill>
                  <a:srgbClr val="1F1F1F"/>
                </a:solidFill>
              </a:rPr>
              <a:t> represents the relative frequency or proportion of the category.</a:t>
            </a:r>
            <a:endParaRPr sz="1800" dirty="0">
              <a:solidFill>
                <a:srgbClr val="1F1F1F"/>
              </a:solidFill>
            </a:endParaRPr>
          </a:p>
          <a:p>
            <a:pPr marL="342900" marR="0" lvl="0" indent="-373380" algn="just" rtl="0">
              <a:lnSpc>
                <a:spcPct val="100000"/>
              </a:lnSpc>
              <a:spcBef>
                <a:spcPts val="440"/>
              </a:spcBef>
              <a:spcAft>
                <a:spcPts val="0"/>
              </a:spcAft>
              <a:buSzPts val="1800"/>
              <a:buChar char="●"/>
            </a:pPr>
            <a:r>
              <a:rPr lang="en-GB" sz="1800" b="1" dirty="0">
                <a:solidFill>
                  <a:srgbClr val="1F1F1F"/>
                </a:solidFill>
              </a:rPr>
              <a:t>Donut charts </a:t>
            </a:r>
            <a:r>
              <a:rPr lang="en-GB" sz="1800" dirty="0">
                <a:solidFill>
                  <a:srgbClr val="1F1F1F"/>
                </a:solidFill>
              </a:rPr>
              <a:t>are similar to pie charts but with a hole in the </a:t>
            </a:r>
            <a:r>
              <a:rPr lang="en-GB" sz="1800" dirty="0" err="1">
                <a:solidFill>
                  <a:srgbClr val="1F1F1F"/>
                </a:solidFill>
              </a:rPr>
              <a:t>center</a:t>
            </a:r>
            <a:r>
              <a:rPr lang="en-GB" sz="1800" dirty="0">
                <a:solidFill>
                  <a:srgbClr val="1F1F1F"/>
                </a:solidFill>
              </a:rPr>
              <a:t>, allowing </a:t>
            </a:r>
            <a:r>
              <a:rPr lang="en-GB" sz="1800" b="1" dirty="0">
                <a:solidFill>
                  <a:srgbClr val="1F1F1F"/>
                </a:solidFill>
              </a:rPr>
              <a:t>additional information or labels </a:t>
            </a:r>
            <a:r>
              <a:rPr lang="en-GB" sz="1800" dirty="0">
                <a:solidFill>
                  <a:srgbClr val="1F1F1F"/>
                </a:solidFill>
              </a:rPr>
              <a:t>to be placed there.</a:t>
            </a:r>
            <a:endParaRPr sz="1800" dirty="0">
              <a:solidFill>
                <a:srgbClr val="1F1F1F"/>
              </a:solidFill>
            </a:endParaRPr>
          </a:p>
        </p:txBody>
      </p:sp>
      <p:pic>
        <p:nvPicPr>
          <p:cNvPr id="260" name="Google Shape;260;p25"/>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61" name="Google Shape;261;p25"/>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4</a:t>
            </a:fld>
            <a:endParaRPr/>
          </a:p>
        </p:txBody>
      </p:sp>
      <p:sp>
        <p:nvSpPr>
          <p:cNvPr id="262" name="Google Shape;262;p25"/>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dirty="0">
                <a:solidFill>
                  <a:srgbClr val="0B5394"/>
                </a:solidFill>
                <a:latin typeface="Times New Roman"/>
                <a:ea typeface="Times New Roman"/>
                <a:cs typeface="Times New Roman"/>
                <a:sym typeface="Times New Roman"/>
              </a:rPr>
              <a:t>Pie Charts and Donut Charts</a:t>
            </a:r>
            <a:endParaRPr sz="1200" dirty="0">
              <a:solidFill>
                <a:srgbClr val="374151"/>
              </a:solidFill>
              <a:highlight>
                <a:srgbClr val="F7F7F8"/>
              </a:highlight>
              <a:latin typeface="Roboto"/>
              <a:ea typeface="Roboto"/>
              <a:cs typeface="Roboto"/>
              <a:sym typeface="Roboto"/>
            </a:endParaRPr>
          </a:p>
          <a:p>
            <a:pPr marL="0" marR="0" lvl="0" indent="0" algn="just" rtl="0">
              <a:lnSpc>
                <a:spcPct val="100000"/>
              </a:lnSpc>
              <a:spcBef>
                <a:spcPts val="440"/>
              </a:spcBef>
              <a:spcAft>
                <a:spcPts val="0"/>
              </a:spcAft>
              <a:buNone/>
            </a:pPr>
            <a:endParaRPr sz="1800" b="1" i="1" dirty="0">
              <a:solidFill>
                <a:srgbClr val="0B5394"/>
              </a:solidFill>
              <a:latin typeface="Times New Roman"/>
              <a:ea typeface="Times New Roman"/>
              <a:cs typeface="Times New Roman"/>
              <a:sym typeface="Times New Roman"/>
            </a:endParaRPr>
          </a:p>
        </p:txBody>
      </p:sp>
      <p:pic>
        <p:nvPicPr>
          <p:cNvPr id="263" name="Google Shape;263;p25"/>
          <p:cNvPicPr preferRelativeResize="0"/>
          <p:nvPr/>
        </p:nvPicPr>
        <p:blipFill>
          <a:blip r:embed="rId4">
            <a:alphaModFix/>
          </a:blip>
          <a:stretch>
            <a:fillRect/>
          </a:stretch>
        </p:blipFill>
        <p:spPr>
          <a:xfrm>
            <a:off x="4848427" y="3163326"/>
            <a:ext cx="4295573" cy="2013550"/>
          </a:xfrm>
          <a:prstGeom prst="rect">
            <a:avLst/>
          </a:prstGeom>
          <a:noFill/>
          <a:ln>
            <a:noFill/>
          </a:ln>
        </p:spPr>
      </p:pic>
      <p:sp>
        <p:nvSpPr>
          <p:cNvPr id="264" name="Google Shape;264;p25"/>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6"/>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270" name="Google Shape;270;p26"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b="1" dirty="0">
                <a:solidFill>
                  <a:srgbClr val="1F1F1F"/>
                </a:solidFill>
              </a:rPr>
              <a:t>Stacked bar </a:t>
            </a:r>
            <a:r>
              <a:rPr lang="en-GB" sz="1800" dirty="0">
                <a:solidFill>
                  <a:srgbClr val="1F1F1F"/>
                </a:solidFill>
              </a:rPr>
              <a:t>charts show the composition of a category by stacking rectangular bars on top of each other. Each bar segment represents a different subcategory, and the length of the segment represents its proportion.</a:t>
            </a:r>
            <a:endParaRPr sz="1800" dirty="0">
              <a:solidFill>
                <a:srgbClr val="1F1F1F"/>
              </a:solidFill>
            </a:endParaRPr>
          </a:p>
        </p:txBody>
      </p:sp>
      <p:pic>
        <p:nvPicPr>
          <p:cNvPr id="271" name="Google Shape;271;p26"/>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72" name="Google Shape;272;p26"/>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5</a:t>
            </a:fld>
            <a:endParaRPr/>
          </a:p>
        </p:txBody>
      </p:sp>
      <p:sp>
        <p:nvSpPr>
          <p:cNvPr id="273" name="Google Shape;273;p26"/>
          <p:cNvSpPr txBox="1"/>
          <p:nvPr/>
        </p:nvSpPr>
        <p:spPr>
          <a:xfrm>
            <a:off x="762000" y="1035718"/>
            <a:ext cx="7953300" cy="512931"/>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dirty="0">
                <a:solidFill>
                  <a:srgbClr val="0B5394"/>
                </a:solidFill>
                <a:latin typeface="Times New Roman"/>
                <a:ea typeface="Times New Roman"/>
                <a:cs typeface="Times New Roman"/>
                <a:sym typeface="Times New Roman"/>
              </a:rPr>
              <a:t>Stacked Bar Charts</a:t>
            </a:r>
            <a:endParaRPr sz="1200" dirty="0">
              <a:solidFill>
                <a:srgbClr val="374151"/>
              </a:solidFill>
              <a:highlight>
                <a:srgbClr val="F7F7F8"/>
              </a:highlight>
              <a:latin typeface="Roboto"/>
              <a:ea typeface="Roboto"/>
              <a:cs typeface="Roboto"/>
              <a:sym typeface="Roboto"/>
            </a:endParaRPr>
          </a:p>
        </p:txBody>
      </p:sp>
      <p:pic>
        <p:nvPicPr>
          <p:cNvPr id="274" name="Google Shape;274;p26"/>
          <p:cNvPicPr preferRelativeResize="0"/>
          <p:nvPr/>
        </p:nvPicPr>
        <p:blipFill>
          <a:blip r:embed="rId4">
            <a:alphaModFix/>
          </a:blip>
          <a:stretch>
            <a:fillRect/>
          </a:stretch>
        </p:blipFill>
        <p:spPr>
          <a:xfrm>
            <a:off x="4013298" y="2571748"/>
            <a:ext cx="4016400" cy="2302975"/>
          </a:xfrm>
          <a:prstGeom prst="rect">
            <a:avLst/>
          </a:prstGeom>
          <a:noFill/>
          <a:ln>
            <a:noFill/>
          </a:ln>
        </p:spPr>
      </p:pic>
      <p:sp>
        <p:nvSpPr>
          <p:cNvPr id="275" name="Google Shape;275;p26"/>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7"/>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281" name="Google Shape;281;p27" descr="Rectangle: Click to edit Master text styles &#10;Second level &#10;Third level &#10;Fourth level &#10;Fifth level"/>
          <p:cNvSpPr txBox="1">
            <a:spLocks noGrp="1"/>
          </p:cNvSpPr>
          <p:nvPr>
            <p:ph type="body" idx="1"/>
          </p:nvPr>
        </p:nvSpPr>
        <p:spPr>
          <a:xfrm>
            <a:off x="762000" y="1646581"/>
            <a:ext cx="4315838"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b="1" dirty="0">
                <a:solidFill>
                  <a:srgbClr val="1F1F1F"/>
                </a:solidFill>
              </a:rPr>
              <a:t>Word clouds </a:t>
            </a:r>
            <a:r>
              <a:rPr lang="en-GB" sz="1800" dirty="0">
                <a:solidFill>
                  <a:srgbClr val="1F1F1F"/>
                </a:solidFill>
              </a:rPr>
              <a:t>visually represent textual data, such as keywords or word frequencies, by displaying the words in different sizes based on their frequency or importance.</a:t>
            </a:r>
            <a:endParaRPr sz="1800" dirty="0">
              <a:solidFill>
                <a:srgbClr val="1F1F1F"/>
              </a:solidFill>
            </a:endParaRPr>
          </a:p>
          <a:p>
            <a:pPr marL="342900" marR="0" lvl="0" indent="-373380" algn="just" rtl="0">
              <a:lnSpc>
                <a:spcPct val="100000"/>
              </a:lnSpc>
              <a:spcBef>
                <a:spcPts val="440"/>
              </a:spcBef>
              <a:spcAft>
                <a:spcPts val="0"/>
              </a:spcAft>
              <a:buSzPts val="1800"/>
              <a:buChar char="●"/>
            </a:pPr>
            <a:r>
              <a:rPr lang="en-GB" sz="1800" b="1" dirty="0">
                <a:solidFill>
                  <a:srgbClr val="1F1F1F"/>
                </a:solidFill>
              </a:rPr>
              <a:t>Tag clouds </a:t>
            </a:r>
            <a:r>
              <a:rPr lang="en-GB" sz="1800" dirty="0">
                <a:solidFill>
                  <a:srgbClr val="1F1F1F"/>
                </a:solidFill>
              </a:rPr>
              <a:t>are similar to word clouds but display tags or labels in varying font sizes to represent their frequency or significance.</a:t>
            </a:r>
            <a:endParaRPr sz="1800" dirty="0">
              <a:solidFill>
                <a:srgbClr val="1F1F1F"/>
              </a:solidFill>
            </a:endParaRPr>
          </a:p>
        </p:txBody>
      </p:sp>
      <p:pic>
        <p:nvPicPr>
          <p:cNvPr id="282" name="Google Shape;282;p27"/>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83" name="Google Shape;283;p27"/>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6</a:t>
            </a:fld>
            <a:endParaRPr/>
          </a:p>
        </p:txBody>
      </p:sp>
      <p:sp>
        <p:nvSpPr>
          <p:cNvPr id="284" name="Google Shape;284;p27"/>
          <p:cNvSpPr txBox="1"/>
          <p:nvPr/>
        </p:nvSpPr>
        <p:spPr>
          <a:xfrm>
            <a:off x="762000" y="1184875"/>
            <a:ext cx="7953300" cy="512931"/>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dirty="0">
                <a:solidFill>
                  <a:srgbClr val="0B5394"/>
                </a:solidFill>
                <a:latin typeface="Times New Roman"/>
                <a:ea typeface="Times New Roman"/>
                <a:cs typeface="Times New Roman"/>
                <a:sym typeface="Times New Roman"/>
              </a:rPr>
              <a:t>Word Clouds and Tag Clouds</a:t>
            </a:r>
            <a:endParaRPr sz="1200" dirty="0">
              <a:solidFill>
                <a:srgbClr val="374151"/>
              </a:solidFill>
              <a:highlight>
                <a:srgbClr val="F7F7F8"/>
              </a:highlight>
              <a:latin typeface="Roboto"/>
              <a:ea typeface="Roboto"/>
              <a:cs typeface="Roboto"/>
              <a:sym typeface="Roboto"/>
            </a:endParaRPr>
          </a:p>
        </p:txBody>
      </p:sp>
      <p:pic>
        <p:nvPicPr>
          <p:cNvPr id="285" name="Google Shape;285;p27"/>
          <p:cNvPicPr preferRelativeResize="0"/>
          <p:nvPr/>
        </p:nvPicPr>
        <p:blipFill>
          <a:blip r:embed="rId4">
            <a:alphaModFix/>
          </a:blip>
          <a:stretch>
            <a:fillRect/>
          </a:stretch>
        </p:blipFill>
        <p:spPr>
          <a:xfrm>
            <a:off x="5165713" y="1823512"/>
            <a:ext cx="3607976" cy="2054250"/>
          </a:xfrm>
          <a:prstGeom prst="rect">
            <a:avLst/>
          </a:prstGeom>
          <a:noFill/>
          <a:ln>
            <a:noFill/>
          </a:ln>
        </p:spPr>
      </p:pic>
      <p:sp>
        <p:nvSpPr>
          <p:cNvPr id="286" name="Google Shape;286;p27"/>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8"/>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292" name="Google Shape;292;p28" descr="Rectangle: Click to edit Master text styles &#10;Second level &#10;Third level &#10;Fourth level &#10;Fifth level"/>
          <p:cNvSpPr txBox="1">
            <a:spLocks noGrp="1"/>
          </p:cNvSpPr>
          <p:nvPr>
            <p:ph type="body" idx="1"/>
          </p:nvPr>
        </p:nvSpPr>
        <p:spPr>
          <a:xfrm>
            <a:off x="762000" y="1552150"/>
            <a:ext cx="4556100" cy="31806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b="1" dirty="0">
                <a:solidFill>
                  <a:srgbClr val="1F1F1F"/>
                </a:solidFill>
              </a:rPr>
              <a:t>Chord diagrams </a:t>
            </a:r>
            <a:r>
              <a:rPr lang="en-GB" sz="1800" dirty="0">
                <a:solidFill>
                  <a:srgbClr val="1F1F1F"/>
                </a:solidFill>
              </a:rPr>
              <a:t>display the relationships and flows between different entities or categories. They use arcs or ribbons to connect the entities, with the width of the arcs representing the strength or frequency of the connections.</a:t>
            </a:r>
            <a:endParaRPr sz="1800" dirty="0">
              <a:solidFill>
                <a:srgbClr val="1F1F1F"/>
              </a:solidFill>
            </a:endParaRPr>
          </a:p>
          <a:p>
            <a:pPr marL="342900" marR="0" lvl="0" indent="-373380" algn="just" rtl="0">
              <a:lnSpc>
                <a:spcPct val="100000"/>
              </a:lnSpc>
              <a:spcBef>
                <a:spcPts val="440"/>
              </a:spcBef>
              <a:spcAft>
                <a:spcPts val="0"/>
              </a:spcAft>
              <a:buSzPts val="1800"/>
              <a:buChar char="●"/>
            </a:pPr>
            <a:r>
              <a:rPr lang="en-GB" sz="1800" b="1" dirty="0">
                <a:solidFill>
                  <a:srgbClr val="1F1F1F"/>
                </a:solidFill>
              </a:rPr>
              <a:t>Network graphs </a:t>
            </a:r>
            <a:r>
              <a:rPr lang="en-GB" sz="1800" dirty="0">
                <a:solidFill>
                  <a:srgbClr val="1F1F1F"/>
                </a:solidFill>
              </a:rPr>
              <a:t>(or </a:t>
            </a:r>
            <a:r>
              <a:rPr lang="en-GB" sz="1800" b="1" dirty="0">
                <a:solidFill>
                  <a:srgbClr val="1F1F1F"/>
                </a:solidFill>
              </a:rPr>
              <a:t>node-link</a:t>
            </a:r>
            <a:r>
              <a:rPr lang="en-GB" sz="1800" dirty="0">
                <a:solidFill>
                  <a:srgbClr val="1F1F1F"/>
                </a:solidFill>
              </a:rPr>
              <a:t> diagrams) represent relationships between entities as nodes (vertices) connected by edges (lines). They are effective for visualizing complex networks or social relationships.</a:t>
            </a:r>
            <a:endParaRPr sz="1800" dirty="0">
              <a:solidFill>
                <a:srgbClr val="1F1F1F"/>
              </a:solidFill>
            </a:endParaRPr>
          </a:p>
        </p:txBody>
      </p:sp>
      <p:pic>
        <p:nvPicPr>
          <p:cNvPr id="293" name="Google Shape;293;p28"/>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294" name="Google Shape;294;p28"/>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7</a:t>
            </a:fld>
            <a:endParaRPr/>
          </a:p>
        </p:txBody>
      </p:sp>
      <p:sp>
        <p:nvSpPr>
          <p:cNvPr id="295" name="Google Shape;295;p28"/>
          <p:cNvSpPr txBox="1"/>
          <p:nvPr/>
        </p:nvSpPr>
        <p:spPr>
          <a:xfrm>
            <a:off x="762000" y="1086000"/>
            <a:ext cx="7953300" cy="512931"/>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dirty="0">
                <a:solidFill>
                  <a:srgbClr val="0B5394"/>
                </a:solidFill>
                <a:latin typeface="Times New Roman"/>
                <a:ea typeface="Times New Roman"/>
                <a:cs typeface="Times New Roman"/>
                <a:sym typeface="Times New Roman"/>
              </a:rPr>
              <a:t>Chord Diagrams and Network Graphs</a:t>
            </a:r>
            <a:endParaRPr sz="1200" dirty="0">
              <a:solidFill>
                <a:srgbClr val="374151"/>
              </a:solidFill>
              <a:highlight>
                <a:srgbClr val="F7F7F8"/>
              </a:highlight>
              <a:latin typeface="Roboto"/>
              <a:ea typeface="Roboto"/>
              <a:cs typeface="Roboto"/>
              <a:sym typeface="Roboto"/>
            </a:endParaRPr>
          </a:p>
        </p:txBody>
      </p:sp>
      <p:pic>
        <p:nvPicPr>
          <p:cNvPr id="296" name="Google Shape;296;p28"/>
          <p:cNvPicPr preferRelativeResize="0"/>
          <p:nvPr/>
        </p:nvPicPr>
        <p:blipFill>
          <a:blip r:embed="rId4">
            <a:alphaModFix/>
          </a:blip>
          <a:stretch>
            <a:fillRect/>
          </a:stretch>
        </p:blipFill>
        <p:spPr>
          <a:xfrm>
            <a:off x="5440375" y="1504999"/>
            <a:ext cx="3274925" cy="3274925"/>
          </a:xfrm>
          <a:prstGeom prst="rect">
            <a:avLst/>
          </a:prstGeom>
          <a:noFill/>
          <a:ln>
            <a:noFill/>
          </a:ln>
        </p:spPr>
      </p:pic>
      <p:sp>
        <p:nvSpPr>
          <p:cNvPr id="297" name="Google Shape;297;p28"/>
          <p:cNvSpPr txBox="1"/>
          <p:nvPr/>
        </p:nvSpPr>
        <p:spPr>
          <a:xfrm>
            <a:off x="108600" y="4686300"/>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dirty="0">
                <a:latin typeface="Times New Roman"/>
                <a:ea typeface="Times New Roman"/>
                <a:cs typeface="Times New Roman"/>
                <a:sym typeface="Times New Roman"/>
              </a:rPr>
              <a:t>[Credit: </a:t>
            </a:r>
            <a:r>
              <a:rPr lang="en-GB" u="sng" dirty="0">
                <a:solidFill>
                  <a:srgbClr val="6F89F7"/>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https://www.fusioncharts.com/</a:t>
            </a:r>
            <a:r>
              <a:rPr lang="en-GB"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9"/>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303" name="Google Shape;303;p29" descr="Rectangle: Click to edit Master text styles &#10;Second level &#10;Third level &#10;Fourth level &#10;Fifth level"/>
          <p:cNvSpPr txBox="1">
            <a:spLocks noGrp="1"/>
          </p:cNvSpPr>
          <p:nvPr>
            <p:ph type="body" idx="1"/>
          </p:nvPr>
        </p:nvSpPr>
        <p:spPr>
          <a:xfrm>
            <a:off x="762000" y="1572600"/>
            <a:ext cx="4892400" cy="35709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a:solidFill>
                  <a:srgbClr val="1F1F1F"/>
                </a:solidFill>
              </a:rPr>
              <a:t>Tree diagrams represent hierarchical structures or relationships by using a branching structure with nodes. Each level represents a different category, and the size or color of the nodes can represent additional information.</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Sunburst charts are an extension of tree diagrams where the hierarchy is displayed as concentric circles. The size or angle of each sector represents the proportion or value associated with the category.</a:t>
            </a:r>
            <a:endParaRPr sz="1800">
              <a:solidFill>
                <a:srgbClr val="1F1F1F"/>
              </a:solidFill>
            </a:endParaRPr>
          </a:p>
        </p:txBody>
      </p:sp>
      <p:pic>
        <p:nvPicPr>
          <p:cNvPr id="304" name="Google Shape;304;p29"/>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05" name="Google Shape;305;p29"/>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8</a:t>
            </a:fld>
            <a:endParaRPr/>
          </a:p>
        </p:txBody>
      </p:sp>
      <p:sp>
        <p:nvSpPr>
          <p:cNvPr id="306" name="Google Shape;306;p29"/>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Tree Diagrams and Sunburst Charts</a:t>
            </a:r>
            <a:endParaRPr sz="1200">
              <a:solidFill>
                <a:srgbClr val="374151"/>
              </a:solidFill>
              <a:highlight>
                <a:srgbClr val="F7F7F8"/>
              </a:highlight>
              <a:latin typeface="Roboto"/>
              <a:ea typeface="Roboto"/>
              <a:cs typeface="Roboto"/>
              <a:sym typeface="Roboto"/>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pic>
        <p:nvPicPr>
          <p:cNvPr id="307" name="Google Shape;307;p29"/>
          <p:cNvPicPr preferRelativeResize="0"/>
          <p:nvPr/>
        </p:nvPicPr>
        <p:blipFill>
          <a:blip r:embed="rId4">
            <a:alphaModFix/>
          </a:blip>
          <a:stretch>
            <a:fillRect/>
          </a:stretch>
        </p:blipFill>
        <p:spPr>
          <a:xfrm>
            <a:off x="5734500" y="1572600"/>
            <a:ext cx="3002675" cy="3002675"/>
          </a:xfrm>
          <a:prstGeom prst="rect">
            <a:avLst/>
          </a:prstGeom>
          <a:noFill/>
          <a:ln>
            <a:noFill/>
          </a:ln>
        </p:spPr>
      </p:pic>
      <p:sp>
        <p:nvSpPr>
          <p:cNvPr id="308" name="Google Shape;308;p29"/>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0"/>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314" name="Google Shape;314;p30" descr="Rectangle: Click to edit Master text styles &#10;Second level &#10;Third level &#10;Fourth level &#10;Fifth level"/>
          <p:cNvSpPr txBox="1">
            <a:spLocks noGrp="1"/>
          </p:cNvSpPr>
          <p:nvPr>
            <p:ph type="body" idx="1"/>
          </p:nvPr>
        </p:nvSpPr>
        <p:spPr>
          <a:xfrm>
            <a:off x="762000" y="1465637"/>
            <a:ext cx="7848600" cy="3570900"/>
          </a:xfrm>
          <a:prstGeom prst="rect">
            <a:avLst/>
          </a:prstGeom>
          <a:noFill/>
          <a:ln>
            <a:noFill/>
          </a:ln>
        </p:spPr>
        <p:txBody>
          <a:bodyPr spcFirstLastPara="1" wrap="square" lIns="91425" tIns="45700" rIns="91425" bIns="45700" anchor="t" anchorCtr="0">
            <a:noAutofit/>
          </a:bodyPr>
          <a:lstStyle/>
          <a:p>
            <a:pPr marL="457200" marR="0" lvl="0" indent="-342900" algn="just" rtl="0">
              <a:lnSpc>
                <a:spcPct val="100000"/>
              </a:lnSpc>
              <a:spcBef>
                <a:spcPts val="440"/>
              </a:spcBef>
              <a:spcAft>
                <a:spcPts val="0"/>
              </a:spcAft>
              <a:buClr>
                <a:srgbClr val="1F1F1F"/>
              </a:buClr>
              <a:buSzPts val="1800"/>
              <a:buChar char="●"/>
            </a:pPr>
            <a:r>
              <a:rPr lang="en-GB" sz="1800" dirty="0">
                <a:solidFill>
                  <a:srgbClr val="1F1F1F"/>
                </a:solidFill>
              </a:rPr>
              <a:t>Dimensionality reduction technique used to transform high-dimensional data into a lower-dimensional space while retaining most of the original data variability.</a:t>
            </a:r>
            <a:endParaRPr sz="1800" dirty="0">
              <a:solidFill>
                <a:srgbClr val="1F1F1F"/>
              </a:solidFill>
            </a:endParaRPr>
          </a:p>
          <a:p>
            <a:pPr marL="457200" marR="0" lvl="0" indent="-342900" algn="just" rtl="0">
              <a:lnSpc>
                <a:spcPct val="100000"/>
              </a:lnSpc>
              <a:spcBef>
                <a:spcPts val="0"/>
              </a:spcBef>
              <a:spcAft>
                <a:spcPts val="0"/>
              </a:spcAft>
              <a:buClr>
                <a:srgbClr val="1F1F1F"/>
              </a:buClr>
              <a:buSzPts val="1800"/>
              <a:buChar char="●"/>
            </a:pPr>
            <a:r>
              <a:rPr lang="en-GB" sz="1800" dirty="0">
                <a:solidFill>
                  <a:srgbClr val="1F1F1F"/>
                </a:solidFill>
              </a:rPr>
              <a:t>Steps of PCA:</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Standardize the data</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Compute the covariance matrix</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Calculate the eigenvectors and eigenvalues</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Choose the principal components</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Project the data</a:t>
            </a:r>
            <a:endParaRPr sz="1800" dirty="0">
              <a:solidFill>
                <a:srgbClr val="1F1F1F"/>
              </a:solidFill>
            </a:endParaRPr>
          </a:p>
        </p:txBody>
      </p:sp>
      <p:pic>
        <p:nvPicPr>
          <p:cNvPr id="315" name="Google Shape;315;p30"/>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16" name="Google Shape;316;p30"/>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9</a:t>
            </a:fld>
            <a:endParaRPr/>
          </a:p>
        </p:txBody>
      </p:sp>
      <p:sp>
        <p:nvSpPr>
          <p:cNvPr id="317" name="Google Shape;317;p30"/>
          <p:cNvSpPr txBox="1"/>
          <p:nvPr/>
        </p:nvSpPr>
        <p:spPr>
          <a:xfrm>
            <a:off x="826851" y="773202"/>
            <a:ext cx="7953300" cy="1112197"/>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1800"/>
              </a:spcBef>
              <a:spcAft>
                <a:spcPts val="0"/>
              </a:spcAft>
              <a:buNone/>
            </a:pPr>
            <a:r>
              <a:rPr lang="en-GB" sz="1800" b="1" i="1" dirty="0">
                <a:solidFill>
                  <a:srgbClr val="0B5394"/>
                </a:solidFill>
                <a:latin typeface="Times New Roman"/>
                <a:ea typeface="Times New Roman"/>
                <a:cs typeface="Times New Roman"/>
                <a:sym typeface="Times New Roman"/>
              </a:rPr>
              <a:t>Methods for Visualizing High-Dimensional Data: Principal Component Analysis</a:t>
            </a:r>
          </a:p>
          <a:p>
            <a:pPr marL="0" marR="0" lvl="0" indent="0" algn="just" rtl="0">
              <a:lnSpc>
                <a:spcPct val="100000"/>
              </a:lnSpc>
              <a:spcBef>
                <a:spcPts val="440"/>
              </a:spcBef>
              <a:spcAft>
                <a:spcPts val="0"/>
              </a:spcAft>
              <a:buNone/>
            </a:pPr>
            <a:endParaRPr lang="en-VN" sz="1800" b="1" i="1" dirty="0">
              <a:solidFill>
                <a:srgbClr val="0B5394"/>
              </a:solidFill>
              <a:latin typeface="Times New Roman"/>
              <a:ea typeface="Times New Roman"/>
              <a:cs typeface="Times New Roman"/>
              <a:sym typeface="Times New Roman"/>
            </a:endParaRPr>
          </a:p>
        </p:txBody>
      </p:sp>
      <p:pic>
        <p:nvPicPr>
          <p:cNvPr id="318" name="Google Shape;318;p30"/>
          <p:cNvPicPr preferRelativeResize="0"/>
          <p:nvPr/>
        </p:nvPicPr>
        <p:blipFill>
          <a:blip r:embed="rId4">
            <a:alphaModFix/>
          </a:blip>
          <a:stretch>
            <a:fillRect/>
          </a:stretch>
        </p:blipFill>
        <p:spPr>
          <a:xfrm>
            <a:off x="6056125" y="2240325"/>
            <a:ext cx="2476500" cy="1847850"/>
          </a:xfrm>
          <a:prstGeom prst="rect">
            <a:avLst/>
          </a:prstGeom>
          <a:noFill/>
          <a:ln>
            <a:noFill/>
          </a:ln>
        </p:spPr>
      </p:pic>
      <p:sp>
        <p:nvSpPr>
          <p:cNvPr id="319" name="Google Shape;319;p30"/>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1"/>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325" name="Google Shape;325;p31" descr="Rectangle: Click to edit Master text styles &#10;Second level &#10;Third level &#10;Fourth level &#10;Fifth level"/>
          <p:cNvSpPr txBox="1">
            <a:spLocks noGrp="1"/>
          </p:cNvSpPr>
          <p:nvPr>
            <p:ph type="body" idx="1"/>
          </p:nvPr>
        </p:nvSpPr>
        <p:spPr>
          <a:xfrm>
            <a:off x="762000" y="1572600"/>
            <a:ext cx="7848600" cy="3570900"/>
          </a:xfrm>
          <a:prstGeom prst="rect">
            <a:avLst/>
          </a:prstGeom>
          <a:noFill/>
          <a:ln>
            <a:noFill/>
          </a:ln>
        </p:spPr>
        <p:txBody>
          <a:bodyPr spcFirstLastPara="1" wrap="square" lIns="91425" tIns="45700" rIns="91425" bIns="45700" anchor="t" anchorCtr="0">
            <a:noAutofit/>
          </a:bodyPr>
          <a:lstStyle/>
          <a:p>
            <a:pPr marL="457200" marR="0" lvl="0" indent="-342900" algn="just" rtl="0">
              <a:lnSpc>
                <a:spcPct val="100000"/>
              </a:lnSpc>
              <a:spcBef>
                <a:spcPts val="440"/>
              </a:spcBef>
              <a:spcAft>
                <a:spcPts val="0"/>
              </a:spcAft>
              <a:buClr>
                <a:srgbClr val="1F1F1F"/>
              </a:buClr>
              <a:buSzPts val="1800"/>
              <a:buChar char="●"/>
            </a:pPr>
            <a:r>
              <a:rPr lang="en-GB" sz="1800">
                <a:solidFill>
                  <a:srgbClr val="1F1F1F"/>
                </a:solidFill>
              </a:rPr>
              <a:t>Technique used to visualize similarities and dissimilarities between data points in a lower-dimensional space.</a:t>
            </a:r>
            <a:endParaRPr sz="1800">
              <a:solidFill>
                <a:srgbClr val="1F1F1F"/>
              </a:solidFill>
            </a:endParaRPr>
          </a:p>
          <a:p>
            <a:pPr marL="457200" marR="0" lvl="0" indent="-342900" algn="just" rtl="0">
              <a:lnSpc>
                <a:spcPct val="100000"/>
              </a:lnSpc>
              <a:spcBef>
                <a:spcPts val="0"/>
              </a:spcBef>
              <a:spcAft>
                <a:spcPts val="0"/>
              </a:spcAft>
              <a:buClr>
                <a:srgbClr val="1F1F1F"/>
              </a:buClr>
              <a:buSzPts val="1800"/>
              <a:buChar char="●"/>
            </a:pPr>
            <a:r>
              <a:rPr lang="en-GB" sz="1800">
                <a:solidFill>
                  <a:srgbClr val="1F1F1F"/>
                </a:solidFill>
              </a:rPr>
              <a:t>Steps of MDS:</a:t>
            </a:r>
            <a:endParaRPr sz="180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a:solidFill>
                  <a:srgbClr val="1F1F1F"/>
                </a:solidFill>
              </a:rPr>
              <a:t>Define the distance matrix: Computing the pairwise distances or dissimilarities between data points.</a:t>
            </a:r>
            <a:endParaRPr sz="180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a:solidFill>
                  <a:srgbClr val="1F1F1F"/>
                </a:solidFill>
              </a:rPr>
              <a:t>Apply dimensionality reduction: Finding a lower-dimensional representation that preserves the pairwise distances as closely as possible.</a:t>
            </a:r>
            <a:endParaRPr sz="180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a:solidFill>
                  <a:srgbClr val="1F1F1F"/>
                </a:solidFill>
              </a:rPr>
              <a:t>Metric vs. Non-metric MDS: Metric MDS preserves the actual distances, while non-metric MDS preserves the rank order of distances.</a:t>
            </a:r>
            <a:endParaRPr sz="1800">
              <a:solidFill>
                <a:srgbClr val="1F1F1F"/>
              </a:solidFill>
            </a:endParaRPr>
          </a:p>
        </p:txBody>
      </p:sp>
      <p:pic>
        <p:nvPicPr>
          <p:cNvPr id="326" name="Google Shape;326;p31"/>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27" name="Google Shape;327;p31"/>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10</a:t>
            </a:fld>
            <a:endParaRPr/>
          </a:p>
        </p:txBody>
      </p:sp>
      <p:sp>
        <p:nvSpPr>
          <p:cNvPr id="328" name="Google Shape;328;p31"/>
          <p:cNvSpPr txBox="1"/>
          <p:nvPr/>
        </p:nvSpPr>
        <p:spPr>
          <a:xfrm>
            <a:off x="762000" y="885450"/>
            <a:ext cx="7953300" cy="887700"/>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1800"/>
              </a:spcBef>
              <a:spcAft>
                <a:spcPts val="0"/>
              </a:spcAft>
              <a:buNone/>
            </a:pPr>
            <a:r>
              <a:rPr lang="en-GB" sz="1800" b="1" i="1" dirty="0">
                <a:solidFill>
                  <a:srgbClr val="0B5394"/>
                </a:solidFill>
                <a:latin typeface="Times New Roman"/>
                <a:ea typeface="Times New Roman"/>
                <a:cs typeface="Times New Roman"/>
                <a:sym typeface="Times New Roman"/>
              </a:rPr>
              <a:t>Methods for Visualizing High-Dimensional Data: Multidimensional Scaling</a:t>
            </a:r>
            <a:endParaRPr sz="1800" b="1" i="1" dirty="0">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dirty="0">
              <a:solidFill>
                <a:srgbClr val="0B5394"/>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2"/>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pic>
        <p:nvPicPr>
          <p:cNvPr id="334" name="Google Shape;334;p32"/>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35" name="Google Shape;335;p32"/>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11</a:t>
            </a:fld>
            <a:endParaRPr/>
          </a:p>
        </p:txBody>
      </p:sp>
      <p:sp>
        <p:nvSpPr>
          <p:cNvPr id="336" name="Google Shape;336;p32"/>
          <p:cNvSpPr txBox="1"/>
          <p:nvPr/>
        </p:nvSpPr>
        <p:spPr>
          <a:xfrm>
            <a:off x="762000" y="834325"/>
            <a:ext cx="7953300" cy="887700"/>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1800"/>
              </a:spcBef>
              <a:spcAft>
                <a:spcPts val="0"/>
              </a:spcAft>
              <a:buNone/>
            </a:pPr>
            <a:r>
              <a:rPr lang="en-GB" sz="1800" b="1" i="1" dirty="0">
                <a:solidFill>
                  <a:srgbClr val="0B5394"/>
                </a:solidFill>
                <a:latin typeface="Times New Roman"/>
                <a:ea typeface="Times New Roman"/>
                <a:cs typeface="Times New Roman"/>
                <a:sym typeface="Times New Roman"/>
              </a:rPr>
              <a:t>Methods for Visualizing High-Dimensional Data: Multidimensional Scaling</a:t>
            </a:r>
            <a:endParaRPr sz="1800" b="1" i="1" dirty="0">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dirty="0">
              <a:solidFill>
                <a:srgbClr val="0B5394"/>
              </a:solidFill>
              <a:latin typeface="Times New Roman"/>
              <a:ea typeface="Times New Roman"/>
              <a:cs typeface="Times New Roman"/>
              <a:sym typeface="Times New Roman"/>
            </a:endParaRPr>
          </a:p>
        </p:txBody>
      </p:sp>
      <p:sp>
        <p:nvSpPr>
          <p:cNvPr id="337" name="Google Shape;337;p32"/>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338" name="Google Shape;338;p32"/>
          <p:cNvPicPr preferRelativeResize="0"/>
          <p:nvPr/>
        </p:nvPicPr>
        <p:blipFill>
          <a:blip r:embed="rId5">
            <a:alphaModFix/>
          </a:blip>
          <a:stretch>
            <a:fillRect/>
          </a:stretch>
        </p:blipFill>
        <p:spPr>
          <a:xfrm>
            <a:off x="1739088" y="1657875"/>
            <a:ext cx="5033024" cy="2765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3"/>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344" name="Google Shape;344;p33" descr="Rectangle: Click to edit Master text styles &#10;Second level &#10;Third level &#10;Fourth level &#10;Fifth level"/>
          <p:cNvSpPr txBox="1">
            <a:spLocks noGrp="1"/>
          </p:cNvSpPr>
          <p:nvPr>
            <p:ph type="body" idx="1"/>
          </p:nvPr>
        </p:nvSpPr>
        <p:spPr>
          <a:xfrm>
            <a:off x="762000" y="1572600"/>
            <a:ext cx="7848600" cy="3570900"/>
          </a:xfrm>
          <a:prstGeom prst="rect">
            <a:avLst/>
          </a:prstGeom>
          <a:noFill/>
          <a:ln>
            <a:noFill/>
          </a:ln>
        </p:spPr>
        <p:txBody>
          <a:bodyPr spcFirstLastPara="1" wrap="square" lIns="91425" tIns="45700" rIns="91425" bIns="45700" anchor="t" anchorCtr="0">
            <a:noAutofit/>
          </a:bodyPr>
          <a:lstStyle/>
          <a:p>
            <a:pPr marL="457200" marR="0" lvl="0" indent="-342900" algn="just" rtl="0">
              <a:lnSpc>
                <a:spcPct val="100000"/>
              </a:lnSpc>
              <a:spcBef>
                <a:spcPts val="440"/>
              </a:spcBef>
              <a:spcAft>
                <a:spcPts val="0"/>
              </a:spcAft>
              <a:buClr>
                <a:srgbClr val="1F1F1F"/>
              </a:buClr>
              <a:buSzPts val="1800"/>
              <a:buChar char="●"/>
            </a:pPr>
            <a:r>
              <a:rPr lang="en-GB" sz="1800" dirty="0">
                <a:solidFill>
                  <a:srgbClr val="1F1F1F"/>
                </a:solidFill>
              </a:rPr>
              <a:t>Visualization technique that displays multivariate data on parallel axes, where each axis represents a different variable.</a:t>
            </a:r>
            <a:endParaRPr sz="1800" dirty="0">
              <a:solidFill>
                <a:srgbClr val="1F1F1F"/>
              </a:solidFill>
            </a:endParaRPr>
          </a:p>
          <a:p>
            <a:pPr marL="457200" marR="0" lvl="0" indent="-342900" algn="just" rtl="0">
              <a:lnSpc>
                <a:spcPct val="100000"/>
              </a:lnSpc>
              <a:spcBef>
                <a:spcPts val="0"/>
              </a:spcBef>
              <a:spcAft>
                <a:spcPts val="0"/>
              </a:spcAft>
              <a:buClr>
                <a:srgbClr val="1F1F1F"/>
              </a:buClr>
              <a:buSzPts val="1800"/>
              <a:buChar char="●"/>
            </a:pPr>
            <a:r>
              <a:rPr lang="en-GB" sz="1800" dirty="0">
                <a:solidFill>
                  <a:srgbClr val="1F1F1F"/>
                </a:solidFill>
              </a:rPr>
              <a:t>Plot Construction:</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Each data point is represented by a line connecting the points on each parallel axis corresponding to its variable values.</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Data points with similar patterns will have lines that are closer together, and outliers will stand out.</a:t>
            </a:r>
            <a:endParaRPr sz="1800" dirty="0">
              <a:solidFill>
                <a:srgbClr val="1F1F1F"/>
              </a:solidFill>
            </a:endParaRPr>
          </a:p>
        </p:txBody>
      </p:sp>
      <p:pic>
        <p:nvPicPr>
          <p:cNvPr id="345" name="Google Shape;345;p33"/>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46" name="Google Shape;346;p33"/>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12</a:t>
            </a:fld>
            <a:endParaRPr/>
          </a:p>
        </p:txBody>
      </p:sp>
      <p:sp>
        <p:nvSpPr>
          <p:cNvPr id="347" name="Google Shape;347;p33"/>
          <p:cNvSpPr txBox="1"/>
          <p:nvPr/>
        </p:nvSpPr>
        <p:spPr>
          <a:xfrm>
            <a:off x="762000" y="885450"/>
            <a:ext cx="7953300" cy="887700"/>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1800"/>
              </a:spcBef>
              <a:spcAft>
                <a:spcPts val="0"/>
              </a:spcAft>
              <a:buNone/>
            </a:pPr>
            <a:r>
              <a:rPr lang="en-GB" sz="1800" b="1" i="1" dirty="0">
                <a:solidFill>
                  <a:srgbClr val="0B5394"/>
                </a:solidFill>
                <a:latin typeface="Times New Roman"/>
                <a:ea typeface="Times New Roman"/>
                <a:cs typeface="Times New Roman"/>
                <a:sym typeface="Times New Roman"/>
              </a:rPr>
              <a:t>Parallel Coordinates Plot for High-Dimensional Data</a:t>
            </a:r>
            <a:endParaRPr sz="1800" b="1" i="1" dirty="0">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dirty="0">
              <a:solidFill>
                <a:srgbClr val="0B5394"/>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pic>
        <p:nvPicPr>
          <p:cNvPr id="353" name="Google Shape;353;p34"/>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54" name="Google Shape;354;p34"/>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13</a:t>
            </a:fld>
            <a:endParaRPr/>
          </a:p>
        </p:txBody>
      </p:sp>
      <p:sp>
        <p:nvSpPr>
          <p:cNvPr id="355" name="Google Shape;355;p34"/>
          <p:cNvSpPr txBox="1"/>
          <p:nvPr/>
        </p:nvSpPr>
        <p:spPr>
          <a:xfrm>
            <a:off x="762000" y="957896"/>
            <a:ext cx="7953300" cy="887700"/>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1800"/>
              </a:spcBef>
              <a:spcAft>
                <a:spcPts val="0"/>
              </a:spcAft>
              <a:buNone/>
            </a:pPr>
            <a:r>
              <a:rPr lang="en-GB" sz="1800" b="1" i="1" dirty="0">
                <a:solidFill>
                  <a:srgbClr val="0B5394"/>
                </a:solidFill>
                <a:latin typeface="Times New Roman"/>
                <a:ea typeface="Times New Roman"/>
                <a:cs typeface="Times New Roman"/>
                <a:sym typeface="Times New Roman"/>
              </a:rPr>
              <a:t>Parallel Coordinates Plot for High-Dimensional Data</a:t>
            </a:r>
            <a:endParaRPr sz="1800" b="1" i="1" dirty="0">
              <a:solidFill>
                <a:srgbClr val="0B5394"/>
              </a:solidFill>
              <a:latin typeface="Times New Roman"/>
              <a:ea typeface="Times New Roman"/>
              <a:cs typeface="Times New Roman"/>
              <a:sym typeface="Times New Roman"/>
            </a:endParaRPr>
          </a:p>
          <a:p>
            <a:pPr marL="0" marR="0" lvl="0" indent="0" algn="just" rtl="0">
              <a:lnSpc>
                <a:spcPct val="100000"/>
              </a:lnSpc>
              <a:spcBef>
                <a:spcPts val="440"/>
              </a:spcBef>
              <a:spcAft>
                <a:spcPts val="0"/>
              </a:spcAft>
              <a:buNone/>
            </a:pPr>
            <a:endParaRPr sz="1800" b="1" i="1" dirty="0">
              <a:solidFill>
                <a:srgbClr val="0B5394"/>
              </a:solidFill>
              <a:latin typeface="Times New Roman"/>
              <a:ea typeface="Times New Roman"/>
              <a:cs typeface="Times New Roman"/>
              <a:sym typeface="Times New Roman"/>
            </a:endParaRPr>
          </a:p>
        </p:txBody>
      </p:sp>
      <p:pic>
        <p:nvPicPr>
          <p:cNvPr id="356" name="Google Shape;356;p34"/>
          <p:cNvPicPr preferRelativeResize="0"/>
          <p:nvPr/>
        </p:nvPicPr>
        <p:blipFill>
          <a:blip r:embed="rId4">
            <a:alphaModFix/>
          </a:blip>
          <a:stretch>
            <a:fillRect/>
          </a:stretch>
        </p:blipFill>
        <p:spPr>
          <a:xfrm>
            <a:off x="2378350" y="1586325"/>
            <a:ext cx="3099975" cy="3099975"/>
          </a:xfrm>
          <a:prstGeom prst="rect">
            <a:avLst/>
          </a:prstGeom>
          <a:noFill/>
          <a:ln>
            <a:noFill/>
          </a:ln>
        </p:spPr>
      </p:pic>
      <p:sp>
        <p:nvSpPr>
          <p:cNvPr id="357" name="Google Shape;357;p34"/>
          <p:cNvSpPr txBox="1"/>
          <p:nvPr/>
        </p:nvSpPr>
        <p:spPr>
          <a:xfrm>
            <a:off x="674125" y="4615275"/>
            <a:ext cx="850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5"/>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363" name="Google Shape;363;p35"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457200" marR="0" lvl="0" indent="-342900" algn="just" rtl="0">
              <a:lnSpc>
                <a:spcPct val="100000"/>
              </a:lnSpc>
              <a:spcBef>
                <a:spcPts val="440"/>
              </a:spcBef>
              <a:spcAft>
                <a:spcPts val="0"/>
              </a:spcAft>
              <a:buClr>
                <a:srgbClr val="1F1F1F"/>
              </a:buClr>
              <a:buSzPts val="1800"/>
              <a:buChar char="●"/>
            </a:pPr>
            <a:r>
              <a:rPr lang="en-GB" sz="1800">
                <a:solidFill>
                  <a:srgbClr val="1F1F1F"/>
                </a:solidFill>
              </a:rPr>
              <a:t>PCA vs. MDS</a:t>
            </a:r>
            <a:endParaRPr sz="180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a:solidFill>
                  <a:srgbClr val="1F1F1F"/>
                </a:solidFill>
              </a:rPr>
              <a:t>PCA focuses on capturing variance and pattern preservation, while MDS emphasizes on distance preservation.</a:t>
            </a:r>
            <a:endParaRPr sz="180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a:solidFill>
                  <a:srgbClr val="1F1F1F"/>
                </a:solidFill>
              </a:rPr>
              <a:t>PCA is ideal for data compression and feature selection, whereas MDS is suitable for visualizing similarity and dissimilarity structures.</a:t>
            </a:r>
            <a:endParaRPr sz="1800">
              <a:solidFill>
                <a:srgbClr val="1F1F1F"/>
              </a:solidFill>
            </a:endParaRPr>
          </a:p>
          <a:p>
            <a:pPr marL="457200" marR="0" lvl="0" indent="-342900" algn="just" rtl="0">
              <a:lnSpc>
                <a:spcPct val="100000"/>
              </a:lnSpc>
              <a:spcBef>
                <a:spcPts val="0"/>
              </a:spcBef>
              <a:spcAft>
                <a:spcPts val="0"/>
              </a:spcAft>
              <a:buClr>
                <a:srgbClr val="1F1F1F"/>
              </a:buClr>
              <a:buSzPts val="1800"/>
              <a:buChar char="●"/>
            </a:pPr>
            <a:r>
              <a:rPr lang="en-GB" sz="1800">
                <a:solidFill>
                  <a:srgbClr val="1F1F1F"/>
                </a:solidFill>
              </a:rPr>
              <a:t>PCA vs. Parallel Coordinates Plot</a:t>
            </a:r>
            <a:endParaRPr sz="180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a:solidFill>
                  <a:srgbClr val="1F1F1F"/>
                </a:solidFill>
              </a:rPr>
              <a:t>PCA projects data points onto new dimensions, making it suitable for dimensionality reduction and visualization.</a:t>
            </a:r>
            <a:endParaRPr sz="180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a:solidFill>
                  <a:srgbClr val="1F1F1F"/>
                </a:solidFill>
              </a:rPr>
              <a:t>Parallel coordinates plot displays data points directly on the original variables, enabling a detailed view of individual data records.</a:t>
            </a:r>
            <a:endParaRPr sz="1800">
              <a:solidFill>
                <a:srgbClr val="1F1F1F"/>
              </a:solidFill>
            </a:endParaRPr>
          </a:p>
        </p:txBody>
      </p:sp>
      <p:pic>
        <p:nvPicPr>
          <p:cNvPr id="364" name="Google Shape;364;p35"/>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65" name="Google Shape;365;p35"/>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14</a:t>
            </a:fld>
            <a:endParaRPr/>
          </a:p>
        </p:txBody>
      </p:sp>
      <p:sp>
        <p:nvSpPr>
          <p:cNvPr id="366" name="Google Shape;366;p35"/>
          <p:cNvSpPr txBox="1"/>
          <p:nvPr/>
        </p:nvSpPr>
        <p:spPr>
          <a:xfrm>
            <a:off x="762000" y="1184875"/>
            <a:ext cx="79533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Comparison of Methods</a:t>
            </a: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6"/>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372" name="Google Shape;372;p36"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457200" marR="0" lvl="0" indent="-342900" algn="just" rtl="0">
              <a:lnSpc>
                <a:spcPct val="100000"/>
              </a:lnSpc>
              <a:spcBef>
                <a:spcPts val="440"/>
              </a:spcBef>
              <a:spcAft>
                <a:spcPts val="0"/>
              </a:spcAft>
              <a:buClr>
                <a:srgbClr val="1F1F1F"/>
              </a:buClr>
              <a:buSzPts val="1800"/>
              <a:buChar char="●"/>
            </a:pPr>
            <a:r>
              <a:rPr lang="en-GB" sz="1800" dirty="0">
                <a:solidFill>
                  <a:srgbClr val="1F1F1F"/>
                </a:solidFill>
              </a:rPr>
              <a:t>MDS vs. Parallel Coordinates Plot</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MDS aims to visualize pairwise </a:t>
            </a:r>
            <a:r>
              <a:rPr lang="en-GB" sz="1800" b="1" dirty="0">
                <a:solidFill>
                  <a:srgbClr val="1F1F1F"/>
                </a:solidFill>
              </a:rPr>
              <a:t>distances</a:t>
            </a:r>
            <a:r>
              <a:rPr lang="en-GB" sz="1800" dirty="0">
                <a:solidFill>
                  <a:srgbClr val="1F1F1F"/>
                </a:solidFill>
              </a:rPr>
              <a:t>, which is valuable for understanding the dissimilarity structure in data.</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Parallel coordinates plot is more focused on exploring relationships between variables, highlighting patterns </a:t>
            </a:r>
            <a:r>
              <a:rPr lang="en-GB" sz="1800">
                <a:solidFill>
                  <a:srgbClr val="1F1F1F"/>
                </a:solidFill>
              </a:rPr>
              <a:t>ansd</a:t>
            </a:r>
            <a:r>
              <a:rPr lang="en-GB" sz="1800" dirty="0">
                <a:solidFill>
                  <a:srgbClr val="1F1F1F"/>
                </a:solidFill>
              </a:rPr>
              <a:t> trends.</a:t>
            </a:r>
            <a:endParaRPr sz="1800" dirty="0">
              <a:solidFill>
                <a:srgbClr val="1F1F1F"/>
              </a:solidFill>
            </a:endParaRPr>
          </a:p>
          <a:p>
            <a:pPr marL="457200" marR="0" lvl="0" indent="-342900" algn="just" rtl="0">
              <a:lnSpc>
                <a:spcPct val="100000"/>
              </a:lnSpc>
              <a:spcBef>
                <a:spcPts val="0"/>
              </a:spcBef>
              <a:spcAft>
                <a:spcPts val="0"/>
              </a:spcAft>
              <a:buClr>
                <a:srgbClr val="1F1F1F"/>
              </a:buClr>
              <a:buSzPts val="1800"/>
              <a:buChar char="●"/>
            </a:pPr>
            <a:r>
              <a:rPr lang="en-GB" sz="1800" dirty="0">
                <a:solidFill>
                  <a:srgbClr val="1F1F1F"/>
                </a:solidFill>
              </a:rPr>
              <a:t>Choosing the Right Method:</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Selection Criteria:</a:t>
            </a:r>
            <a:endParaRPr sz="1800" dirty="0">
              <a:solidFill>
                <a:srgbClr val="1F1F1F"/>
              </a:solidFill>
            </a:endParaRPr>
          </a:p>
          <a:p>
            <a:pPr marL="1371600" marR="0" lvl="2" indent="-342900" algn="just" rtl="0">
              <a:lnSpc>
                <a:spcPct val="100000"/>
              </a:lnSpc>
              <a:spcBef>
                <a:spcPts val="0"/>
              </a:spcBef>
              <a:spcAft>
                <a:spcPts val="0"/>
              </a:spcAft>
              <a:buClr>
                <a:srgbClr val="1F1F1F"/>
              </a:buClr>
              <a:buSzPts val="1800"/>
              <a:buChar char="■"/>
            </a:pPr>
            <a:r>
              <a:rPr lang="en-GB" sz="1800" dirty="0">
                <a:solidFill>
                  <a:srgbClr val="1F1F1F"/>
                </a:solidFill>
              </a:rPr>
              <a:t>Data characteristics</a:t>
            </a:r>
            <a:endParaRPr sz="1800" dirty="0">
              <a:solidFill>
                <a:srgbClr val="1F1F1F"/>
              </a:solidFill>
            </a:endParaRPr>
          </a:p>
          <a:p>
            <a:pPr marL="1371600" marR="0" lvl="2" indent="-342900" algn="just" rtl="0">
              <a:lnSpc>
                <a:spcPct val="100000"/>
              </a:lnSpc>
              <a:spcBef>
                <a:spcPts val="0"/>
              </a:spcBef>
              <a:spcAft>
                <a:spcPts val="0"/>
              </a:spcAft>
              <a:buClr>
                <a:srgbClr val="1F1F1F"/>
              </a:buClr>
              <a:buSzPts val="1800"/>
              <a:buChar char="■"/>
            </a:pPr>
            <a:r>
              <a:rPr lang="en-GB" sz="1800" dirty="0">
                <a:solidFill>
                  <a:srgbClr val="1F1F1F"/>
                </a:solidFill>
              </a:rPr>
              <a:t>Analysis goals</a:t>
            </a:r>
            <a:endParaRPr sz="1800" dirty="0">
              <a:solidFill>
                <a:srgbClr val="1F1F1F"/>
              </a:solidFill>
            </a:endParaRPr>
          </a:p>
          <a:p>
            <a:pPr marL="1371600" marR="0" lvl="2" indent="-342900" algn="just" rtl="0">
              <a:lnSpc>
                <a:spcPct val="100000"/>
              </a:lnSpc>
              <a:spcBef>
                <a:spcPts val="0"/>
              </a:spcBef>
              <a:spcAft>
                <a:spcPts val="0"/>
              </a:spcAft>
              <a:buClr>
                <a:srgbClr val="1F1F1F"/>
              </a:buClr>
              <a:buSzPts val="1800"/>
              <a:buChar char="■"/>
            </a:pPr>
            <a:r>
              <a:rPr lang="en-GB" sz="1800" dirty="0">
                <a:solidFill>
                  <a:srgbClr val="1F1F1F"/>
                </a:solidFill>
              </a:rPr>
              <a:t>Data exploration</a:t>
            </a:r>
            <a:endParaRPr sz="1800" dirty="0">
              <a:solidFill>
                <a:srgbClr val="1F1F1F"/>
              </a:solidFill>
            </a:endParaRPr>
          </a:p>
          <a:p>
            <a:pPr marL="914400" marR="0" lvl="1" indent="-342900" algn="just" rtl="0">
              <a:lnSpc>
                <a:spcPct val="100000"/>
              </a:lnSpc>
              <a:spcBef>
                <a:spcPts val="0"/>
              </a:spcBef>
              <a:spcAft>
                <a:spcPts val="0"/>
              </a:spcAft>
              <a:buClr>
                <a:srgbClr val="1F1F1F"/>
              </a:buClr>
              <a:buSzPts val="1800"/>
              <a:buChar char="○"/>
            </a:pPr>
            <a:r>
              <a:rPr lang="en-GB" sz="1800" dirty="0">
                <a:solidFill>
                  <a:srgbClr val="1F1F1F"/>
                </a:solidFill>
              </a:rPr>
              <a:t>Iterative Process and Experimentation</a:t>
            </a:r>
            <a:endParaRPr sz="1800" dirty="0">
              <a:solidFill>
                <a:srgbClr val="1F1F1F"/>
              </a:solidFill>
            </a:endParaRPr>
          </a:p>
        </p:txBody>
      </p:sp>
      <p:pic>
        <p:nvPicPr>
          <p:cNvPr id="373" name="Google Shape;373;p36"/>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74" name="Google Shape;374;p36"/>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15</a:t>
            </a:fld>
            <a:endParaRPr/>
          </a:p>
        </p:txBody>
      </p:sp>
      <p:sp>
        <p:nvSpPr>
          <p:cNvPr id="375" name="Google Shape;375;p36"/>
          <p:cNvSpPr txBox="1"/>
          <p:nvPr/>
        </p:nvSpPr>
        <p:spPr>
          <a:xfrm>
            <a:off x="762000" y="1184875"/>
            <a:ext cx="79533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Comparison of Methods</a:t>
            </a: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7"/>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4400"/>
              <a:buFont typeface="Times New Roman"/>
              <a:buNone/>
            </a:pPr>
            <a:r>
              <a:rPr lang="en-GB" sz="3600"/>
              <a:t>Visualization of Non-Numerical Data</a:t>
            </a:r>
            <a:endParaRPr sz="3600"/>
          </a:p>
        </p:txBody>
      </p:sp>
      <p:sp>
        <p:nvSpPr>
          <p:cNvPr id="381" name="Google Shape;381;p37"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marR="0" lvl="0" indent="-373380" algn="just" rtl="0">
              <a:lnSpc>
                <a:spcPct val="100000"/>
              </a:lnSpc>
              <a:spcBef>
                <a:spcPts val="440"/>
              </a:spcBef>
              <a:spcAft>
                <a:spcPts val="0"/>
              </a:spcAft>
              <a:buSzPts val="1800"/>
              <a:buChar char="●"/>
            </a:pPr>
            <a:r>
              <a:rPr lang="en-GB" sz="1800">
                <a:solidFill>
                  <a:srgbClr val="1F1F1F"/>
                </a:solidFill>
              </a:rPr>
              <a:t>Choose the appropriate visualization technique based on the nature of the non-numerical data and the insights you want to convey.</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Use clear and concise labels for each category or entity to ensure understanding and interpretation.</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Apply appropriate colors and visual cues to distinguish different categories or groups.</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Ensure the visualization accurately represents the proportions or relationships between the non-numerical data.</a:t>
            </a:r>
            <a:endParaRPr sz="1800">
              <a:solidFill>
                <a:srgbClr val="1F1F1F"/>
              </a:solidFill>
            </a:endParaRPr>
          </a:p>
          <a:p>
            <a:pPr marL="342900" marR="0" lvl="0" indent="-373380" algn="just" rtl="0">
              <a:lnSpc>
                <a:spcPct val="100000"/>
              </a:lnSpc>
              <a:spcBef>
                <a:spcPts val="440"/>
              </a:spcBef>
              <a:spcAft>
                <a:spcPts val="0"/>
              </a:spcAft>
              <a:buSzPts val="1800"/>
              <a:buChar char="●"/>
            </a:pPr>
            <a:r>
              <a:rPr lang="en-GB" sz="1800">
                <a:solidFill>
                  <a:srgbClr val="1F1F1F"/>
                </a:solidFill>
              </a:rPr>
              <a:t>Use interactivity, such as tooltips or filtering, to provide additional information or allow users to explore the data in more detail.</a:t>
            </a:r>
            <a:endParaRPr sz="1800">
              <a:solidFill>
                <a:srgbClr val="1F1F1F"/>
              </a:solidFill>
            </a:endParaRPr>
          </a:p>
        </p:txBody>
      </p:sp>
      <p:pic>
        <p:nvPicPr>
          <p:cNvPr id="382" name="Google Shape;382;p37"/>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83" name="Google Shape;383;p37"/>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16</a:t>
            </a:fld>
            <a:endParaRPr/>
          </a:p>
        </p:txBody>
      </p:sp>
      <p:sp>
        <p:nvSpPr>
          <p:cNvPr id="384" name="Google Shape;384;p37"/>
          <p:cNvSpPr txBox="1"/>
          <p:nvPr/>
        </p:nvSpPr>
        <p:spPr>
          <a:xfrm>
            <a:off x="762000" y="1184875"/>
            <a:ext cx="7953300" cy="79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Considerations for Visualizing Non-Numerical Data Effectively</a:t>
            </a:r>
            <a:endParaRPr sz="1200">
              <a:solidFill>
                <a:srgbClr val="374151"/>
              </a:solidFill>
              <a:highlight>
                <a:srgbClr val="F7F7F8"/>
              </a:highlight>
              <a:latin typeface="Roboto"/>
              <a:ea typeface="Roboto"/>
              <a:cs typeface="Roboto"/>
              <a:sym typeface="Roboto"/>
            </a:endParaRPr>
          </a:p>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8"/>
          <p:cNvSpPr txBox="1">
            <a:spLocks noGrp="1"/>
          </p:cNvSpPr>
          <p:nvPr>
            <p:ph type="title"/>
          </p:nvPr>
        </p:nvSpPr>
        <p:spPr>
          <a:xfrm>
            <a:off x="609600" y="228600"/>
            <a:ext cx="77724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imes New Roman"/>
              <a:buNone/>
            </a:pPr>
            <a:r>
              <a:rPr lang="en-GB" sz="3600"/>
              <a:t>Summary</a:t>
            </a:r>
            <a:endParaRPr sz="3600"/>
          </a:p>
        </p:txBody>
      </p:sp>
      <p:sp>
        <p:nvSpPr>
          <p:cNvPr id="390" name="Google Shape;390;p38" descr="Rectangle: Click to edit Master text styles &#10;Second level &#10;Third level &#10;Fourth level &#10;Fifth level"/>
          <p:cNvSpPr txBox="1">
            <a:spLocks noGrp="1"/>
          </p:cNvSpPr>
          <p:nvPr>
            <p:ph type="body" idx="1"/>
          </p:nvPr>
        </p:nvSpPr>
        <p:spPr>
          <a:xfrm>
            <a:off x="762000" y="1646581"/>
            <a:ext cx="7953300" cy="3086100"/>
          </a:xfrm>
          <a:prstGeom prst="rect">
            <a:avLst/>
          </a:prstGeom>
          <a:noFill/>
          <a:ln>
            <a:noFill/>
          </a:ln>
        </p:spPr>
        <p:txBody>
          <a:bodyPr spcFirstLastPara="1" wrap="square" lIns="91425" tIns="45700" rIns="91425" bIns="45700" anchor="t" anchorCtr="0">
            <a:noAutofit/>
          </a:bodyPr>
          <a:lstStyle/>
          <a:p>
            <a:pPr marL="342900" lvl="0" indent="-388620" algn="just" rtl="0">
              <a:spcBef>
                <a:spcPts val="440"/>
              </a:spcBef>
              <a:spcAft>
                <a:spcPts val="0"/>
              </a:spcAft>
              <a:buClr>
                <a:srgbClr val="000000"/>
              </a:buClr>
              <a:buSzPts val="1800"/>
              <a:buChar char="●"/>
            </a:pPr>
            <a:r>
              <a:rPr lang="en-GB" sz="1800">
                <a:solidFill>
                  <a:srgbClr val="000000"/>
                </a:solidFill>
              </a:rPr>
              <a:t>Techniques for Non-Numerical Data:</a:t>
            </a:r>
            <a:endParaRPr sz="1800">
              <a:solidFill>
                <a:srgbClr val="000000"/>
              </a:solidFill>
            </a:endParaRPr>
          </a:p>
          <a:p>
            <a:pPr marL="342900" lvl="0" indent="0" algn="just" rtl="0">
              <a:spcBef>
                <a:spcPts val="440"/>
              </a:spcBef>
              <a:spcAft>
                <a:spcPts val="0"/>
              </a:spcAft>
              <a:buNone/>
            </a:pPr>
            <a:r>
              <a:rPr lang="en-GB" sz="1800">
                <a:solidFill>
                  <a:srgbClr val="000000"/>
                </a:solidFill>
              </a:rPr>
              <a:t>   - Explore techniques tailored for non-numerical data.</a:t>
            </a:r>
            <a:endParaRPr sz="1800">
              <a:solidFill>
                <a:srgbClr val="000000"/>
              </a:solidFill>
            </a:endParaRPr>
          </a:p>
          <a:p>
            <a:pPr marL="342900" lvl="0" indent="0" algn="just" rtl="0">
              <a:spcBef>
                <a:spcPts val="440"/>
              </a:spcBef>
              <a:spcAft>
                <a:spcPts val="0"/>
              </a:spcAft>
              <a:buNone/>
            </a:pPr>
            <a:r>
              <a:rPr lang="en-GB" sz="1800">
                <a:solidFill>
                  <a:srgbClr val="000000"/>
                </a:solidFill>
              </a:rPr>
              <a:t>   - Examples include pie charts, word clouds, network graphs, etc.</a:t>
            </a:r>
            <a:endParaRPr sz="1800">
              <a:solidFill>
                <a:srgbClr val="000000"/>
              </a:solidFill>
            </a:endParaRPr>
          </a:p>
        </p:txBody>
      </p:sp>
      <p:pic>
        <p:nvPicPr>
          <p:cNvPr id="391" name="Google Shape;391;p38"/>
          <p:cNvPicPr preferRelativeResize="0"/>
          <p:nvPr/>
        </p:nvPicPr>
        <p:blipFill rotWithShape="1">
          <a:blip r:embed="rId3">
            <a:alphaModFix/>
          </a:blip>
          <a:srcRect/>
          <a:stretch/>
        </p:blipFill>
        <p:spPr>
          <a:xfrm>
            <a:off x="65087" y="33337"/>
            <a:ext cx="940596" cy="366713"/>
          </a:xfrm>
          <a:prstGeom prst="rect">
            <a:avLst/>
          </a:prstGeom>
          <a:noFill/>
          <a:ln>
            <a:noFill/>
          </a:ln>
        </p:spPr>
      </p:pic>
      <p:sp>
        <p:nvSpPr>
          <p:cNvPr id="392" name="Google Shape;392;p38"/>
          <p:cNvSpPr txBox="1"/>
          <p:nvPr/>
        </p:nvSpPr>
        <p:spPr>
          <a:xfrm>
            <a:off x="6705600" y="4686300"/>
            <a:ext cx="19050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GB" sz="1400" b="0" i="0" u="none">
                <a:solidFill>
                  <a:schemeClr val="dk1"/>
                </a:solidFill>
                <a:latin typeface="Tahoma"/>
                <a:ea typeface="Tahoma"/>
                <a:cs typeface="Tahoma"/>
                <a:sym typeface="Tahoma"/>
              </a:rPr>
              <a:t>17</a:t>
            </a:fld>
            <a:endParaRPr/>
          </a:p>
        </p:txBody>
      </p:sp>
      <p:sp>
        <p:nvSpPr>
          <p:cNvPr id="393" name="Google Shape;393;p38"/>
          <p:cNvSpPr txBox="1"/>
          <p:nvPr/>
        </p:nvSpPr>
        <p:spPr>
          <a:xfrm>
            <a:off x="762000" y="1184875"/>
            <a:ext cx="79533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endParaRPr sz="1800" b="1" i="1">
              <a:solidFill>
                <a:srgbClr val="0B5394"/>
              </a:solidFill>
              <a:latin typeface="Times New Roman"/>
              <a:ea typeface="Times New Roman"/>
              <a:cs typeface="Times New Roman"/>
              <a:sym typeface="Times New Roman"/>
            </a:endParaRPr>
          </a:p>
        </p:txBody>
      </p:sp>
      <p:sp>
        <p:nvSpPr>
          <p:cNvPr id="394" name="Google Shape;394;p38"/>
          <p:cNvSpPr txBox="1"/>
          <p:nvPr/>
        </p:nvSpPr>
        <p:spPr>
          <a:xfrm>
            <a:off x="762000" y="1184875"/>
            <a:ext cx="82395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440"/>
              </a:spcBef>
              <a:spcAft>
                <a:spcPts val="0"/>
              </a:spcAft>
              <a:buNone/>
            </a:pPr>
            <a:r>
              <a:rPr lang="en-GB" sz="1800" b="1" i="1">
                <a:solidFill>
                  <a:srgbClr val="0B5394"/>
                </a:solidFill>
                <a:latin typeface="Times New Roman"/>
                <a:ea typeface="Times New Roman"/>
                <a:cs typeface="Times New Roman"/>
                <a:sym typeface="Times New Roman"/>
              </a:rPr>
              <a:t>Visualization of Non - Numerical Data</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1111</Words>
  <Application>Microsoft Macintosh PowerPoint</Application>
  <PresentationFormat>On-screen Show (16:9)</PresentationFormat>
  <Paragraphs>111</Paragraphs>
  <Slides>17</Slides>
  <Notes>17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17</vt:i4>
      </vt:variant>
    </vt:vector>
  </HeadingPairs>
  <TitlesOfParts>
    <vt:vector size="25" baseType="lpstr">
      <vt:lpstr>Arial</vt:lpstr>
      <vt:lpstr>Noto Sans Symbols</vt:lpstr>
      <vt:lpstr>Tahoma</vt:lpstr>
      <vt:lpstr>Times New Roman</vt:lpstr>
      <vt:lpstr>Roboto</vt:lpstr>
      <vt:lpstr>Simple Light</vt:lpstr>
      <vt:lpstr>1_Blueprint</vt:lpstr>
      <vt:lpstr>Blueprint</vt:lpstr>
      <vt:lpstr>Chapter 2:  Data Visualization</vt:lpstr>
      <vt:lpstr>Objective</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Visualization of Non-Numerical Data</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Daziel.vad</cp:lastModifiedBy>
  <cp:revision>3</cp:revision>
  <dcterms:modified xsi:type="dcterms:W3CDTF">2026-01-13T03:37:52Z</dcterms:modified>
</cp:coreProperties>
</file>