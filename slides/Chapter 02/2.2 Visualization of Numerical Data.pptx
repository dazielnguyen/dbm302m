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Tahoma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Tahoma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font" Target="fonts/Tahoma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43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582b55a4a5_0_43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82b55a4a5_0_6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2582b55a4a5_0_6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39d7406155_1_2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239d7406155_1_2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39d7406155_1_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239d7406155_1_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39d7406155_1_2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239d7406155_1_2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39d7406155_1_37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239d7406155_1_37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582b55a4a5_0_63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2582b55a4a5_0_63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582b55a4a5_0_64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2582b55a4a5_0_64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582b55a4f2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2582b55a4f2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82b55a4f2_0_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2582b55a4f2_0_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82b55a4f2_0_1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2582b55a4f2_0_1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39d7406155_1_7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239d7406155_1_7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39d7406155_1_6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239d7406155_1_6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39d7406155_1_7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239d7406155_1_7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582b55a4f2_0_2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2582b55a4f2_0_2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4c633ff4ac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24c633ff4ac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hyperlink" Target="https://www.fusioncharts.com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hyperlink" Target="https://www.fusioncharts.com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hyperlink" Target="https://www.fusioncharts.com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hyperlink" Target="https://www.fusioncharts.com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fusioncharts.com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fusioncharts.com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hyperlink" Target="https://www.fusioncharts.com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hyperlink" Target="https://www.fusioncharts.com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Data Visualization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288256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999999"/>
              </a:buClr>
              <a:buSzPts val="1800"/>
              <a:buChar char="●"/>
            </a:pPr>
            <a:r>
              <a:rPr lang="en-GB" sz="1800">
                <a:solidFill>
                  <a:srgbClr val="999999"/>
                </a:solidFill>
              </a:rPr>
              <a:t>Understand the concept and importance of data visualization in the context of data mining.</a:t>
            </a:r>
            <a:endParaRPr sz="1800">
              <a:solidFill>
                <a:srgbClr val="999999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999999"/>
              </a:buClr>
              <a:buSzPts val="1800"/>
              <a:buChar char="●"/>
            </a:pPr>
            <a:r>
              <a:rPr lang="en-GB" sz="1800">
                <a:solidFill>
                  <a:srgbClr val="999999"/>
                </a:solidFill>
              </a:rPr>
              <a:t>Explore the goals and benefits of using data visualization techniques.</a:t>
            </a:r>
            <a:endParaRPr sz="1800">
              <a:solidFill>
                <a:srgbClr val="999999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Learn various techniques for numerical data, including line charts, bar charts, scatter plots, etc.</a:t>
            </a:r>
            <a:endParaRPr sz="1800">
              <a:solidFill>
                <a:srgbClr val="000000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999999"/>
              </a:buClr>
              <a:buSzPts val="1800"/>
              <a:buChar char="●"/>
            </a:pPr>
            <a:r>
              <a:rPr lang="en-GB" sz="1800">
                <a:solidFill>
                  <a:srgbClr val="999999"/>
                </a:solidFill>
              </a:rPr>
              <a:t>Understand the techniques specific to non-numerical data, such as pie charts, word clouds, network graphs, etc.</a:t>
            </a:r>
            <a:endParaRPr sz="1800">
              <a:solidFill>
                <a:srgbClr val="999999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999999"/>
              </a:buClr>
              <a:buSzPts val="1800"/>
              <a:buChar char="●"/>
            </a:pPr>
            <a:r>
              <a:rPr lang="en-GB" sz="1800">
                <a:solidFill>
                  <a:srgbClr val="999999"/>
                </a:solidFill>
              </a:rPr>
              <a:t>Gain insights into the visualization of dashboards, including the components, design principles, and interactive features.</a:t>
            </a:r>
            <a:endParaRPr b="0" i="0" sz="1800" u="none">
              <a:solidFill>
                <a:srgbClr val="9999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Numerical Data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0" name="Google Shape;250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Numerical data consists of quantitative values that can be measured and represented using numerical scales. Visualizing numerical data helps us understand the distribution, trends, and relationships between numerical variables.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1" name="Google Shape;2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 Data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2842600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 Data Visualization</a:t>
            </a: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Rectangle: Click to edit Master text styles &#10;Second level &#10;Third level &#10;Fourth level &#10;Fifth level" id="255" name="Google Shape;255;p24"/>
          <p:cNvSpPr txBox="1"/>
          <p:nvPr>
            <p:ph idx="1" type="body"/>
          </p:nvPr>
        </p:nvSpPr>
        <p:spPr>
          <a:xfrm>
            <a:off x="898375" y="3314706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Numerical data visualization refers to the graphical representation of quantitative data using charts, graphs, and plots to communicate insights effectively.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Human brains process visual information more efficiently than raw data.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Visualizations help in identifying patterns, trends, and outliers in numerical data, leading to better decision-making.</a:t>
            </a:r>
            <a:endParaRPr sz="18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Numerical Data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1" name="Google Shape;261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Line Graphs: Depicting Trends over Time or Ordered Data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Line graphs connect data points with lines to show trends over time or an ordered variable.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Representing stock market trends, tracking temperature changes, showing population growth.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2" name="Google Shape;2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Kinds of Visualizations and Their Applications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Numerical Data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0" name="Google Shape;270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Bar Charts: Displaying Categorical Data with Rectangles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Bar charts use rectangular bars to compare categorical data.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Visualizing survey results, comparing sales of different products, displaying frequency distributions.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1" name="Google Shape;27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Kinds of Visualizations and Their Applications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Numerical Data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9" name="Google Shape;279;p2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Scatter Plots: Visualizing the Relationship between Two Variables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Scatter plots use data points to display the relationship between two numerical variables.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Assessing correlation between variables, identifying clusters or trends, detecting outliers.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0" name="Google Shape;2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Kinds of Visualizations and Their Applications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Numerical Data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88" name="Google Shape;288;p2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Factors Influencing Visualization Selection: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Nature of data (categorical, ordinal, numerical): Different data types require specific visualizations.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distribution and granularity: Data distribution impacts the choice of visualization.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Guidelines for Matching Data Types with Visualizations: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Decision tree for choosing appropriate visualizations: A step-by-step guide for selecting the right chart type.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Examples of correct and incorrect visualization choices: Illustrations to reinforce the concept.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9" name="Google Shape;2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Choosing the Right Visualization for Your Data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Numerical Data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97" name="Google Shape;297;p2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Line charts display data points connected by lines, representing the trend or change in a variable over time or another continuous dimension.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Area charts are similar to line charts but filled with colors or patterns below the line, representing the cumulative values of the variable.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8" name="Google Shape;2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762000" y="1184875"/>
            <a:ext cx="79533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Charts and Area Charts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1" name="Google Shape;30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6513" y="2865800"/>
            <a:ext cx="4158575" cy="19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9"/>
          <p:cNvSpPr txBox="1"/>
          <p:nvPr/>
        </p:nvSpPr>
        <p:spPr>
          <a:xfrm>
            <a:off x="674125" y="4615275"/>
            <a:ext cx="850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[Credit: </a:t>
            </a:r>
            <a:r>
              <a:rPr lang="en-GB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https://www.fusioncharts.com/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Numerical Data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08" name="Google Shape;308;p3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Bar charts use rectangular bars of varying lengths or heights to represent the values of different categories or groups. They are useful for comparing discrete or categorical data.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Histograms display the distribution of continuous data by dividing it into bins or intervals and representing the frequency or count of data points within each bin as vertical bars.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1" name="Google Shape;311;p30"/>
          <p:cNvSpPr txBox="1"/>
          <p:nvPr/>
        </p:nvSpPr>
        <p:spPr>
          <a:xfrm>
            <a:off x="762000" y="1184875"/>
            <a:ext cx="79533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 Charts and Histograms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2" name="Google Shape;312;p30"/>
          <p:cNvPicPr preferRelativeResize="0"/>
          <p:nvPr/>
        </p:nvPicPr>
        <p:blipFill rotWithShape="1">
          <a:blip r:embed="rId4">
            <a:alphaModFix/>
          </a:blip>
          <a:srcRect b="8575" l="0" r="5195" t="0"/>
          <a:stretch/>
        </p:blipFill>
        <p:spPr>
          <a:xfrm>
            <a:off x="3545100" y="3223725"/>
            <a:ext cx="4570601" cy="1711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0"/>
          <p:cNvSpPr txBox="1"/>
          <p:nvPr/>
        </p:nvSpPr>
        <p:spPr>
          <a:xfrm>
            <a:off x="674125" y="4615275"/>
            <a:ext cx="850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[Credit: </a:t>
            </a:r>
            <a:r>
              <a:rPr lang="en-GB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https://www.fusioncharts.com/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Numerical Data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19" name="Google Shape;319;p31"/>
          <p:cNvSpPr txBox="1"/>
          <p:nvPr>
            <p:ph idx="1" type="body"/>
          </p:nvPr>
        </p:nvSpPr>
        <p:spPr>
          <a:xfrm>
            <a:off x="762000" y="1646575"/>
            <a:ext cx="3988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Scatter plots show the relationship between two numerical variables. Each data point is plotted as a point on the graph, with one variable on the x-axis and the other on the y-axis.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Bubble charts are an extension of scatter plots where an additional numerical variable is represented by the size or color of the data points, adding another dimension to the visualization.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0" name="Google Shape;32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2" name="Google Shape;322;p31"/>
          <p:cNvSpPr txBox="1"/>
          <p:nvPr/>
        </p:nvSpPr>
        <p:spPr>
          <a:xfrm>
            <a:off x="762000" y="1184875"/>
            <a:ext cx="79533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Scatter Plots and Bubble Charts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3" name="Google Shape;32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0200" y="1866022"/>
            <a:ext cx="3860450" cy="2291803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1"/>
          <p:cNvSpPr txBox="1"/>
          <p:nvPr/>
        </p:nvSpPr>
        <p:spPr>
          <a:xfrm>
            <a:off x="674125" y="4615275"/>
            <a:ext cx="850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[Credit: </a:t>
            </a:r>
            <a:r>
              <a:rPr lang="en-GB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https://www.fusioncharts.com/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Numerical Data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30" name="Google Shape;330;p32"/>
          <p:cNvSpPr txBox="1"/>
          <p:nvPr>
            <p:ph idx="1" type="body"/>
          </p:nvPr>
        </p:nvSpPr>
        <p:spPr>
          <a:xfrm>
            <a:off x="762000" y="1588625"/>
            <a:ext cx="4652400" cy="3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Box plots (also known as box-and-whisker plots) display the summary statistics of a numerical variable, including the minimum, maximum, median, quartiles, and outliers. They provide insights into the distribution and skewness of the data.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Violin plots combine a box plot with a kernel density plot, providing a more detailed view of the distribution and density of the data.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31" name="Google Shape;33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3" name="Google Shape;333;p32"/>
          <p:cNvSpPr txBox="1"/>
          <p:nvPr/>
        </p:nvSpPr>
        <p:spPr>
          <a:xfrm>
            <a:off x="762000" y="1184875"/>
            <a:ext cx="79533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 Plots and Violin Plots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4" name="Google Shape;33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6525" y="1588625"/>
            <a:ext cx="3469700" cy="208182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2"/>
          <p:cNvSpPr txBox="1"/>
          <p:nvPr/>
        </p:nvSpPr>
        <p:spPr>
          <a:xfrm>
            <a:off x="762000" y="4743300"/>
            <a:ext cx="850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[Credit: </a:t>
            </a:r>
            <a:r>
              <a:rPr lang="en-GB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https://www.fusioncharts.com/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Numerical Data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41" name="Google Shape;341;p33"/>
          <p:cNvSpPr txBox="1"/>
          <p:nvPr>
            <p:ph idx="1" type="body"/>
          </p:nvPr>
        </p:nvSpPr>
        <p:spPr>
          <a:xfrm>
            <a:off x="762000" y="1620650"/>
            <a:ext cx="4588200" cy="3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Heatmaps use color-coded cells in a grid to represent the values of a numerical variable across two dimensions. They are effective for visualizing large datasets and identifying patterns or correlations.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Treemaps represent hierarchical data as nested rectangles, with the size of each rectangle proportional to a numerical value. They are useful for displaying hierarchical relationships and comparing proportions.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2" name="Google Shape;34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4" name="Google Shape;344;p33"/>
          <p:cNvSpPr txBox="1"/>
          <p:nvPr/>
        </p:nvSpPr>
        <p:spPr>
          <a:xfrm>
            <a:off x="762000" y="1184875"/>
            <a:ext cx="79533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Heatmaps and Treemaps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5" name="Google Shape;34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8975" y="1804024"/>
            <a:ext cx="3054175" cy="229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3"/>
          <p:cNvSpPr txBox="1"/>
          <p:nvPr/>
        </p:nvSpPr>
        <p:spPr>
          <a:xfrm>
            <a:off x="674125" y="4615275"/>
            <a:ext cx="850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[Credit: </a:t>
            </a:r>
            <a:r>
              <a:rPr lang="en-GB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https://www.fusioncharts.com/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Numerical Data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52" name="Google Shape;352;p3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Importance of Design Principles in Data Visualization: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Emphasizing clarity, simplicity, and consistency: Addressing the significance of design in data visualization.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Well-designed vs. poorly designed visualizations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53" name="Google Shape;35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5" name="Google Shape;355;p34"/>
          <p:cNvSpPr txBox="1"/>
          <p:nvPr/>
        </p:nvSpPr>
        <p:spPr>
          <a:xfrm>
            <a:off x="762000" y="1184875"/>
            <a:ext cx="79533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Elements of Design and Color Usage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6" name="Google Shape;35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4650" y="2857400"/>
            <a:ext cx="3750550" cy="187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4"/>
          <p:cNvSpPr txBox="1"/>
          <p:nvPr/>
        </p:nvSpPr>
        <p:spPr>
          <a:xfrm>
            <a:off x="674125" y="4615275"/>
            <a:ext cx="850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[Credit: </a:t>
            </a:r>
            <a:r>
              <a:rPr lang="en-GB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https://www.fusioncharts.com/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Numerical Data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63" name="Google Shape;363;p3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Choosing the Right Color Palettes for Numerical Data: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Addressing potential color blindness issues: Ensuring accessibility and inclusivity.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Examples of color palettes suitable for numerical data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4" name="Google Shape;36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6" name="Google Shape;366;p35"/>
          <p:cNvSpPr txBox="1"/>
          <p:nvPr/>
        </p:nvSpPr>
        <p:spPr>
          <a:xfrm>
            <a:off x="762000" y="1184875"/>
            <a:ext cx="79533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Elements of Design and Color Usage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7" name="Google Shape;36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3300" y="2886425"/>
            <a:ext cx="3875400" cy="19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5"/>
          <p:cNvSpPr txBox="1"/>
          <p:nvPr/>
        </p:nvSpPr>
        <p:spPr>
          <a:xfrm>
            <a:off x="674125" y="4615275"/>
            <a:ext cx="850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[Credit: </a:t>
            </a:r>
            <a:r>
              <a:rPr lang="en-GB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https://www.fusioncharts.com/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Numerical Data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74" name="Google Shape;374;p3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Color Blindness Considerations and Accessibility: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Designing visualizations accessible to color-blind users: Applying best practices for inclusive design.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Visual examples of visualizations with and without color blindness considerations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5" name="Google Shape;37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7" name="Google Shape;377;p36"/>
          <p:cNvSpPr txBox="1"/>
          <p:nvPr/>
        </p:nvSpPr>
        <p:spPr>
          <a:xfrm>
            <a:off x="762000" y="1184875"/>
            <a:ext cx="79533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Elements of Design and Color Usage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8" name="Google Shape;37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3025" y="3171776"/>
            <a:ext cx="5987425" cy="15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6"/>
          <p:cNvSpPr txBox="1"/>
          <p:nvPr/>
        </p:nvSpPr>
        <p:spPr>
          <a:xfrm>
            <a:off x="674125" y="4615275"/>
            <a:ext cx="850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[Credit: </a:t>
            </a:r>
            <a:r>
              <a:rPr lang="en-GB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https://www.fusioncharts.com/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Numerical Data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85" name="Google Shape;385;p3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Choose the appropriate visualization technique based on the nature of the data and the insights you want to convey.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Ensure clear labeling of axes, titles, and legends to provide context and aid interpretation.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Use appropriate scales and axes ranges to avoid distorting the data or misleading the viewer.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Apply color and visual cues thoughtfully to highlight patterns, trends, or specific data points.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Consider adding interactivity, such as zooming or filtering, to allow users to explore the data in more detail.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86" name="Google Shape;38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8" name="Google Shape;388;p37"/>
          <p:cNvSpPr txBox="1"/>
          <p:nvPr/>
        </p:nvSpPr>
        <p:spPr>
          <a:xfrm>
            <a:off x="762000" y="1184875"/>
            <a:ext cx="79533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Practices for Visualizing Numerical Data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94" name="Google Shape;394;p3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Techniques for Numerical Data:</a:t>
            </a:r>
            <a:endParaRPr sz="1800">
              <a:solidFill>
                <a:srgbClr val="000000"/>
              </a:solidFill>
            </a:endParaRPr>
          </a:p>
          <a:p>
            <a:pPr indent="0" lvl="0" marL="34290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   - Learn diverse visualization techniques.</a:t>
            </a:r>
            <a:endParaRPr sz="1800">
              <a:solidFill>
                <a:srgbClr val="000000"/>
              </a:solidFill>
            </a:endParaRPr>
          </a:p>
          <a:p>
            <a:pPr indent="0" lvl="0" marL="34290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   - Examples include line charts, bar charts, scatter plots, etc.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95" name="Google Shape;39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97" name="Google Shape;397;p38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38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 of Numerical Data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