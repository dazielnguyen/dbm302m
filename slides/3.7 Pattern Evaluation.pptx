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Tahom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Tahoma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Tahoma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802569102_1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5802569102_1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9c6b03c85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39c6b03c85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5802569102_1_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5802569102_1_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5802569102_1_2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25802569102_1_2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5802569102_1_3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5802569102_1_3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802569102_1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5802569102_1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802569102_1_5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5802569102_1_5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802569102_1_6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5802569102_1_6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3ba531951f_1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3ba531951f_1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3ba531951f_1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3ba531951f_1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3ba531951f_1_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23ba531951f_1_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3ba531951f_1_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23ba531951f_1_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3ba531951f_1_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23ba531951f_1_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3ba531951f_1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23ba531951f_1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3ba531951f_1_4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23ba531951f_1_4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3ba531951f_1_5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23ba531951f_1_5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3ba531951f_1_6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23ba531951f_1_6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8a123063f0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28a123063f0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Importance of evaluating and measuring the quality of discovered patterns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Metrics and measures for pattern evaluation, such as support, confidence, and lift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Considerations for assessing pattern significance and usefulness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 evaluation plays a critical role in determining the significance and value of discovered patterns.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helps in identifying patterns that are relevant, interesting, and actionable.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Pattern Evaluation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Pattern-mining will generate a large set of patterns/rules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Not all the generated patterns/rules are interesting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Interestingness measures: Objective vs. subjective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Objective interestingness measures  </a:t>
            </a:r>
            <a:endParaRPr sz="1800">
              <a:solidFill>
                <a:srgbClr val="1F1F1F"/>
              </a:solidFill>
            </a:endParaRPr>
          </a:p>
          <a:p>
            <a: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Support, confidence, correlation, …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Subjective interestingness measures: One man’s trash could be another man’s treasure  </a:t>
            </a:r>
            <a:endParaRPr sz="1800">
              <a:solidFill>
                <a:srgbClr val="1F1F1F"/>
              </a:solidFill>
            </a:endParaRPr>
          </a:p>
          <a:p>
            <a: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Query-based: Relevant to a user’s particular request  - Against one’s knowledge-base: unexpected, freshness, timeliness  - Visualization tools: Multi-dimensional, interactive examination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Pattern Evaluation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Support and confidence are commonly used measures for pattern evaluation.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However, they have limitations that can impact pattern assessment: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Lack of specificity: Support and confidence measures do not capture the uniqueness or distinctiveness of patterns.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Ignoring context: They do not consider the background knowledge or domain-specific context.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Example: Suppose one school may have the following statistics on # of students who may play basketball and/or eat cereal: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Support and Confidence Framework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00" y="4076700"/>
            <a:ext cx="81534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9" name="Google Shape;279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Interestingness measures provide additional insights into the quality and interestingness of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Some interestingness measures that address the limitations of support and confidence include: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Lift: Measures the degree of association between items and evaluates the pattern's interestingness.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χ² (Chi-Square): Assesses the statistical significance and dependence between items in a pattern.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Interestingness Measures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8" name="Google Shape;288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Lift quantifies the strength of association between items and evaluates the pattern's interestingness.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Formula: Lift(A-&gt;B) = (support(A ∪ B) / (support(A) * support(B)))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Lift &gt; 1 indicates a positive association, suggesting a meaningful relationship between A and B.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Lift = 1 suggests independence, indicating that the items occur together by chance.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Lift &lt; 1 implies a negative association, indicating that the items occur together less often than expected.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Lift Measure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χ (Chi-Square) evaluates the statistical significance and dependence between items in a pattern.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Formula: χ² = N * (ad - bc)² / ((a + c) * (b + d) * (a + b) * (c + d))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a: Support of A and B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b: Support of B without A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c: Support of A without B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d: Remaining transactions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N: Total number of transactions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Higher χ² values indicate stronger dependence between items.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Lower χ² values suggest weaker or independent relationships.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χ (Chi-Square) Measure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6" name="Google Shape;306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Capture Uniqueness: Interestingness measures consider the distinctiveness and significance of patterns beyond support and confidence.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Contextual Understanding: They incorporate domain-specific context and background knowledge, providing a better understanding of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Prioritization: Interestingness measures help prioritize patterns that are most informative and actionable.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Interestingness Measures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5" name="Google Shape;315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Subjectivity: Setting appropriate thresholds for interestingness measures can be subjective and dependent on the specific context.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Domain Expertise: Incorporating domain knowledge and expert judgment is crucial for meaningful pattern evaluation.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Complementary Measures: Considering multiple interestingness measures can provide a more comprehensive evaluation of pattern quality.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61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and Considerations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4" name="Google Shape;324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Null invariance measures evaluate the interestingness of patterns while considering the null hypothesis of independence.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measures provide a comparison against the expected occurrence of patterns by chance.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Null Invariance Measures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pic>
        <p:nvPicPr>
          <p:cNvPr id="333" name="Google Shape;33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762000" y="1184875"/>
            <a:ext cx="594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Interestingness Measures &amp; Null-Invariance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6" name="Google Shape;33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538" y="1745450"/>
            <a:ext cx="8086725" cy="30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2" name="Google Shape;342;p3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Some widely used null invariant measures include: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Expected Confidence (EC): Measures the ratio of observed confidence to expected confidence under independence.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Index: Calculates the intersection over the union of itemsets, considering both presence and absence of items.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Kulczynski Measure: Computes the average of the conditional probabilities of items in the pattern.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Null Invariant Measures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1" name="Google Shape;351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EC measures the ratio of observed confidence to expected confidence under independence.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Formula: EC(A-&gt;B) = confidence(A-&gt;B) / support(B)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EC &gt; 1 indicates a positive association between A and B, exceeding what is expected under independence.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EC = 1 suggests no association or independence between A and B.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EC &lt; 1 implies a negative association or an association weaker than expected under independence.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Confidence (EC) Measure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0" name="Google Shape;360;p3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Jaccard Index measures the similarity between two sets by calculating the intersection over the union.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Formula: J(A, B) = |A ∩ B| / |A ∪ B|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Index values closer to 1 indicate a higher similarity or association between A and B.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Values closer to 0 indicate dissimilarity or independence between A and B.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Jaccard Index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9" name="Google Shape;369;p3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Kulczynski Measure calculates the average of the conditional probabilities of items in the pattern.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Formula: Kulczynski(A-&gt;B) = (P(A|B) + P(B|A)) / 2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Higher Kulczynski Measure values indicate a higher association or dependency between A and B.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Lower values suggest weaker or independent relationships.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0" name="Google Shape;37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Kulczynski Measure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8" name="Google Shape;378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choice of null invariant measure depends on the specific context and requirements.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Lift and χ² focus on association strength and statistical significance.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EC, Jaccard Index, and Kulczynski Measure provide different perspectives on the association and dependence between items.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is recommended to consider multiple measures to gain a comprehensive evaluation of pattern interestingness.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9" name="Google Shape;3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1" name="Google Shape;381;p38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Null Invariant Measures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7" name="Google Shape;387;p3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Which pairs of authors are strongly related?  Use Kulc to find Advisor-advisee, close collaborators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8" name="Google Shape;38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0" name="Google Shape;390;p39"/>
          <p:cNvSpPr txBox="1"/>
          <p:nvPr/>
        </p:nvSpPr>
        <p:spPr>
          <a:xfrm>
            <a:off x="762000" y="1184875"/>
            <a:ext cx="60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Analysis of DBLP Coauthor Relationships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1" name="Google Shape;39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525" y="2411625"/>
            <a:ext cx="7361442" cy="25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Pattern Evaluation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97" name="Google Shape;397;p4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Contextual Relevance: Understand the domain context and relevance of patterns for effective evaluation.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Subjectivity: Pattern evaluation involves setting thresholds and interpreting measures, which can be subjective.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Iterative Process: Pattern evaluation is an iterative process that may involve refining thresholds, incorporating feedback, and adjusting measures.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8" name="Google Shape;39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0" name="Google Shape;400;p40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 for Pattern Evaluation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06" name="Google Shape;406;p4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Pattern evaluation: Assessing quality and significance.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Metrics: Support, confidence, lift, etc.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Significance: Distinguishing meaningful patterns.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Consideration: Measure selection and domain knowledge.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407" name="Google Shape;40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9" name="Google Shape;409;p41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41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Evaluation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