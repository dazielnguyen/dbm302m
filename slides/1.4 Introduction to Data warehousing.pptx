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Tahom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a069dcfde_0_8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3a069dcfde_0_8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a069dcfde_0_9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a069dcfde_0_9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c89ed125d_0_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4c89ed125d_0_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4c89ed125d_0_1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4c89ed125d_0_1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c89ed125d_0_2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4c89ed125d_0_2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a0becab7d_0_2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3a0becab7d_0_2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4c89ed125d_0_3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4c89ed125d_0_3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4c89ed125d_0_4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4c89ed125d_0_4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4c89ed125d_0_5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4c89ed125d_0_5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4c89ed125d_0_6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4c89ed125d_0_6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4c89ed125d_0_7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4c89ed125d_0_7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4c89ed125d_0_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4c89ed125d_0_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4c89ed125d_0_9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24c89ed125d_0_9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c89ed125d_0_10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24c89ed125d_0_10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4c89ed125d_0_11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24c89ed125d_0_11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c73258b94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24c73258b94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Definition of Data Warehousing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Significance in Data Management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Warehouse, Cube, OLAP, and Architecture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warehouses are central repositories for large volumes of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provide historical data for decision support and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warehousing plays a crucial role in facilitating data-driven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Concept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Components of a data warehouse include data sources, ETL processes, the data warehouse itself, and OLAP cubes.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Each component has a specific role in the data warehousing ecosystem.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Together, these components enable efficient data storage, transformation, and analysis.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Components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stands for Online Analytical Processing.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systems enable multidimensional analysis of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Types of OLAP include MOLAP, ROLAP, and HOLAP.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is instrumental in supporting complex data analysis tasks.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OLAP (Online Analytical Processing)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warehouse architecture consists of three key layers: data sources, the data warehouse itself, and the front-end reporting and analysis tools.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Each layer serves a distinct purpose in the data warehousing process.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This architecture facilitates data extraction, transformation, loading, and user access.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Architecture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Architecture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3725" y="1646575"/>
            <a:ext cx="4931181" cy="33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6" name="Google Shape;296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sources refer to the origin of data for a data warehouse.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Examples include databases, files, external sources, and more.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extraction is the process of collecting and transferring data from these sources to the data warehouse.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5" name="Google Shape;305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ETL stands for Extract, Transform, Load.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ETL processes are vital for data warehousing, involving data extraction, transformation, and loading into the data warehouse.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Ensuring data quality is a crucial aspect of the ETL process.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ETL Process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4" name="Google Shape;314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data warehouse design is essential for optimal performance.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considerations include choosing between star and snowflake schemas and defining dimension and fact tables.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well-designed data warehouse enhances data retrieval and analysis.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Design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3" name="Google Shape;323;p32"/>
          <p:cNvSpPr txBox="1"/>
          <p:nvPr>
            <p:ph idx="1" type="body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loading is the process of inserting data into the data warehouse.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involves scheduling, automation, and monitoring to keep data up-to-date.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Incremental loading is a common practice to update only new or changed data efficiently.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Loading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2" name="Google Shape;332;p33"/>
          <p:cNvSpPr txBox="1"/>
          <p:nvPr>
            <p:ph idx="1" type="body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Cubes are multidimensional data structures.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allow for efficient data aggregation and slicing for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Cubes are a fundamental component of OLAP systems for complex data exploration and reporting.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OLAP Cubes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1" name="Google Shape;341;p34"/>
          <p:cNvSpPr txBox="1"/>
          <p:nvPr>
            <p:ph idx="1" type="body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Querying data warehouses is a crucial step for extracting insights.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SQL and OLAP queries are commonly used to retrieve specific information.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Speed and efficiency in querying are vital for timely decision-making.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Querying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0" name="Google Shape;350;p35"/>
          <p:cNvSpPr txBox="1"/>
          <p:nvPr>
            <p:ph idx="1" type="body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security is paramount in a data warehouse environment.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Role-Based Access Control (RBAC) is often used to manage user permissions.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Encryption and compliance measures are essential for protecting sensitive data.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Security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9" name="Google Shape;359;p36"/>
          <p:cNvSpPr txBox="1"/>
          <p:nvPr>
            <p:ph idx="1" type="body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Regular maintenance tasks are necessary to keep a data warehouse running smoothly.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tasks include backup and recovery procedures.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Performance tuning is essential for optimizing data retrieval and analysis processes.</a:t>
            </a:r>
            <a:r>
              <a:rPr lang="en-GB" sz="1800">
                <a:solidFill>
                  <a:srgbClr val="1F1F1F"/>
                </a:solidFill>
              </a:rPr>
              <a:t>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0" name="Google Shape;36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Maintenance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8" name="Google Shape;368;p37"/>
          <p:cNvSpPr txBox="1"/>
          <p:nvPr>
            <p:ph idx="1" type="body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warehousing offers numerous advantages, including: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Improved Decision-Making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Centralized Data Storage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Historical Data Analysis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Enhanced Reporting and Analytics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benefits make data warehousing essential for organizations' data-driven strategies.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Data Warehousing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7" name="Google Shape;377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Data warehousing centralizes data for analysis.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Components include ETL, data sources, cubes, and architecture.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OLAP enables multidimensional analysis.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Data warehousing enhances decision-making and reporting.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Security, maintenance, and data quality are vital.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It plays a crucial role in data-driven strategies.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