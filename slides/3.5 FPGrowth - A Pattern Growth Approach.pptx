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  <p:sldMasterId id="21474836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Tahoma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ahoma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font" Target="fonts/Tahoma-regular.fntdata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582b55a4a5_0_6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2eeef01be2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2eeef01be2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2eeef01be2_0_1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22eeef01be2_0_1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eeef01be2_0_2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22eeef01be2_0_2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2eeef01be2_0_3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22eeef01be2_0_3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99bece65c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2399bece65c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2eeef01be2_0_4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22eeef01be2_0_4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2eeef01be2_0_5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22eeef01be2_0_5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2eeef01be2_0_6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22eeef01be2_0_6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4c7021ef8d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24c7021ef8d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9" name="Google Shape;129;p15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0" name="Google Shape;220;p20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1" name="Google Shape;221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24" name="Google Shape;124;p14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8" name="Google Shape;188;p16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95" name="Google Shape;195;p16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3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Pattern Discovery in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FPGrowth - A Pattern Growth Approach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2" name="Google Shape;242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Introduction to the FPGrowth algorithm for frequent pattern mining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How FPGrowth utilizes a tree-based data structure (FP-tree) for efficient pattern discovery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Comparison of FPGrowth with the Apriori algorithm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FPGrowth - A Pattern Growth Approach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1" name="Google Shape;251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FPGrowth is a popular algorithm for mining frequent patterns in transactional datasets.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adopts a pattern growth strategy, which avoids the need for candidate generation like the Apriori algorithm.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FPGrowth uses a compact data structure called an FP-tree for efficient pattern discovery.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FPGrowth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FPGrowth - A Pattern Growth Approach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0" name="Google Shape;260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FP-tree (Frequent Pattern tree) is a compact and efficient data structure used by FPGrowth.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represents the transactional dataset in a tree-like structure that captures itemset relationships.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FP-Tree: Compact Data Structure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FPGrowth - A Pattern Growth Approach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9" name="Google Shape;269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Step 1: Constructing the Header Table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Scan the dataset to count the support of each item and build a header table.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 header table stores item support counts and pointers to the nodes in the FP-tree.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Step 2: Building the FP-Tree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Scan the dataset again, processing transactions one by one.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For each transaction, add items to the FP-tree while maintaining the item order and support count.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Building the FP-Tree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FPGrowth - A Pattern Growth Approach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8" name="Google Shape;278;p2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Recursive Mining: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Perform a depth-first traversal of the FP-tree to mine frequent patterns.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Each path in the FP-tree represents a frequent pattern.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Conditional Pattern Base and Conditional FP-Tree: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Extract conditional pattern bases for each frequent item in the FP-tree.	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Construct a conditional FP-tree for each frequent item using its corresponding conditional pattern base.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Recursive Tree Growth: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Recursively apply the FPGrowth algorithm to each conditional FP-tree.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Generate frequent patterns by appending the frequent item to each path in the conditional FP-tree.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9" name="Google Shape;2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Mining Frequent Patterns with FPGrowth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FPGrowth - A Pattern Growth Approach</a:t>
            </a:r>
            <a:endParaRPr sz="3600"/>
          </a:p>
        </p:txBody>
      </p:sp>
      <p:pic>
        <p:nvPicPr>
          <p:cNvPr id="287" name="Google Shape;28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762000" y="1184875"/>
            <a:ext cx="684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Construct FP-tree from a Transational DB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0" name="Google Shape;29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675" y="1745450"/>
            <a:ext cx="6898309" cy="328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FPGrowth - A Pattern Growth Approach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96" name="Google Shape;296;p2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Efficient Pattern Mining: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FPGrowth eliminates the need for candidate generation, reducing computational overhead.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It leverages the FP-tree structure to expedite frequent pattern discovery.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Handling High-Dimensional Data: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FPGrowth efficiently handles datasets with a large number of items and high-dimensional itemsets.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It is particularly effective for mining complex patterns in such datasets.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97" name="Google Shape;29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9" name="Google Shape;299;p29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FPGrowth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FPGrowth - A Pattern Growth Approach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05" name="Google Shape;305;p3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FPGrowth vs. Apriori: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FPGrowth does not generate candidate itemsets, unlike the Apriori algorithm.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It uses the FP-tree structure, whereas Apriori uses an itemset lattice.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FPGrowth often outperforms Apriori in terms of efficiency and scalability.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6" name="Google Shape;30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8" name="Google Shape;308;p30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with Apriori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FPGrowth - A Pattern Growth Approach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14" name="Google Shape;314;p31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FPGrowth has various applications, including: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Market basket analysis for identifying frequently co-occurring items.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DNA sequence analysis in bioinformatics.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Intrusion detection in cybersecurity.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Recommender systems for personalized recommendations.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5" name="Google Shape;31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7" name="Google Shape;317;p31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and Use Cases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23" name="Google Shape;323;p3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FP-Growth: Efficient frequent itemset mining.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Steps: Build FP-tree, mine itemsets recursively.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Advantages: Reduced scans, suited for large data.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Consideration: Memory usage varies.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324" name="Google Shape;32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6" name="Google Shape;326;p32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32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FP-Growth Algorithm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