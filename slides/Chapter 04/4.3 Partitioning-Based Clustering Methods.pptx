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6" r:id="rId4"/>
    <p:sldMasterId id="2147483667" r:id="rId5"/>
    <p:sldMasterId id="2147483668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y="5143500" cx="9144000"/>
  <p:notesSz cx="6858000" cy="9144000"/>
  <p:embeddedFontLst>
    <p:embeddedFont>
      <p:font typeface="Tahoma"/>
      <p:regular r:id="rId40"/>
      <p:bold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Tahoma-regular.fntdata"/><Relationship Id="rId20" Type="http://schemas.openxmlformats.org/officeDocument/2006/relationships/slide" Target="slides/slide13.xml"/><Relationship Id="rId41" Type="http://schemas.openxmlformats.org/officeDocument/2006/relationships/font" Target="fonts/Tahoma-bold.fntdata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37" Type="http://schemas.openxmlformats.org/officeDocument/2006/relationships/slide" Target="slides/slide30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39" Type="http://schemas.openxmlformats.org/officeDocument/2006/relationships/slide" Target="slides/slide32.xml"/><Relationship Id="rId16" Type="http://schemas.openxmlformats.org/officeDocument/2006/relationships/slide" Target="slides/slide9.xml"/><Relationship Id="rId38" Type="http://schemas.openxmlformats.org/officeDocument/2006/relationships/slide" Target="slides/slide31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82b55a4a5_0_419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2" name="Google Shape;232;g2582b55a4a5_0_419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550" lIns="91100" spcFirstLastPara="1" rIns="91100" wrap="square" tIns="455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g2582b55a4a5_0_419:notes"/>
          <p:cNvSpPr txBox="1"/>
          <p:nvPr/>
        </p:nvSpPr>
        <p:spPr>
          <a:xfrm>
            <a:off x="3886696" y="8686800"/>
            <a:ext cx="297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550" lIns="91100" spcFirstLastPara="1" rIns="91100" wrap="square" tIns="4555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None/>
            </a:pPr>
            <a:fld id="{00000000-1234-1234-1234-123412341234}" type="slidenum">
              <a:rPr b="0" i="0" lang="en-GB" sz="1200" u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 sz="13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582b55a4a5_0_628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g2582b55a4a5_0_628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239ee772909_0_183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g239ee772909_0_183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60097b4837_0_8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g260097b4837_0_8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3b9f24bfca_0_1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g23b9f24bfca_0_1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260097b4837_0_16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g260097b4837_0_16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23b9f24bfca_0_11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g23b9f24bfca_0_11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3b9f24bfca_0_21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g23b9f24bfca_0_21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23b9f24bfca_0_29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g23b9f24bfca_0_29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23b9f24bfca_0_39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g23b9f24bfca_0_39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3b9f24bfca_0_50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g23b9f24bfca_0_50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260097b4837_0_24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g260097b4837_0_24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23b9f24bfca_0_65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g23b9f24bfca_0_65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23b9f24bfca_0_73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23b9f24bfca_0_73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23b9f24bfca_0_83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g23b9f24bfca_0_83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23b9f24bfca_0_93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g23b9f24bfca_0_93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260097b4837_0_32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g260097b4837_0_32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3b9f24bfca_0_101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g23b9f24bfca_0_101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23b9f24bfca_0_111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g23b9f24bfca_0_111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9f24bfca_0_120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g23b9f24bfca_0_120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23b9f24bfca_0_130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g23b9f24bfca_0_130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260097b4837_0_40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g260097b4837_0_40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9f24bfca_0_138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0" name="Google Shape;430;g23b9f24bfca_0_138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23b9f24bfca_0_148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g23b9f24bfca_0_148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23b9f24bfca_0_165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2" name="Google Shape;452;g23b9f24bfca_0_165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23b9f24bfca_0_179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g23b9f24bfca_0_179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g23b9f24bfca_0_203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4" name="Google Shape;474;g23b9f24bfca_0_203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260097b4837_0_48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g260097b4837_0_48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260097b4837_0_56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g260097b4837_0_56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260097b4837_0_64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4" name="Google Shape;504;g260097b4837_0_64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260097b4837_0_72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g260097b4837_0_72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24c74566950_0_0:notes"/>
          <p:cNvSpPr txBox="1"/>
          <p:nvPr>
            <p:ph idx="1" type="body"/>
          </p:nvPr>
        </p:nvSpPr>
        <p:spPr>
          <a:xfrm>
            <a:off x="913903" y="4343400"/>
            <a:ext cx="5030100" cy="411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g24c74566950_0_0:notes"/>
          <p:cNvSpPr/>
          <p:nvPr>
            <p:ph idx="2" type="sldImg"/>
          </p:nvPr>
        </p:nvSpPr>
        <p:spPr>
          <a:xfrm>
            <a:off x="429100" y="687314"/>
            <a:ext cx="6001500" cy="3427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 and Chart" type="txAndChart">
  <p:cSld name="TEXT_AND_CHAR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7180" lvl="0" marL="457200" rtl="0" algn="l">
              <a:spcBef>
                <a:spcPts val="360"/>
              </a:spcBef>
              <a:spcAft>
                <a:spcPts val="0"/>
              </a:spcAft>
              <a:buSzPts val="1080"/>
              <a:buChar char="●"/>
              <a:defRPr/>
            </a:lvl1pPr>
            <a:lvl2pPr indent="-297180" lvl="1" marL="914400" rtl="0" algn="l">
              <a:spcBef>
                <a:spcPts val="360"/>
              </a:spcBef>
              <a:spcAft>
                <a:spcPts val="0"/>
              </a:spcAft>
              <a:buSzPts val="1080"/>
              <a:buChar char="○"/>
              <a:defRPr/>
            </a:lvl2pPr>
            <a:lvl3pPr indent="-337185" lvl="2" marL="1371600" rtl="0" algn="l">
              <a:spcBef>
                <a:spcPts val="360"/>
              </a:spcBef>
              <a:spcAft>
                <a:spcPts val="0"/>
              </a:spcAft>
              <a:buSzPts val="1710"/>
              <a:buChar char="■"/>
              <a:defRPr/>
            </a:lvl3pPr>
            <a:lvl4pPr indent="-302894" lvl="3" marL="1828800" rtl="0" algn="l">
              <a:spcBef>
                <a:spcPts val="360"/>
              </a:spcBef>
              <a:spcAft>
                <a:spcPts val="0"/>
              </a:spcAft>
              <a:buSzPts val="1170"/>
              <a:buChar char="●"/>
              <a:defRPr/>
            </a:lvl4pPr>
            <a:lvl5pPr indent="-297179" lvl="4" marL="2286000" rtl="0" algn="l">
              <a:spcBef>
                <a:spcPts val="360"/>
              </a:spcBef>
              <a:spcAft>
                <a:spcPts val="0"/>
              </a:spcAft>
              <a:buSzPts val="1080"/>
              <a:buChar char="○"/>
              <a:defRPr/>
            </a:lvl5pPr>
            <a:lvl6pPr indent="-297179" lvl="5" marL="27432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indent="-297179" lvl="6" marL="3200400" rtl="0" algn="l">
              <a:spcBef>
                <a:spcPts val="360"/>
              </a:spcBef>
              <a:spcAft>
                <a:spcPts val="0"/>
              </a:spcAft>
              <a:buSzPts val="1080"/>
              <a:buChar char="●"/>
              <a:defRPr/>
            </a:lvl7pPr>
            <a:lvl8pPr indent="-297179" lvl="7" marL="3657600" rtl="0" algn="l">
              <a:spcBef>
                <a:spcPts val="360"/>
              </a:spcBef>
              <a:spcAft>
                <a:spcPts val="0"/>
              </a:spcAft>
              <a:buSzPts val="1080"/>
              <a:buChar char="○"/>
              <a:defRPr/>
            </a:lvl8pPr>
            <a:lvl9pPr indent="-297179" lvl="8" marL="41148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/>
        </p:txBody>
      </p:sp>
      <p:sp>
        <p:nvSpPr>
          <p:cNvPr id="53" name="Google Shape;53;p13"/>
          <p:cNvSpPr/>
          <p:nvPr>
            <p:ph idx="2" type="chart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b="0" i="0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b="0" i="0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l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3"/>
          <p:cNvSpPr txBox="1"/>
          <p:nvPr>
            <p:ph idx="11" type="ftr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3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0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5"/>
          <p:cNvSpPr txBox="1"/>
          <p:nvPr>
            <p:ph type="ctrTitle"/>
          </p:nvPr>
        </p:nvSpPr>
        <p:spPr>
          <a:xfrm>
            <a:off x="990600" y="131445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descr="Rectangle: Click to edit Master text styles&#10;Second level&#10;Third level&#10;Fourth level&#10;Fifth level" id="129" name="Google Shape;129;p15"/>
          <p:cNvSpPr txBox="1"/>
          <p:nvPr>
            <p:ph idx="1" type="subTitle"/>
          </p:nvPr>
        </p:nvSpPr>
        <p:spPr>
          <a:xfrm>
            <a:off x="990600" y="2482453"/>
            <a:ext cx="6400800" cy="131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rtl="0" algn="l">
              <a:spcBef>
                <a:spcPts val="640"/>
              </a:spcBef>
              <a:spcAft>
                <a:spcPts val="0"/>
              </a:spcAft>
              <a:buSzPts val="1920"/>
              <a:buFont typeface="Noto Sans Symbols"/>
              <a:buNone/>
              <a:defRPr/>
            </a:lvl1pPr>
            <a:lvl2pPr lvl="1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lvl="2" rtl="0" algn="l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lvl="3" rtl="0" algn="l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lvl="4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lvl="5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lvl="6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lvl="7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lvl="8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/>
        </p:txBody>
      </p:sp>
      <p:sp>
        <p:nvSpPr>
          <p:cNvPr id="130" name="Google Shape;130;p15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31" name="Google Shape;131;p15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 and Chart" type="txAndChart">
  <p:cSld name="TEXT_AND_CHART"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7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p17"/>
          <p:cNvSpPr txBox="1"/>
          <p:nvPr>
            <p:ph idx="1" type="body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7180" lvl="0" marL="457200" rtl="0" algn="l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indent="-297180" lvl="1" marL="914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indent="-337185" lvl="2" marL="1371600" rtl="0" algn="l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indent="-302894" lvl="3" marL="1828800" rtl="0" algn="l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indent="-297179" lvl="4" marL="22860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indent="-297179" lvl="5" marL="27432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indent="-297179" lvl="6" marL="3200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indent="-297179" lvl="7" marL="36576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indent="-297179" lvl="8" marL="41148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/>
        </p:txBody>
      </p:sp>
      <p:sp>
        <p:nvSpPr>
          <p:cNvPr id="202" name="Google Shape;202;p17"/>
          <p:cNvSpPr/>
          <p:nvPr>
            <p:ph idx="2" type="chart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b="0" i="0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b="0" i="0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l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203" name="Google Shape;203;p17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4" name="Google Shape;204;p17"/>
          <p:cNvSpPr txBox="1"/>
          <p:nvPr>
            <p:ph idx="11" type="ftr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5" name="Google Shape;205;p17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8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8" name="Google Shape;208;p18"/>
          <p:cNvSpPr txBox="1"/>
          <p:nvPr>
            <p:ph idx="1" type="body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7180" lvl="0" marL="457200" rtl="0" algn="l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indent="-297180" lvl="1" marL="914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indent="-337185" lvl="2" marL="1371600" rtl="0" algn="l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indent="-302894" lvl="3" marL="1828800" rtl="0" algn="l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indent="-297179" lvl="4" marL="22860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indent="-297179" lvl="5" marL="27432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indent="-297179" lvl="6" marL="3200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indent="-297179" lvl="7" marL="36576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indent="-297179" lvl="8" marL="41148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/>
        </p:txBody>
      </p:sp>
      <p:sp>
        <p:nvSpPr>
          <p:cNvPr id="209" name="Google Shape;209;p18"/>
          <p:cNvSpPr txBox="1"/>
          <p:nvPr>
            <p:ph idx="2" type="body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7180" lvl="0" marL="457200" rtl="0" algn="l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indent="-297180" lvl="1" marL="914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indent="-337185" lvl="2" marL="1371600" rtl="0" algn="l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indent="-302894" lvl="3" marL="1828800" rtl="0" algn="l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indent="-297179" lvl="4" marL="22860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indent="-297179" lvl="5" marL="27432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indent="-297179" lvl="6" marL="3200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indent="-297179" lvl="7" marL="36576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indent="-297179" lvl="8" marL="41148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/>
        </p:txBody>
      </p:sp>
      <p:sp>
        <p:nvSpPr>
          <p:cNvPr id="210" name="Google Shape;210;p18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1" name="Google Shape;211;p18"/>
          <p:cNvSpPr txBox="1"/>
          <p:nvPr>
            <p:ph idx="11" type="ftr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2" name="Google Shape;212;p18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5" name="Google Shape;215;p19"/>
          <p:cNvSpPr txBox="1"/>
          <p:nvPr>
            <p:ph idx="11" type="ftr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6" name="Google Shape;216;p19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9" name="Google Shape;219;p20"/>
          <p:cNvSpPr txBox="1"/>
          <p:nvPr>
            <p:ph idx="1" type="body"/>
          </p:nvPr>
        </p:nvSpPr>
        <p:spPr>
          <a:xfrm>
            <a:off x="8382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5280" lvl="0" marL="457200" rtl="0" algn="l">
              <a:spcBef>
                <a:spcPts val="560"/>
              </a:spcBef>
              <a:spcAft>
                <a:spcPts val="0"/>
              </a:spcAft>
              <a:buSzPts val="1680"/>
              <a:buChar char="❑"/>
              <a:defRPr sz="2800"/>
            </a:lvl1pPr>
            <a:lvl2pPr indent="-320040" lvl="1" marL="914400" rtl="0" algn="l">
              <a:spcBef>
                <a:spcPts val="480"/>
              </a:spcBef>
              <a:spcAft>
                <a:spcPts val="0"/>
              </a:spcAft>
              <a:buSzPts val="1440"/>
              <a:buChar char="■"/>
              <a:defRPr sz="2400"/>
            </a:lvl2pPr>
            <a:lvl3pPr indent="-349250" lvl="2" marL="1371600" rtl="0" algn="l">
              <a:spcBef>
                <a:spcPts val="400"/>
              </a:spcBef>
              <a:spcAft>
                <a:spcPts val="0"/>
              </a:spcAft>
              <a:buSzPts val="1900"/>
              <a:buChar char="⬥"/>
              <a:defRPr sz="2000"/>
            </a:lvl3pPr>
            <a:lvl4pPr indent="-302894" lvl="3" marL="1828800" rtl="0" algn="l">
              <a:spcBef>
                <a:spcPts val="360"/>
              </a:spcBef>
              <a:spcAft>
                <a:spcPts val="0"/>
              </a:spcAft>
              <a:buSzPts val="1170"/>
              <a:buChar char="■"/>
              <a:defRPr sz="1800"/>
            </a:lvl4pPr>
            <a:lvl5pPr indent="-297179" lvl="4" marL="22860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5pPr>
            <a:lvl6pPr indent="-297179" lvl="5" marL="27432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6pPr>
            <a:lvl7pPr indent="-297179" lvl="6" marL="3200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7pPr>
            <a:lvl8pPr indent="-297179" lvl="7" marL="36576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8pPr>
            <a:lvl9pPr indent="-297179" lvl="8" marL="41148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9pPr>
          </a:lstStyle>
          <a:p/>
        </p:txBody>
      </p:sp>
      <p:sp>
        <p:nvSpPr>
          <p:cNvPr id="220" name="Google Shape;220;p20"/>
          <p:cNvSpPr txBox="1"/>
          <p:nvPr>
            <p:ph idx="2" type="body"/>
          </p:nvPr>
        </p:nvSpPr>
        <p:spPr>
          <a:xfrm>
            <a:off x="4800600" y="1428750"/>
            <a:ext cx="38100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5280" lvl="0" marL="457200" rtl="0" algn="l">
              <a:spcBef>
                <a:spcPts val="560"/>
              </a:spcBef>
              <a:spcAft>
                <a:spcPts val="0"/>
              </a:spcAft>
              <a:buSzPts val="1680"/>
              <a:buChar char="❑"/>
              <a:defRPr sz="2800"/>
            </a:lvl1pPr>
            <a:lvl2pPr indent="-320040" lvl="1" marL="914400" rtl="0" algn="l">
              <a:spcBef>
                <a:spcPts val="480"/>
              </a:spcBef>
              <a:spcAft>
                <a:spcPts val="0"/>
              </a:spcAft>
              <a:buSzPts val="1440"/>
              <a:buChar char="■"/>
              <a:defRPr sz="2400"/>
            </a:lvl2pPr>
            <a:lvl3pPr indent="-349250" lvl="2" marL="1371600" rtl="0" algn="l">
              <a:spcBef>
                <a:spcPts val="400"/>
              </a:spcBef>
              <a:spcAft>
                <a:spcPts val="0"/>
              </a:spcAft>
              <a:buSzPts val="1900"/>
              <a:buChar char="⬥"/>
              <a:defRPr sz="2000"/>
            </a:lvl3pPr>
            <a:lvl4pPr indent="-302894" lvl="3" marL="1828800" rtl="0" algn="l">
              <a:spcBef>
                <a:spcPts val="360"/>
              </a:spcBef>
              <a:spcAft>
                <a:spcPts val="0"/>
              </a:spcAft>
              <a:buSzPts val="1170"/>
              <a:buChar char="■"/>
              <a:defRPr sz="1800"/>
            </a:lvl4pPr>
            <a:lvl5pPr indent="-297179" lvl="4" marL="22860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5pPr>
            <a:lvl6pPr indent="-297179" lvl="5" marL="27432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6pPr>
            <a:lvl7pPr indent="-297179" lvl="6" marL="3200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7pPr>
            <a:lvl8pPr indent="-297179" lvl="7" marL="36576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8pPr>
            <a:lvl9pPr indent="-297179" lvl="8" marL="41148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 sz="1800"/>
            </a:lvl9pPr>
          </a:lstStyle>
          <a:p/>
        </p:txBody>
      </p:sp>
      <p:sp>
        <p:nvSpPr>
          <p:cNvPr id="221" name="Google Shape;221;p20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2" name="Google Shape;222;p20"/>
          <p:cNvSpPr txBox="1"/>
          <p:nvPr>
            <p:ph idx="11" type="ftr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20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1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1"/>
          <p:cNvSpPr txBox="1"/>
          <p:nvPr>
            <p:ph idx="1" type="body"/>
          </p:nvPr>
        </p:nvSpPr>
        <p:spPr>
          <a:xfrm>
            <a:off x="838200" y="1428750"/>
            <a:ext cx="77724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7180" lvl="0" marL="457200" rtl="0" algn="l">
              <a:spcBef>
                <a:spcPts val="360"/>
              </a:spcBef>
              <a:spcAft>
                <a:spcPts val="0"/>
              </a:spcAft>
              <a:buSzPts val="1080"/>
              <a:buChar char="❑"/>
              <a:defRPr/>
            </a:lvl1pPr>
            <a:lvl2pPr indent="-297180" lvl="1" marL="914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2pPr>
            <a:lvl3pPr indent="-337185" lvl="2" marL="1371600" rtl="0" algn="l">
              <a:spcBef>
                <a:spcPts val="360"/>
              </a:spcBef>
              <a:spcAft>
                <a:spcPts val="0"/>
              </a:spcAft>
              <a:buSzPts val="1710"/>
              <a:buChar char="⬥"/>
              <a:defRPr/>
            </a:lvl3pPr>
            <a:lvl4pPr indent="-302894" lvl="3" marL="1828800" rtl="0" algn="l">
              <a:spcBef>
                <a:spcPts val="360"/>
              </a:spcBef>
              <a:spcAft>
                <a:spcPts val="0"/>
              </a:spcAft>
              <a:buSzPts val="1170"/>
              <a:buChar char="■"/>
              <a:defRPr/>
            </a:lvl4pPr>
            <a:lvl5pPr indent="-297179" lvl="4" marL="22860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5pPr>
            <a:lvl6pPr indent="-297179" lvl="5" marL="27432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6pPr>
            <a:lvl7pPr indent="-297179" lvl="6" marL="32004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7pPr>
            <a:lvl8pPr indent="-297179" lvl="7" marL="36576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8pPr>
            <a:lvl9pPr indent="-297179" lvl="8" marL="4114800" rtl="0" algn="l">
              <a:spcBef>
                <a:spcPts val="360"/>
              </a:spcBef>
              <a:spcAft>
                <a:spcPts val="0"/>
              </a:spcAft>
              <a:buSzPts val="1080"/>
              <a:buChar char="■"/>
              <a:defRPr/>
            </a:lvl9pPr>
          </a:lstStyle>
          <a:p/>
        </p:txBody>
      </p:sp>
      <p:sp>
        <p:nvSpPr>
          <p:cNvPr id="227" name="Google Shape;227;p21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8" name="Google Shape;228;p21"/>
          <p:cNvSpPr txBox="1"/>
          <p:nvPr>
            <p:ph idx="11" type="ftr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9" name="Google Shape;229;p21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theme" Target="../theme/theme4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p14"/>
          <p:cNvGrpSpPr/>
          <p:nvPr/>
        </p:nvGrpSpPr>
        <p:grpSpPr>
          <a:xfrm>
            <a:off x="-136525" y="0"/>
            <a:ext cx="9204325" cy="5029200"/>
            <a:chOff x="-86" y="0"/>
            <a:chExt cx="5798" cy="4224"/>
          </a:xfrm>
        </p:grpSpPr>
        <p:grpSp>
          <p:nvGrpSpPr>
            <p:cNvPr id="59" name="Google Shape;59;p14"/>
            <p:cNvGrpSpPr/>
            <p:nvPr/>
          </p:nvGrpSpPr>
          <p:grpSpPr>
            <a:xfrm>
              <a:off x="0" y="0"/>
              <a:ext cx="5712" cy="4224"/>
              <a:chOff x="0" y="0"/>
              <a:chExt cx="5712" cy="4224"/>
            </a:xfrm>
          </p:grpSpPr>
          <p:sp>
            <p:nvSpPr>
              <p:cNvPr id="60" name="Google Shape;60;p14"/>
              <p:cNvSpPr txBox="1"/>
              <p:nvPr/>
            </p:nvSpPr>
            <p:spPr>
              <a:xfrm>
                <a:off x="2112" y="0"/>
                <a:ext cx="3600" cy="0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240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  <p:grpSp>
            <p:nvGrpSpPr>
              <p:cNvPr id="61" name="Google Shape;61;p14"/>
              <p:cNvGrpSpPr/>
              <p:nvPr/>
            </p:nvGrpSpPr>
            <p:grpSpPr>
              <a:xfrm>
                <a:off x="0" y="0"/>
                <a:ext cx="5700" cy="4224"/>
                <a:chOff x="0" y="0"/>
                <a:chExt cx="5700" cy="4224"/>
              </a:xfrm>
            </p:grpSpPr>
            <p:cxnSp>
              <p:nvCxnSpPr>
                <p:cNvPr id="62" name="Google Shape;62;p14"/>
                <p:cNvCxnSpPr/>
                <p:nvPr/>
              </p:nvCxnSpPr>
              <p:spPr>
                <a:xfrm>
                  <a:off x="0" y="19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63" name="Google Shape;63;p14"/>
                <p:cNvCxnSpPr/>
                <p:nvPr/>
              </p:nvCxnSpPr>
              <p:spPr>
                <a:xfrm>
                  <a:off x="0" y="38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64" name="Google Shape;64;p14"/>
                <p:cNvCxnSpPr/>
                <p:nvPr/>
              </p:nvCxnSpPr>
              <p:spPr>
                <a:xfrm>
                  <a:off x="0" y="57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65" name="Google Shape;65;p14"/>
                <p:cNvCxnSpPr/>
                <p:nvPr/>
              </p:nvCxnSpPr>
              <p:spPr>
                <a:xfrm>
                  <a:off x="0" y="76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66" name="Google Shape;66;p14"/>
                <p:cNvCxnSpPr/>
                <p:nvPr/>
              </p:nvCxnSpPr>
              <p:spPr>
                <a:xfrm>
                  <a:off x="0" y="96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67" name="Google Shape;67;p14"/>
                <p:cNvCxnSpPr/>
                <p:nvPr/>
              </p:nvCxnSpPr>
              <p:spPr>
                <a:xfrm>
                  <a:off x="0" y="115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68" name="Google Shape;68;p14"/>
                <p:cNvCxnSpPr/>
                <p:nvPr/>
              </p:nvCxnSpPr>
              <p:spPr>
                <a:xfrm>
                  <a:off x="0" y="134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69" name="Google Shape;69;p14"/>
                <p:cNvCxnSpPr/>
                <p:nvPr/>
              </p:nvCxnSpPr>
              <p:spPr>
                <a:xfrm>
                  <a:off x="0" y="153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0" name="Google Shape;70;p14"/>
                <p:cNvCxnSpPr/>
                <p:nvPr/>
              </p:nvCxnSpPr>
              <p:spPr>
                <a:xfrm>
                  <a:off x="0" y="172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1" name="Google Shape;71;p14"/>
                <p:cNvCxnSpPr/>
                <p:nvPr/>
              </p:nvCxnSpPr>
              <p:spPr>
                <a:xfrm>
                  <a:off x="0" y="192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2" name="Google Shape;72;p14"/>
                <p:cNvCxnSpPr/>
                <p:nvPr/>
              </p:nvCxnSpPr>
              <p:spPr>
                <a:xfrm>
                  <a:off x="0" y="211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3" name="Google Shape;73;p14"/>
                <p:cNvCxnSpPr/>
                <p:nvPr/>
              </p:nvCxnSpPr>
              <p:spPr>
                <a:xfrm>
                  <a:off x="0" y="230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4" name="Google Shape;74;p14"/>
                <p:cNvCxnSpPr/>
                <p:nvPr/>
              </p:nvCxnSpPr>
              <p:spPr>
                <a:xfrm>
                  <a:off x="0" y="249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5" name="Google Shape;75;p14"/>
                <p:cNvCxnSpPr/>
                <p:nvPr/>
              </p:nvCxnSpPr>
              <p:spPr>
                <a:xfrm>
                  <a:off x="0" y="268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6" name="Google Shape;76;p14"/>
                <p:cNvCxnSpPr/>
                <p:nvPr/>
              </p:nvCxnSpPr>
              <p:spPr>
                <a:xfrm>
                  <a:off x="0" y="288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7" name="Google Shape;77;p14"/>
                <p:cNvCxnSpPr/>
                <p:nvPr/>
              </p:nvCxnSpPr>
              <p:spPr>
                <a:xfrm>
                  <a:off x="0" y="307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8" name="Google Shape;78;p14"/>
                <p:cNvCxnSpPr/>
                <p:nvPr/>
              </p:nvCxnSpPr>
              <p:spPr>
                <a:xfrm>
                  <a:off x="0" y="326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79" name="Google Shape;79;p14"/>
                <p:cNvCxnSpPr/>
                <p:nvPr/>
              </p:nvCxnSpPr>
              <p:spPr>
                <a:xfrm>
                  <a:off x="0" y="345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0" name="Google Shape;80;p14"/>
                <p:cNvCxnSpPr/>
                <p:nvPr/>
              </p:nvCxnSpPr>
              <p:spPr>
                <a:xfrm>
                  <a:off x="0" y="364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1" name="Google Shape;81;p14"/>
                <p:cNvCxnSpPr/>
                <p:nvPr/>
              </p:nvCxnSpPr>
              <p:spPr>
                <a:xfrm>
                  <a:off x="0" y="384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2" name="Google Shape;82;p14"/>
                <p:cNvCxnSpPr/>
                <p:nvPr/>
              </p:nvCxnSpPr>
              <p:spPr>
                <a:xfrm>
                  <a:off x="0" y="403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3" name="Google Shape;83;p14"/>
                <p:cNvCxnSpPr/>
                <p:nvPr/>
              </p:nvCxnSpPr>
              <p:spPr>
                <a:xfrm>
                  <a:off x="0" y="422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4" name="Google Shape;84;p14"/>
                <p:cNvCxnSpPr/>
                <p:nvPr/>
              </p:nvCxnSpPr>
              <p:spPr>
                <a:xfrm>
                  <a:off x="19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5" name="Google Shape;85;p14"/>
                <p:cNvCxnSpPr/>
                <p:nvPr/>
              </p:nvCxnSpPr>
              <p:spPr>
                <a:xfrm>
                  <a:off x="38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6" name="Google Shape;86;p14"/>
                <p:cNvCxnSpPr/>
                <p:nvPr/>
              </p:nvCxnSpPr>
              <p:spPr>
                <a:xfrm>
                  <a:off x="57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7" name="Google Shape;87;p14"/>
                <p:cNvCxnSpPr/>
                <p:nvPr/>
              </p:nvCxnSpPr>
              <p:spPr>
                <a:xfrm>
                  <a:off x="76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8" name="Google Shape;88;p14"/>
                <p:cNvCxnSpPr/>
                <p:nvPr/>
              </p:nvCxnSpPr>
              <p:spPr>
                <a:xfrm>
                  <a:off x="96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89" name="Google Shape;89;p14"/>
                <p:cNvCxnSpPr/>
                <p:nvPr/>
              </p:nvCxnSpPr>
              <p:spPr>
                <a:xfrm>
                  <a:off x="115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0" name="Google Shape;90;p14"/>
                <p:cNvCxnSpPr/>
                <p:nvPr/>
              </p:nvCxnSpPr>
              <p:spPr>
                <a:xfrm>
                  <a:off x="134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1" name="Google Shape;91;p14"/>
                <p:cNvCxnSpPr/>
                <p:nvPr/>
              </p:nvCxnSpPr>
              <p:spPr>
                <a:xfrm>
                  <a:off x="153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2" name="Google Shape;92;p14"/>
                <p:cNvCxnSpPr/>
                <p:nvPr/>
              </p:nvCxnSpPr>
              <p:spPr>
                <a:xfrm>
                  <a:off x="172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3" name="Google Shape;93;p14"/>
                <p:cNvCxnSpPr/>
                <p:nvPr/>
              </p:nvCxnSpPr>
              <p:spPr>
                <a:xfrm>
                  <a:off x="192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4" name="Google Shape;94;p14"/>
                <p:cNvCxnSpPr/>
                <p:nvPr/>
              </p:nvCxnSpPr>
              <p:spPr>
                <a:xfrm>
                  <a:off x="211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5" name="Google Shape;95;p14"/>
                <p:cNvCxnSpPr/>
                <p:nvPr/>
              </p:nvCxnSpPr>
              <p:spPr>
                <a:xfrm>
                  <a:off x="230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6" name="Google Shape;96;p14"/>
                <p:cNvCxnSpPr/>
                <p:nvPr/>
              </p:nvCxnSpPr>
              <p:spPr>
                <a:xfrm>
                  <a:off x="249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7" name="Google Shape;97;p14"/>
                <p:cNvCxnSpPr/>
                <p:nvPr/>
              </p:nvCxnSpPr>
              <p:spPr>
                <a:xfrm>
                  <a:off x="268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8" name="Google Shape;98;p14"/>
                <p:cNvCxnSpPr/>
                <p:nvPr/>
              </p:nvCxnSpPr>
              <p:spPr>
                <a:xfrm>
                  <a:off x="288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99" name="Google Shape;99;p14"/>
                <p:cNvCxnSpPr/>
                <p:nvPr/>
              </p:nvCxnSpPr>
              <p:spPr>
                <a:xfrm>
                  <a:off x="307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0" name="Google Shape;100;p14"/>
                <p:cNvCxnSpPr/>
                <p:nvPr/>
              </p:nvCxnSpPr>
              <p:spPr>
                <a:xfrm>
                  <a:off x="326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1" name="Google Shape;101;p14"/>
                <p:cNvCxnSpPr/>
                <p:nvPr/>
              </p:nvCxnSpPr>
              <p:spPr>
                <a:xfrm>
                  <a:off x="345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2" name="Google Shape;102;p14"/>
                <p:cNvCxnSpPr/>
                <p:nvPr/>
              </p:nvCxnSpPr>
              <p:spPr>
                <a:xfrm>
                  <a:off x="364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3" name="Google Shape;103;p14"/>
                <p:cNvCxnSpPr/>
                <p:nvPr/>
              </p:nvCxnSpPr>
              <p:spPr>
                <a:xfrm>
                  <a:off x="384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4" name="Google Shape;104;p14"/>
                <p:cNvCxnSpPr/>
                <p:nvPr/>
              </p:nvCxnSpPr>
              <p:spPr>
                <a:xfrm>
                  <a:off x="403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5" name="Google Shape;105;p14"/>
                <p:cNvCxnSpPr/>
                <p:nvPr/>
              </p:nvCxnSpPr>
              <p:spPr>
                <a:xfrm>
                  <a:off x="422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6" name="Google Shape;106;p14"/>
                <p:cNvCxnSpPr/>
                <p:nvPr/>
              </p:nvCxnSpPr>
              <p:spPr>
                <a:xfrm>
                  <a:off x="441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7" name="Google Shape;107;p14"/>
                <p:cNvCxnSpPr/>
                <p:nvPr/>
              </p:nvCxnSpPr>
              <p:spPr>
                <a:xfrm>
                  <a:off x="460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8" name="Google Shape;108;p14"/>
                <p:cNvCxnSpPr/>
                <p:nvPr/>
              </p:nvCxnSpPr>
              <p:spPr>
                <a:xfrm>
                  <a:off x="480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09" name="Google Shape;109;p14"/>
                <p:cNvCxnSpPr/>
                <p:nvPr/>
              </p:nvCxnSpPr>
              <p:spPr>
                <a:xfrm>
                  <a:off x="499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10" name="Google Shape;110;p14"/>
                <p:cNvCxnSpPr/>
                <p:nvPr/>
              </p:nvCxnSpPr>
              <p:spPr>
                <a:xfrm>
                  <a:off x="518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11" name="Google Shape;111;p14"/>
                <p:cNvCxnSpPr/>
                <p:nvPr/>
              </p:nvCxnSpPr>
              <p:spPr>
                <a:xfrm>
                  <a:off x="537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12" name="Google Shape;112;p14"/>
                <p:cNvCxnSpPr/>
                <p:nvPr/>
              </p:nvCxnSpPr>
              <p:spPr>
                <a:xfrm>
                  <a:off x="556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</p:grpSp>
          <p:cxnSp>
            <p:nvCxnSpPr>
              <p:cNvPr id="113" name="Google Shape;113;p14"/>
              <p:cNvCxnSpPr/>
              <p:nvPr/>
            </p:nvCxnSpPr>
            <p:spPr>
              <a:xfrm>
                <a:off x="5568" y="0"/>
                <a:ext cx="0" cy="15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</p:grpSp>
        <p:grpSp>
          <p:nvGrpSpPr>
            <p:cNvPr id="114" name="Google Shape;114;p14"/>
            <p:cNvGrpSpPr/>
            <p:nvPr/>
          </p:nvGrpSpPr>
          <p:grpSpPr>
            <a:xfrm>
              <a:off x="-86" y="559"/>
              <a:ext cx="4281" cy="1800"/>
              <a:chOff x="-86" y="559"/>
              <a:chExt cx="4281" cy="1800"/>
            </a:xfrm>
          </p:grpSpPr>
          <p:cxnSp>
            <p:nvCxnSpPr>
              <p:cNvPr id="115" name="Google Shape;115;p14"/>
              <p:cNvCxnSpPr/>
              <p:nvPr/>
            </p:nvCxnSpPr>
            <p:spPr>
              <a:xfrm>
                <a:off x="506" y="559"/>
                <a:ext cx="0" cy="18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  <p:cxnSp>
            <p:nvCxnSpPr>
              <p:cNvPr id="116" name="Google Shape;116;p14"/>
              <p:cNvCxnSpPr/>
              <p:nvPr/>
            </p:nvCxnSpPr>
            <p:spPr>
              <a:xfrm rot="10800000">
                <a:off x="-86" y="1925"/>
                <a:ext cx="33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  <p:cxnSp>
            <p:nvCxnSpPr>
              <p:cNvPr id="117" name="Google Shape;117;p14"/>
              <p:cNvCxnSpPr/>
              <p:nvPr/>
            </p:nvCxnSpPr>
            <p:spPr>
              <a:xfrm rot="10800000">
                <a:off x="295" y="939"/>
                <a:ext cx="39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  <p:sp>
            <p:nvSpPr>
              <p:cNvPr id="118" name="Google Shape;118;p14"/>
              <p:cNvSpPr/>
              <p:nvPr/>
            </p:nvSpPr>
            <p:spPr>
              <a:xfrm flipH="1" rot="-5400000">
                <a:off x="425" y="860"/>
                <a:ext cx="108" cy="108"/>
              </a:xfrm>
              <a:custGeom>
                <a:rect b="b" l="l" r="r" t="t"/>
                <a:pathLst>
                  <a:path extrusionOk="0" fill="none" h="43200" w="43195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</a:path>
                  <a:path extrusionOk="0" h="43200" w="43195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  <a:lnTo>
                      <a:pt x="21595" y="21600"/>
                    </a:lnTo>
                    <a:lnTo>
                      <a:pt x="21114" y="5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chemeClr val="hlink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240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</p:grpSp>
        <p:grpSp>
          <p:nvGrpSpPr>
            <p:cNvPr id="119" name="Google Shape;119;p14"/>
            <p:cNvGrpSpPr/>
            <p:nvPr/>
          </p:nvGrpSpPr>
          <p:grpSpPr>
            <a:xfrm>
              <a:off x="1480" y="1952"/>
              <a:ext cx="3900" cy="1800"/>
              <a:chOff x="1480" y="1952"/>
              <a:chExt cx="3900" cy="1800"/>
            </a:xfrm>
          </p:grpSpPr>
          <p:cxnSp>
            <p:nvCxnSpPr>
              <p:cNvPr id="120" name="Google Shape;120;p14"/>
              <p:cNvCxnSpPr/>
              <p:nvPr/>
            </p:nvCxnSpPr>
            <p:spPr>
              <a:xfrm>
                <a:off x="1480" y="3442"/>
                <a:ext cx="39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  <p:cxnSp>
            <p:nvCxnSpPr>
              <p:cNvPr id="121" name="Google Shape;121;p14"/>
              <p:cNvCxnSpPr/>
              <p:nvPr/>
            </p:nvCxnSpPr>
            <p:spPr>
              <a:xfrm>
                <a:off x="5172" y="1952"/>
                <a:ext cx="0" cy="18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  <p:sp>
            <p:nvSpPr>
              <p:cNvPr id="122" name="Google Shape;122;p14"/>
              <p:cNvSpPr/>
              <p:nvPr/>
            </p:nvSpPr>
            <p:spPr>
              <a:xfrm rot="5400000">
                <a:off x="5145" y="3347"/>
                <a:ext cx="108" cy="108"/>
              </a:xfrm>
              <a:custGeom>
                <a:rect b="b" l="l" r="r" t="t"/>
                <a:pathLst>
                  <a:path extrusionOk="0" fill="none" h="43200" w="43195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</a:path>
                  <a:path extrusionOk="0" h="43200" w="43195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  <a:lnTo>
                      <a:pt x="21595" y="21600"/>
                    </a:lnTo>
                    <a:lnTo>
                      <a:pt x="21114" y="5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chemeClr val="hlink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240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</p:grpSp>
      </p:grpSp>
      <p:sp>
        <p:nvSpPr>
          <p:cNvPr id="123" name="Google Shape;123;p14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/>
        </p:txBody>
      </p:sp>
      <p:sp>
        <p:nvSpPr>
          <p:cNvPr descr="Rectangle: Click to edit Master text styles &#10;Second level &#10;Third level &#10;Fourth level &#10;Fifth level" id="124" name="Google Shape;124;p14"/>
          <p:cNvSpPr txBox="1"/>
          <p:nvPr>
            <p:ph idx="1" type="body"/>
          </p:nvPr>
        </p:nvSpPr>
        <p:spPr>
          <a:xfrm>
            <a:off x="838200" y="1428750"/>
            <a:ext cx="77724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052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b="0" i="0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3528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b="0" i="0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-37338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-31115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-3048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-3048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-3048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-3048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-3048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125" name="Google Shape;125;p14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4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oogle Shape;133;p16"/>
          <p:cNvGrpSpPr/>
          <p:nvPr/>
        </p:nvGrpSpPr>
        <p:grpSpPr>
          <a:xfrm>
            <a:off x="0" y="0"/>
            <a:ext cx="9067800" cy="5029200"/>
            <a:chOff x="0" y="0"/>
            <a:chExt cx="5712" cy="4224"/>
          </a:xfrm>
        </p:grpSpPr>
        <p:grpSp>
          <p:nvGrpSpPr>
            <p:cNvPr id="134" name="Google Shape;134;p16"/>
            <p:cNvGrpSpPr/>
            <p:nvPr/>
          </p:nvGrpSpPr>
          <p:grpSpPr>
            <a:xfrm>
              <a:off x="0" y="0"/>
              <a:ext cx="5700" cy="4224"/>
              <a:chOff x="0" y="0"/>
              <a:chExt cx="5700" cy="4224"/>
            </a:xfrm>
          </p:grpSpPr>
          <p:grpSp>
            <p:nvGrpSpPr>
              <p:cNvPr id="135" name="Google Shape;135;p16"/>
              <p:cNvGrpSpPr/>
              <p:nvPr/>
            </p:nvGrpSpPr>
            <p:grpSpPr>
              <a:xfrm>
                <a:off x="0" y="192"/>
                <a:ext cx="5700" cy="4032"/>
                <a:chOff x="0" y="192"/>
                <a:chExt cx="5700" cy="4032"/>
              </a:xfrm>
            </p:grpSpPr>
            <p:cxnSp>
              <p:nvCxnSpPr>
                <p:cNvPr id="136" name="Google Shape;136;p16"/>
                <p:cNvCxnSpPr/>
                <p:nvPr/>
              </p:nvCxnSpPr>
              <p:spPr>
                <a:xfrm>
                  <a:off x="0" y="19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37" name="Google Shape;137;p16"/>
                <p:cNvCxnSpPr/>
                <p:nvPr/>
              </p:nvCxnSpPr>
              <p:spPr>
                <a:xfrm>
                  <a:off x="0" y="38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38" name="Google Shape;138;p16"/>
                <p:cNvCxnSpPr/>
                <p:nvPr/>
              </p:nvCxnSpPr>
              <p:spPr>
                <a:xfrm>
                  <a:off x="0" y="57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39" name="Google Shape;139;p16"/>
                <p:cNvCxnSpPr/>
                <p:nvPr/>
              </p:nvCxnSpPr>
              <p:spPr>
                <a:xfrm>
                  <a:off x="0" y="76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0" name="Google Shape;140;p16"/>
                <p:cNvCxnSpPr/>
                <p:nvPr/>
              </p:nvCxnSpPr>
              <p:spPr>
                <a:xfrm>
                  <a:off x="0" y="96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1" name="Google Shape;141;p16"/>
                <p:cNvCxnSpPr/>
                <p:nvPr/>
              </p:nvCxnSpPr>
              <p:spPr>
                <a:xfrm>
                  <a:off x="0" y="115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2" name="Google Shape;142;p16"/>
                <p:cNvCxnSpPr/>
                <p:nvPr/>
              </p:nvCxnSpPr>
              <p:spPr>
                <a:xfrm>
                  <a:off x="0" y="134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3" name="Google Shape;143;p16"/>
                <p:cNvCxnSpPr/>
                <p:nvPr/>
              </p:nvCxnSpPr>
              <p:spPr>
                <a:xfrm>
                  <a:off x="0" y="153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4" name="Google Shape;144;p16"/>
                <p:cNvCxnSpPr/>
                <p:nvPr/>
              </p:nvCxnSpPr>
              <p:spPr>
                <a:xfrm>
                  <a:off x="0" y="172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5" name="Google Shape;145;p16"/>
                <p:cNvCxnSpPr/>
                <p:nvPr/>
              </p:nvCxnSpPr>
              <p:spPr>
                <a:xfrm>
                  <a:off x="0" y="192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6" name="Google Shape;146;p16"/>
                <p:cNvCxnSpPr/>
                <p:nvPr/>
              </p:nvCxnSpPr>
              <p:spPr>
                <a:xfrm>
                  <a:off x="0" y="211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7" name="Google Shape;147;p16"/>
                <p:cNvCxnSpPr/>
                <p:nvPr/>
              </p:nvCxnSpPr>
              <p:spPr>
                <a:xfrm>
                  <a:off x="0" y="230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8" name="Google Shape;148;p16"/>
                <p:cNvCxnSpPr/>
                <p:nvPr/>
              </p:nvCxnSpPr>
              <p:spPr>
                <a:xfrm>
                  <a:off x="0" y="249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49" name="Google Shape;149;p16"/>
                <p:cNvCxnSpPr/>
                <p:nvPr/>
              </p:nvCxnSpPr>
              <p:spPr>
                <a:xfrm>
                  <a:off x="0" y="268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0" name="Google Shape;150;p16"/>
                <p:cNvCxnSpPr/>
                <p:nvPr/>
              </p:nvCxnSpPr>
              <p:spPr>
                <a:xfrm>
                  <a:off x="0" y="288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1" name="Google Shape;151;p16"/>
                <p:cNvCxnSpPr/>
                <p:nvPr/>
              </p:nvCxnSpPr>
              <p:spPr>
                <a:xfrm>
                  <a:off x="0" y="307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2" name="Google Shape;152;p16"/>
                <p:cNvCxnSpPr/>
                <p:nvPr/>
              </p:nvCxnSpPr>
              <p:spPr>
                <a:xfrm>
                  <a:off x="0" y="326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3" name="Google Shape;153;p16"/>
                <p:cNvCxnSpPr/>
                <p:nvPr/>
              </p:nvCxnSpPr>
              <p:spPr>
                <a:xfrm>
                  <a:off x="0" y="3456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4" name="Google Shape;154;p16"/>
                <p:cNvCxnSpPr/>
                <p:nvPr/>
              </p:nvCxnSpPr>
              <p:spPr>
                <a:xfrm>
                  <a:off x="0" y="3648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5" name="Google Shape;155;p16"/>
                <p:cNvCxnSpPr/>
                <p:nvPr/>
              </p:nvCxnSpPr>
              <p:spPr>
                <a:xfrm>
                  <a:off x="0" y="3840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6" name="Google Shape;156;p16"/>
                <p:cNvCxnSpPr/>
                <p:nvPr/>
              </p:nvCxnSpPr>
              <p:spPr>
                <a:xfrm>
                  <a:off x="0" y="4032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57" name="Google Shape;157;p16"/>
                <p:cNvCxnSpPr/>
                <p:nvPr/>
              </p:nvCxnSpPr>
              <p:spPr>
                <a:xfrm>
                  <a:off x="0" y="4224"/>
                  <a:ext cx="5700" cy="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</p:grpSp>
          <p:grpSp>
            <p:nvGrpSpPr>
              <p:cNvPr id="158" name="Google Shape;158;p16"/>
              <p:cNvGrpSpPr/>
              <p:nvPr/>
            </p:nvGrpSpPr>
            <p:grpSpPr>
              <a:xfrm>
                <a:off x="192" y="0"/>
                <a:ext cx="5376" cy="4200"/>
                <a:chOff x="192" y="0"/>
                <a:chExt cx="5376" cy="4200"/>
              </a:xfrm>
            </p:grpSpPr>
            <p:cxnSp>
              <p:nvCxnSpPr>
                <p:cNvPr id="159" name="Google Shape;159;p16"/>
                <p:cNvCxnSpPr/>
                <p:nvPr/>
              </p:nvCxnSpPr>
              <p:spPr>
                <a:xfrm>
                  <a:off x="19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0" name="Google Shape;160;p16"/>
                <p:cNvCxnSpPr/>
                <p:nvPr/>
              </p:nvCxnSpPr>
              <p:spPr>
                <a:xfrm>
                  <a:off x="38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1" name="Google Shape;161;p16"/>
                <p:cNvCxnSpPr/>
                <p:nvPr/>
              </p:nvCxnSpPr>
              <p:spPr>
                <a:xfrm>
                  <a:off x="57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2" name="Google Shape;162;p16"/>
                <p:cNvCxnSpPr/>
                <p:nvPr/>
              </p:nvCxnSpPr>
              <p:spPr>
                <a:xfrm>
                  <a:off x="76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3" name="Google Shape;163;p16"/>
                <p:cNvCxnSpPr/>
                <p:nvPr/>
              </p:nvCxnSpPr>
              <p:spPr>
                <a:xfrm>
                  <a:off x="96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4" name="Google Shape;164;p16"/>
                <p:cNvCxnSpPr/>
                <p:nvPr/>
              </p:nvCxnSpPr>
              <p:spPr>
                <a:xfrm>
                  <a:off x="115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5" name="Google Shape;165;p16"/>
                <p:cNvCxnSpPr/>
                <p:nvPr/>
              </p:nvCxnSpPr>
              <p:spPr>
                <a:xfrm>
                  <a:off x="134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6" name="Google Shape;166;p16"/>
                <p:cNvCxnSpPr/>
                <p:nvPr/>
              </p:nvCxnSpPr>
              <p:spPr>
                <a:xfrm>
                  <a:off x="153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7" name="Google Shape;167;p16"/>
                <p:cNvCxnSpPr/>
                <p:nvPr/>
              </p:nvCxnSpPr>
              <p:spPr>
                <a:xfrm>
                  <a:off x="172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8" name="Google Shape;168;p16"/>
                <p:cNvCxnSpPr/>
                <p:nvPr/>
              </p:nvCxnSpPr>
              <p:spPr>
                <a:xfrm>
                  <a:off x="192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69" name="Google Shape;169;p16"/>
                <p:cNvCxnSpPr/>
                <p:nvPr/>
              </p:nvCxnSpPr>
              <p:spPr>
                <a:xfrm>
                  <a:off x="211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0" name="Google Shape;170;p16"/>
                <p:cNvCxnSpPr/>
                <p:nvPr/>
              </p:nvCxnSpPr>
              <p:spPr>
                <a:xfrm>
                  <a:off x="230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1" name="Google Shape;171;p16"/>
                <p:cNvCxnSpPr/>
                <p:nvPr/>
              </p:nvCxnSpPr>
              <p:spPr>
                <a:xfrm>
                  <a:off x="249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2" name="Google Shape;172;p16"/>
                <p:cNvCxnSpPr/>
                <p:nvPr/>
              </p:nvCxnSpPr>
              <p:spPr>
                <a:xfrm>
                  <a:off x="268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3" name="Google Shape;173;p16"/>
                <p:cNvCxnSpPr/>
                <p:nvPr/>
              </p:nvCxnSpPr>
              <p:spPr>
                <a:xfrm>
                  <a:off x="288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4" name="Google Shape;174;p16"/>
                <p:cNvCxnSpPr/>
                <p:nvPr/>
              </p:nvCxnSpPr>
              <p:spPr>
                <a:xfrm>
                  <a:off x="307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5" name="Google Shape;175;p16"/>
                <p:cNvCxnSpPr/>
                <p:nvPr/>
              </p:nvCxnSpPr>
              <p:spPr>
                <a:xfrm>
                  <a:off x="326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6" name="Google Shape;176;p16"/>
                <p:cNvCxnSpPr/>
                <p:nvPr/>
              </p:nvCxnSpPr>
              <p:spPr>
                <a:xfrm>
                  <a:off x="345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7" name="Google Shape;177;p16"/>
                <p:cNvCxnSpPr/>
                <p:nvPr/>
              </p:nvCxnSpPr>
              <p:spPr>
                <a:xfrm>
                  <a:off x="364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8" name="Google Shape;178;p16"/>
                <p:cNvCxnSpPr/>
                <p:nvPr/>
              </p:nvCxnSpPr>
              <p:spPr>
                <a:xfrm>
                  <a:off x="384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79" name="Google Shape;179;p16"/>
                <p:cNvCxnSpPr/>
                <p:nvPr/>
              </p:nvCxnSpPr>
              <p:spPr>
                <a:xfrm>
                  <a:off x="403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0" name="Google Shape;180;p16"/>
                <p:cNvCxnSpPr/>
                <p:nvPr/>
              </p:nvCxnSpPr>
              <p:spPr>
                <a:xfrm>
                  <a:off x="422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1" name="Google Shape;181;p16"/>
                <p:cNvCxnSpPr/>
                <p:nvPr/>
              </p:nvCxnSpPr>
              <p:spPr>
                <a:xfrm>
                  <a:off x="441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2" name="Google Shape;182;p16"/>
                <p:cNvCxnSpPr/>
                <p:nvPr/>
              </p:nvCxnSpPr>
              <p:spPr>
                <a:xfrm>
                  <a:off x="460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3" name="Google Shape;183;p16"/>
                <p:cNvCxnSpPr/>
                <p:nvPr/>
              </p:nvCxnSpPr>
              <p:spPr>
                <a:xfrm>
                  <a:off x="4800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4" name="Google Shape;184;p16"/>
                <p:cNvCxnSpPr/>
                <p:nvPr/>
              </p:nvCxnSpPr>
              <p:spPr>
                <a:xfrm>
                  <a:off x="4992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5" name="Google Shape;185;p16"/>
                <p:cNvCxnSpPr/>
                <p:nvPr/>
              </p:nvCxnSpPr>
              <p:spPr>
                <a:xfrm>
                  <a:off x="5184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6" name="Google Shape;186;p16"/>
                <p:cNvCxnSpPr/>
                <p:nvPr/>
              </p:nvCxnSpPr>
              <p:spPr>
                <a:xfrm>
                  <a:off x="5376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  <p:cxnSp>
              <p:nvCxnSpPr>
                <p:cNvPr id="187" name="Google Shape;187;p16"/>
                <p:cNvCxnSpPr/>
                <p:nvPr/>
              </p:nvCxnSpPr>
              <p:spPr>
                <a:xfrm>
                  <a:off x="5568" y="0"/>
                  <a:ext cx="0" cy="4200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chemeClr val="folHlink"/>
                  </a:solidFill>
                  <a:prstDash val="solid"/>
                  <a:miter lim="800000"/>
                  <a:headEnd len="med" w="med" type="none"/>
                  <a:tailEnd len="med" w="med" type="none"/>
                </a:ln>
              </p:spPr>
            </p:cxnSp>
          </p:grpSp>
        </p:grpSp>
        <p:sp>
          <p:nvSpPr>
            <p:cNvPr descr="60%" id="188" name="Google Shape;188;p16"/>
            <p:cNvSpPr txBox="1"/>
            <p:nvPr/>
          </p:nvSpPr>
          <p:spPr>
            <a:xfrm>
              <a:off x="2112" y="0"/>
              <a:ext cx="3600" cy="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cxnSp>
          <p:nvCxnSpPr>
            <p:cNvPr id="189" name="Google Shape;189;p16"/>
            <p:cNvCxnSpPr/>
            <p:nvPr/>
          </p:nvCxnSpPr>
          <p:spPr>
            <a:xfrm>
              <a:off x="5568" y="0"/>
              <a:ext cx="0" cy="1500"/>
            </a:xfrm>
            <a:prstGeom prst="straightConnector1">
              <a:avLst/>
            </a:prstGeom>
            <a:noFill/>
            <a:ln cap="flat" cmpd="sng" w="9525">
              <a:solidFill>
                <a:schemeClr val="hlink"/>
              </a:solidFill>
              <a:prstDash val="solid"/>
              <a:miter lim="800000"/>
              <a:headEnd len="med" w="med" type="none"/>
              <a:tailEnd len="med" w="med" type="none"/>
            </a:ln>
          </p:spPr>
        </p:cxnSp>
        <p:grpSp>
          <p:nvGrpSpPr>
            <p:cNvPr id="190" name="Google Shape;190;p16"/>
            <p:cNvGrpSpPr/>
            <p:nvPr/>
          </p:nvGrpSpPr>
          <p:grpSpPr>
            <a:xfrm>
              <a:off x="316" y="892"/>
              <a:ext cx="1069" cy="1529"/>
              <a:chOff x="204" y="916"/>
              <a:chExt cx="2100" cy="3004"/>
            </a:xfrm>
          </p:grpSpPr>
          <p:cxnSp>
            <p:nvCxnSpPr>
              <p:cNvPr id="191" name="Google Shape;191;p16"/>
              <p:cNvCxnSpPr/>
              <p:nvPr/>
            </p:nvCxnSpPr>
            <p:spPr>
              <a:xfrm rot="10800000">
                <a:off x="204" y="1038"/>
                <a:ext cx="2100" cy="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  <p:cxnSp>
            <p:nvCxnSpPr>
              <p:cNvPr id="192" name="Google Shape;192;p16"/>
              <p:cNvCxnSpPr/>
              <p:nvPr/>
            </p:nvCxnSpPr>
            <p:spPr>
              <a:xfrm>
                <a:off x="336" y="920"/>
                <a:ext cx="0" cy="3000"/>
              </a:xfrm>
              <a:prstGeom prst="straightConnector1">
                <a:avLst/>
              </a:prstGeom>
              <a:noFill/>
              <a:ln cap="flat" cmpd="sng" w="9525">
                <a:solidFill>
                  <a:schemeClr val="hlink"/>
                </a:solidFill>
                <a:prstDash val="solid"/>
                <a:miter lim="800000"/>
                <a:headEnd len="med" w="med" type="none"/>
                <a:tailEnd len="med" w="med" type="none"/>
              </a:ln>
            </p:spPr>
          </p:cxnSp>
          <p:sp>
            <p:nvSpPr>
              <p:cNvPr id="193" name="Google Shape;193;p16"/>
              <p:cNvSpPr/>
              <p:nvPr/>
            </p:nvSpPr>
            <p:spPr>
              <a:xfrm flipH="1">
                <a:off x="240" y="916"/>
                <a:ext cx="216" cy="216"/>
              </a:xfrm>
              <a:custGeom>
                <a:rect b="b" l="l" r="r" t="t"/>
                <a:pathLst>
                  <a:path extrusionOk="0" fill="none" h="43200" w="43195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</a:path>
                  <a:path extrusionOk="0" h="43200" w="43195">
                    <a:moveTo>
                      <a:pt x="21114" y="5"/>
                    </a:moveTo>
                    <a:cubicBezTo>
                      <a:pt x="21274" y="1"/>
                      <a:pt x="21434" y="-1"/>
                      <a:pt x="21595" y="0"/>
                    </a:cubicBezTo>
                    <a:cubicBezTo>
                      <a:pt x="33524" y="0"/>
                      <a:pt x="43195" y="9670"/>
                      <a:pt x="43195" y="21600"/>
                    </a:cubicBezTo>
                    <a:cubicBezTo>
                      <a:pt x="43195" y="33529"/>
                      <a:pt x="33524" y="43200"/>
                      <a:pt x="21595" y="43200"/>
                    </a:cubicBezTo>
                    <a:cubicBezTo>
                      <a:pt x="9843" y="43200"/>
                      <a:pt x="247" y="33805"/>
                      <a:pt x="-1" y="22056"/>
                    </a:cubicBezTo>
                    <a:lnTo>
                      <a:pt x="21595" y="21600"/>
                    </a:lnTo>
                    <a:lnTo>
                      <a:pt x="21114" y="5"/>
                    </a:lnTo>
                    <a:close/>
                  </a:path>
                </a:pathLst>
              </a:custGeom>
              <a:noFill/>
              <a:ln cap="flat" cmpd="sng" w="9525">
                <a:solidFill>
                  <a:schemeClr val="hlink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i="0" sz="2400" u="none">
                  <a:solidFill>
                    <a:schemeClr val="dk1"/>
                  </a:solidFill>
                  <a:latin typeface="Tahoma"/>
                  <a:ea typeface="Tahoma"/>
                  <a:cs typeface="Tahoma"/>
                  <a:sym typeface="Tahoma"/>
                </a:endParaRPr>
              </a:p>
            </p:txBody>
          </p:sp>
        </p:grpSp>
      </p:grpSp>
      <p:sp>
        <p:nvSpPr>
          <p:cNvPr id="194" name="Google Shape;194;p16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/>
        </p:txBody>
      </p:sp>
      <p:sp>
        <p:nvSpPr>
          <p:cNvPr descr="Rectangle: Click to edit Master text styles &#10;Second level &#10;Third level &#10;Fourth level &#10;Fifth level" id="195" name="Google Shape;195;p16"/>
          <p:cNvSpPr txBox="1"/>
          <p:nvPr>
            <p:ph idx="1" type="body"/>
          </p:nvPr>
        </p:nvSpPr>
        <p:spPr>
          <a:xfrm>
            <a:off x="838200" y="1428750"/>
            <a:ext cx="77724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052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1920"/>
              <a:buFont typeface="Noto Sans Symbols"/>
              <a:buChar char="❑"/>
              <a:defRPr b="0" i="0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3528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Noto Sans Symbols"/>
              <a:buChar char="■"/>
              <a:defRPr b="0" i="0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-37338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hlink"/>
              </a:buClr>
              <a:buSzPts val="2280"/>
              <a:buFont typeface="Noto Sans Symbols"/>
              <a:buChar char="⬥"/>
              <a:defRPr b="0" i="0" sz="24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-31115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-3048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-3048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-3048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-3048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-3048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hlink"/>
              </a:buClr>
              <a:buSzPts val="1200"/>
              <a:buFont typeface="Noto Sans Symbols"/>
              <a:buChar char="■"/>
              <a:defRPr b="0" i="0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/>
        </p:txBody>
      </p:sp>
      <p:sp>
        <p:nvSpPr>
          <p:cNvPr id="196" name="Google Shape;196;p16"/>
          <p:cNvSpPr txBox="1"/>
          <p:nvPr>
            <p:ph idx="10" type="dt"/>
          </p:nvPr>
        </p:nvSpPr>
        <p:spPr>
          <a:xfrm>
            <a:off x="76200" y="4686300"/>
            <a:ext cx="35052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/>
        </p:txBody>
      </p:sp>
      <p:sp>
        <p:nvSpPr>
          <p:cNvPr id="197" name="Google Shape;197;p16"/>
          <p:cNvSpPr txBox="1"/>
          <p:nvPr>
            <p:ph idx="11" type="ftr"/>
          </p:nvPr>
        </p:nvSpPr>
        <p:spPr>
          <a:xfrm>
            <a:off x="3581400" y="4686300"/>
            <a:ext cx="2895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/>
        </p:txBody>
      </p:sp>
      <p:sp>
        <p:nvSpPr>
          <p:cNvPr id="198" name="Google Shape;198;p16"/>
          <p:cNvSpPr txBox="1"/>
          <p:nvPr>
            <p:ph idx="12" type="sldNum"/>
          </p:nvPr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  <a:defRPr b="0" i="0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1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1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1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1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8.png"/><Relationship Id="rId6" Type="http://schemas.openxmlformats.org/officeDocument/2006/relationships/image" Target="../media/image5.png"/><Relationship Id="rId7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image12.png"/><Relationship Id="rId5" Type="http://schemas.openxmlformats.org/officeDocument/2006/relationships/image" Target="../media/image15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9.png"/><Relationship Id="rId6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2"/>
          <p:cNvSpPr txBox="1"/>
          <p:nvPr>
            <p:ph type="ctrTitle"/>
          </p:nvPr>
        </p:nvSpPr>
        <p:spPr>
          <a:xfrm>
            <a:off x="1193275" y="143105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b="0" i="0" lang="en-GB" sz="360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Chapter </a:t>
            </a:r>
            <a:r>
              <a:rPr lang="en-GB" sz="3600"/>
              <a:t>4</a:t>
            </a:r>
            <a:r>
              <a:rPr b="0" i="0" lang="en-GB" sz="360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br>
              <a:rPr b="0" i="0" lang="en-GB" sz="3600" u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GB" sz="3600"/>
              <a:t>Cluster Analysis in Data Mining</a:t>
            </a:r>
            <a:endParaRPr sz="3600"/>
          </a:p>
        </p:txBody>
      </p:sp>
      <p:pic>
        <p:nvPicPr>
          <p:cNvPr id="236" name="Google Shape;23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3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  <p:sp>
        <p:nvSpPr>
          <p:cNvPr descr="Rectangle: Click to edit Master text styles &#10;Second level &#10;Third level &#10;Fourth level &#10;Fifth level" id="242" name="Google Shape;242;p23"/>
          <p:cNvSpPr txBox="1"/>
          <p:nvPr>
            <p:ph idx="1" type="body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88620" lvl="0" marL="3429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Understand the concept of partitioning-based clustering.</a:t>
            </a:r>
            <a:endParaRPr sz="1800">
              <a:solidFill>
                <a:srgbClr val="1F1F1F"/>
              </a:solidFill>
            </a:endParaRPr>
          </a:p>
          <a:p>
            <a:pPr indent="-388620" lvl="0" marL="3429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Explore the K-Means clustering method and its steps.</a:t>
            </a:r>
            <a:endParaRPr sz="1800">
              <a:solidFill>
                <a:srgbClr val="1F1F1F"/>
              </a:solidFill>
            </a:endParaRPr>
          </a:p>
          <a:p>
            <a:pPr indent="-388620" lvl="0" marL="3429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Study different techniques for initializing K-Means.</a:t>
            </a:r>
            <a:endParaRPr sz="1800">
              <a:solidFill>
                <a:srgbClr val="1F1F1F"/>
              </a:solidFill>
            </a:endParaRPr>
          </a:p>
          <a:p>
            <a:pPr indent="-388620" lvl="0" marL="3429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Learn about the K-Medoids clustering method and its advantages.</a:t>
            </a:r>
            <a:endParaRPr sz="1800">
              <a:solidFill>
                <a:srgbClr val="1F1F1F"/>
              </a:solidFill>
            </a:endParaRPr>
          </a:p>
          <a:p>
            <a:pPr indent="-388620" lvl="0" marL="3429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Discover the K-Medians and K-Modes clustering approaches.</a:t>
            </a:r>
            <a:endParaRPr sz="1800">
              <a:solidFill>
                <a:srgbClr val="1F1F1F"/>
              </a:solidFill>
            </a:endParaRPr>
          </a:p>
          <a:p>
            <a:pPr indent="-388620" lvl="0" marL="3429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Delve into Kernel K-Means and its application to nonlinear data.</a:t>
            </a:r>
            <a:endParaRPr sz="1800">
              <a:solidFill>
                <a:srgbClr val="1F1F1F"/>
              </a:solidFill>
            </a:endParaRPr>
          </a:p>
          <a:p>
            <a:pPr indent="-388620" lvl="0" marL="3429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Let's delve into the world of partitioning-based clustering and uncover how these methods contribute to the analysis of diverse datasets.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43" name="Google Shape;243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3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245" name="Google Shape;245;p23"/>
          <p:cNvSpPr txBox="1"/>
          <p:nvPr/>
        </p:nvSpPr>
        <p:spPr>
          <a:xfrm>
            <a:off x="762000" y="1184875"/>
            <a:ext cx="4197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</a:t>
            </a:r>
            <a:endParaRPr b="1" i="1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250" name="Google Shape;250;p24"/>
          <p:cNvSpPr txBox="1"/>
          <p:nvPr>
            <p:ph idx="1" type="body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Partitioning-based clustering aims to divide data points into non-overlapping clusters. These methods are efficient for large datasets and often involve optimizing a criterion.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Key Concepts: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Partitioning methods optimize the sum of distances between data points and cluster centers.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K-Means is a well-known partitioning-based clustering algorithm.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K-Medoids, K-Medians, and K-Modes are variations of K-Means suited for different data types.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Kernel K-Means extends K-Means to nonlinearly separable data.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51" name="Google Shape;25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24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253" name="Google Shape;253;p24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Partitioning-Based Clustering Methods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4" name="Google Shape;254;p24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259" name="Google Shape;259;p25"/>
          <p:cNvSpPr txBox="1"/>
          <p:nvPr>
            <p:ph idx="1" type="body"/>
          </p:nvPr>
        </p:nvSpPr>
        <p:spPr>
          <a:xfrm>
            <a:off x="762000" y="1646572"/>
            <a:ext cx="7953300" cy="43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K-Means is a widely used partitioning-based clustering algorithm that aims to minimize the sum of squared distances between data points and cluster centroids.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K-Means (MacQueen’67, Lloyd’57/’82)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Each cluster is represented by the center of the cluster  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60" name="Google Shape;260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5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262" name="Google Shape;262;p25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K-Means Clustering Method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63" name="Google Shape;263;p25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268" name="Google Shape;268;p26"/>
          <p:cNvSpPr txBox="1"/>
          <p:nvPr>
            <p:ph idx="1" type="body"/>
          </p:nvPr>
        </p:nvSpPr>
        <p:spPr>
          <a:xfrm>
            <a:off x="762000" y="1646572"/>
            <a:ext cx="7953300" cy="43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Given K, the number of clusters, the K-Means clustering algorithm is outlined as follows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Select K points as initial centroids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Repeat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Form K clusters by assigning each point to its closest centroid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Re-compute the centroids (i.e., mean point) of each cluster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Until convergence criterion is satisfied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Different kinds of measures can be used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Manhattan distance (L1 norm), Euclidean distance (L2 norm), Cosine similarity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69" name="Google Shape;26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26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271" name="Google Shape;271;p26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K-Means Clustering Method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2" name="Google Shape;272;p26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Google Shape;277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27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279" name="Google Shape;279;p27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Example: K-Means Clustering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27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  <p:pic>
        <p:nvPicPr>
          <p:cNvPr id="281" name="Google Shape;281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00550" y="1745450"/>
            <a:ext cx="6790500" cy="3283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286" name="Google Shape;286;p28"/>
          <p:cNvSpPr txBox="1"/>
          <p:nvPr>
            <p:ph idx="1" type="body"/>
          </p:nvPr>
        </p:nvSpPr>
        <p:spPr>
          <a:xfrm>
            <a:off x="762000" y="1646575"/>
            <a:ext cx="8382000" cy="43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Efficiency: O(tKn) where n: # of objects, K: # of clusters, and t: # of iterations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Normally, K, t &lt;&lt; n; thus, an efficient method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K-means clustering often terminates at a local optimal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Initialization can be important to find high-quality clusters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Need to specify K, the number of clusters, in advance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There are ways to automatically determine the “best” K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In practice, one often runs a range of values and selected the “best” K value  </a:t>
            </a:r>
            <a:endParaRPr sz="1800">
              <a:solidFill>
                <a:srgbClr val="1F1F1F"/>
              </a:solidFill>
            </a:endParaRPr>
          </a:p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87" name="Google Shape;287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28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289" name="Google Shape;289;p28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Discussion on the K-Means Method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90" name="Google Shape;290;p28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295" name="Google Shape;295;p29"/>
          <p:cNvSpPr txBox="1"/>
          <p:nvPr>
            <p:ph idx="1" type="body"/>
          </p:nvPr>
        </p:nvSpPr>
        <p:spPr>
          <a:xfrm>
            <a:off x="762000" y="1646575"/>
            <a:ext cx="8382000" cy="43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Sensitive to noisy data and outliers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Variations: Using K-medians, K-medoids, etc.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K-means is applicable only to objects in a continuous n-dimensional space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Using the K-modes for categorical data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Not suitable to discover clusters with non-convex shapes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Using density-based clustering, kernel K-means, etc.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296" name="Google Shape;296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29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298" name="Google Shape;298;p29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Discussion on the K-Means Method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99" name="Google Shape;299;p29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304" name="Google Shape;304;p30"/>
          <p:cNvSpPr txBox="1"/>
          <p:nvPr>
            <p:ph idx="1" type="body"/>
          </p:nvPr>
        </p:nvSpPr>
        <p:spPr>
          <a:xfrm>
            <a:off x="762000" y="1646575"/>
            <a:ext cx="8382000" cy="43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There are many variants of the K-Means method, varying in different aspects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Choosing better initial centroid estimates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K-means++, Intelligent K-Means, Genetic K-Means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Choosing different representative prototypes for the clusters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K-Medoids, K-Medians, K-Modes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Applying feature transformation techniques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Weighted K-Means, Kernel K-Means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05" name="Google Shape;30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30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07" name="Google Shape;307;p30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Variations of K-Means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8" name="Google Shape;308;p30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313" name="Google Shape;313;p31"/>
          <p:cNvSpPr txBox="1"/>
          <p:nvPr>
            <p:ph idx="1" type="body"/>
          </p:nvPr>
        </p:nvSpPr>
        <p:spPr>
          <a:xfrm>
            <a:off x="762000" y="1646575"/>
            <a:ext cx="8382000" cy="43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Different initializations may generate rather different clustering results (some could be far from optimal)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Original proposal (MacQueen’67): Select K seeds randomly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Need to run the algorithm multiple times using different seeds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There are many methods proposed for better initialization of k seeds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K-Means++ (Arthur &amp; Vassilvitskii’07):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The first centroid is selected at random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The next centroid selected is the one that is farthest from the currently selected (selection is based on a weighted probability score)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rtl="0" algn="just">
              <a:spcBef>
                <a:spcPts val="440"/>
              </a:spcBef>
              <a:spcAft>
                <a:spcPts val="0"/>
              </a:spcAft>
              <a:buClr>
                <a:srgbClr val="1F1F1F"/>
              </a:buClr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The selection continues until K centroids are obtained 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14" name="Google Shape;314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31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16" name="Google Shape;316;p31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Initialization of K-Means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17" name="Google Shape;317;p31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  <p:pic>
        <p:nvPicPr>
          <p:cNvPr id="318" name="Google Shape;318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89225" y="1942250"/>
            <a:ext cx="2076450" cy="1066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3" name="Google Shape;323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32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25" name="Google Shape;325;p32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Example: Poor Initialization May Lead to Poor Clustering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26" name="Google Shape;326;p32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  <p:pic>
        <p:nvPicPr>
          <p:cNvPr id="327" name="Google Shape;327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71600" y="1745450"/>
            <a:ext cx="6400800" cy="31271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332" name="Google Shape;332;p33"/>
          <p:cNvSpPr txBox="1"/>
          <p:nvPr>
            <p:ph idx="1" type="body"/>
          </p:nvPr>
        </p:nvSpPr>
        <p:spPr>
          <a:xfrm>
            <a:off x="762000" y="1646572"/>
            <a:ext cx="7953300" cy="46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The K-Means algorithm is sensitive to outliers!—since an object with an extremely large value may substantially distort the distribution of the data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K-Medoids: Instead of taking the mean value of the object in a cluster as a reference point, medoids can be used, which is the most centrally located object in a cluster  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33" name="Google Shape;333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33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35" name="Google Shape;335;p33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Handling Outliers: From K-Means to K-Medoids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36" name="Google Shape;336;p33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341" name="Google Shape;341;p34"/>
          <p:cNvSpPr txBox="1"/>
          <p:nvPr>
            <p:ph idx="1" type="body"/>
          </p:nvPr>
        </p:nvSpPr>
        <p:spPr>
          <a:xfrm>
            <a:off x="762000" y="1646572"/>
            <a:ext cx="7953300" cy="46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The K-Medoids clustering algorithm: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Select K points as the initial representative objects (i.e., as initial K medoids)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Repeat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rtl="0" algn="just">
              <a:spcBef>
                <a:spcPts val="440"/>
              </a:spcBef>
              <a:spcAft>
                <a:spcPts val="0"/>
              </a:spcAft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Assigning each point to the cluster with the closest medoid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rtl="0" algn="just">
              <a:spcBef>
                <a:spcPts val="440"/>
              </a:spcBef>
              <a:spcAft>
                <a:spcPts val="0"/>
              </a:spcAft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Randomly select a non-representative object oi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rtl="0" algn="just">
              <a:spcBef>
                <a:spcPts val="440"/>
              </a:spcBef>
              <a:spcAft>
                <a:spcPts val="0"/>
              </a:spcAft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Compute the total cost S of swapping the medoid m with oi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rtl="0" algn="just">
              <a:spcBef>
                <a:spcPts val="440"/>
              </a:spcBef>
              <a:spcAft>
                <a:spcPts val="0"/>
              </a:spcAft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If S &lt; 0, then swap m with oi to form the new set of medoids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Until convergence criterion is satisfied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42" name="Google Shape;3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34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44" name="Google Shape;344;p34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Handling Outliers: From K-Means to K-Medoids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45" name="Google Shape;345;p34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0" name="Google Shape;350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51" name="Google Shape;351;p35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52" name="Google Shape;352;p35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PAM: A Typical K-Medoids Algorithm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53" name="Google Shape;353;p35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  <p:pic>
        <p:nvPicPr>
          <p:cNvPr id="354" name="Google Shape;354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95400" y="1745450"/>
            <a:ext cx="6400800" cy="31654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359" name="Google Shape;359;p36"/>
          <p:cNvSpPr txBox="1"/>
          <p:nvPr>
            <p:ph idx="1" type="body"/>
          </p:nvPr>
        </p:nvSpPr>
        <p:spPr>
          <a:xfrm>
            <a:off x="762000" y="1646572"/>
            <a:ext cx="7953300" cy="46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K-Medoids Clustering: Find representative objects (medoids) in clusters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PAM (Partitioning Around Medoids: Kaufmann &amp; Rousseeuw 1987)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Starts from an initial set of medoids, and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Iteratively replaces one of the medoids by one of the non-medoids if it improves the total sum of the squared errors (SSE) of the resulting clustering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PAM works effectively for small data sets but does not scale well for large data sets (due to the computational complexity)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Computational complexity: PAM: O(K(n − K)2) (quite expensive!)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60" name="Google Shape;360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61" name="Google Shape;361;p36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62" name="Google Shape;362;p36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Discussion on K-Medoids Clustering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63" name="Google Shape;363;p36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368" name="Google Shape;368;p37"/>
          <p:cNvSpPr txBox="1"/>
          <p:nvPr>
            <p:ph idx="1" type="body"/>
          </p:nvPr>
        </p:nvSpPr>
        <p:spPr>
          <a:xfrm>
            <a:off x="762000" y="1646572"/>
            <a:ext cx="7953300" cy="46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Efficiency improvements on PAM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CLARA (Kaufmann &amp; Rousseeuw, 1990):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rtl="0" algn="just">
              <a:spcBef>
                <a:spcPts val="440"/>
              </a:spcBef>
              <a:spcAft>
                <a:spcPts val="0"/>
              </a:spcAft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PAM on samples; O(Ks2 + K(n − K)), s is the sample size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rtl="0" algn="just">
              <a:spcBef>
                <a:spcPts val="440"/>
              </a:spcBef>
              <a:spcAft>
                <a:spcPts val="0"/>
              </a:spcAft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CLARANS (Ng &amp; Han, 1994): Randomized re-sampling, ensuring efficiency + quality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69" name="Google Shape;369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37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71" name="Google Shape;371;p37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Discussion on K-Medoids Clustering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2" name="Google Shape;372;p37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377" name="Google Shape;377;p38"/>
          <p:cNvSpPr txBox="1"/>
          <p:nvPr>
            <p:ph idx="1" type="body"/>
          </p:nvPr>
        </p:nvSpPr>
        <p:spPr>
          <a:xfrm>
            <a:off x="762000" y="1646572"/>
            <a:ext cx="7953300" cy="46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K-Medians and K-Modes are extensions of K-Means that cater to specific data types and requirements.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K-Medians: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Uses medians of attribute values as cluster representatives.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Robust to outliers and non-normal data.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K-Modes: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Suited for categorical data.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Finds modes (most common values) as cluster representatives.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Utilizes dissimilarity measures suitable for categorical attributes.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78" name="Google Shape;378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38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80" name="Google Shape;380;p38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K-Medians and K-Modes Clustering Methods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81" name="Google Shape;381;p38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386" name="Google Shape;386;p39"/>
          <p:cNvSpPr txBox="1"/>
          <p:nvPr>
            <p:ph idx="1" type="body"/>
          </p:nvPr>
        </p:nvSpPr>
        <p:spPr>
          <a:xfrm>
            <a:off x="762000" y="1646572"/>
            <a:ext cx="7953300" cy="46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Medians are less sensitive to outliers than means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Think of the median salary vs. mean salary of a large firm when adding a few top executives!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K-Medians: Instead of taking the mean value of the object in a cluster as a reference point, medians are used (L1-norm as the distance measure)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The criterion function for the K-Medians algorithm:  </a:t>
            </a:r>
            <a:endParaRPr sz="1800">
              <a:solidFill>
                <a:srgbClr val="1F1F1F"/>
              </a:solidFill>
            </a:endParaRPr>
          </a:p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87" name="Google Shape;387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39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89" name="Google Shape;389;p39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K-Medians: Handling Outliers by Computing Medians 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0" name="Google Shape;390;p39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  <p:pic>
        <p:nvPicPr>
          <p:cNvPr id="391" name="Google Shape;391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20363" y="3624250"/>
            <a:ext cx="2447925" cy="742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396" name="Google Shape;396;p40"/>
          <p:cNvSpPr txBox="1"/>
          <p:nvPr>
            <p:ph idx="1" type="body"/>
          </p:nvPr>
        </p:nvSpPr>
        <p:spPr>
          <a:xfrm>
            <a:off x="762000" y="1646572"/>
            <a:ext cx="7953300" cy="46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The K-Medians clustering algorithm: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Select K points as the initial representative objects (i.e., as initial K medians)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Repeat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rtl="0" algn="just">
              <a:spcBef>
                <a:spcPts val="440"/>
              </a:spcBef>
              <a:spcAft>
                <a:spcPts val="0"/>
              </a:spcAft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Assign every point to its nearest median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rtl="0" algn="just">
              <a:spcBef>
                <a:spcPts val="440"/>
              </a:spcBef>
              <a:spcAft>
                <a:spcPts val="0"/>
              </a:spcAft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Re-compute the median using the median of each individual feature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Until convergence criterion is satisfied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397" name="Google Shape;397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398" name="Google Shape;398;p40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399" name="Google Shape;399;p40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K-Medians: Handling Outliers by Computing Medians 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00" name="Google Shape;400;p40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405" name="Google Shape;405;p41"/>
          <p:cNvSpPr txBox="1"/>
          <p:nvPr>
            <p:ph idx="1" type="body"/>
          </p:nvPr>
        </p:nvSpPr>
        <p:spPr>
          <a:xfrm>
            <a:off x="762000" y="1646572"/>
            <a:ext cx="7953300" cy="46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K-Means cannot handle non-numerical (categorical) data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Mapping categorical value to 1/0 cannot generate quality clusters for highdimensional data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K-Modes: An extension to K-Means by replacing means of clusters with modes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Dissimilarity measure between object X and the center of a cluster Z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Φ(xj , zj ) = 1 – nj r /nl when xj = zj ; 1 when xj ǂ zj  </a:t>
            </a:r>
            <a:endParaRPr sz="1800">
              <a:solidFill>
                <a:srgbClr val="1F1F1F"/>
              </a:solidFill>
            </a:endParaRPr>
          </a:p>
          <a:p>
            <a:pPr indent="-342900" lvl="2" marL="1371600" rtl="0" algn="just">
              <a:spcBef>
                <a:spcPts val="440"/>
              </a:spcBef>
              <a:spcAft>
                <a:spcPts val="0"/>
              </a:spcAft>
              <a:buSzPts val="1800"/>
              <a:buChar char="■"/>
            </a:pPr>
            <a:r>
              <a:rPr lang="en-GB" sz="1800">
                <a:solidFill>
                  <a:srgbClr val="1F1F1F"/>
                </a:solidFill>
              </a:rPr>
              <a:t>where zj is the categorical value of attribute j in Zl , nl is the number of objects in cluster l, and nj r is the number of objects whose attribute value is r  </a:t>
            </a:r>
            <a:endParaRPr sz="1800">
              <a:solidFill>
                <a:srgbClr val="1F1F1F"/>
              </a:solidFill>
            </a:endParaRPr>
          </a:p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406" name="Google Shape;40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07" name="Google Shape;407;p41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408" name="Google Shape;408;p41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K-Modes: Clustering Categorical Data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09" name="Google Shape;409;p41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414" name="Google Shape;414;p42"/>
          <p:cNvSpPr txBox="1"/>
          <p:nvPr>
            <p:ph idx="1" type="body"/>
          </p:nvPr>
        </p:nvSpPr>
        <p:spPr>
          <a:xfrm>
            <a:off x="762000" y="1646572"/>
            <a:ext cx="7953300" cy="46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This dissimilarity measure (distance function) is frequency-based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Algorithm is still based on iterative object cluster assignment and centroid update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A fuzzy K-Modes method is proposed to calculate a fuzzy cluster membership value for each object to each cluster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A mixture of categorical and numerical data: Using a K-Prototype method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415" name="Google Shape;415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42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417" name="Google Shape;417;p42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K-Modes: Clustering Categorical Data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18" name="Google Shape;418;p42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423" name="Google Shape;423;p43"/>
          <p:cNvSpPr txBox="1"/>
          <p:nvPr>
            <p:ph idx="1" type="body"/>
          </p:nvPr>
        </p:nvSpPr>
        <p:spPr>
          <a:xfrm>
            <a:off x="762000" y="1646572"/>
            <a:ext cx="7953300" cy="46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Kernel K-Means extends the K-Means algorithm to nonlinearly separable data by mapping it to a higher-dimensional space.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Kernel Trick: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Maps data points to a higher-dimensional space using a kernel function.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In the transformed space, data may become linearly separable.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Applies the standard K-Means algorithm in the transformed space.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Application and Benefits: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Effective for data with complex shapes and patterns.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Allows clustering in feature spaces that are not explicitly defined.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424" name="Google Shape;424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43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426" name="Google Shape;426;p43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Kernel K-Means Clustering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27" name="Google Shape;427;p43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432" name="Google Shape;432;p44"/>
          <p:cNvSpPr txBox="1"/>
          <p:nvPr>
            <p:ph idx="1" type="body"/>
          </p:nvPr>
        </p:nvSpPr>
        <p:spPr>
          <a:xfrm>
            <a:off x="762000" y="1646575"/>
            <a:ext cx="8527800" cy="46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Kernel K-Means to detect non-convex clusters ( </a:t>
            </a:r>
            <a:r>
              <a:rPr lang="en-GB" sz="1800">
                <a:solidFill>
                  <a:srgbClr val="1F1F1F"/>
                </a:solidFill>
              </a:rPr>
              <a:t>K-Means only to linearly separable  </a:t>
            </a:r>
            <a:r>
              <a:rPr lang="en-GB" sz="1800">
                <a:solidFill>
                  <a:srgbClr val="1F1F1F"/>
                </a:solidFill>
              </a:rPr>
              <a:t>)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Idea: Project data onto the high-dimensional kernel space, and then perform K-Means clustering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Map data points in the input space onto a high-dimensional feature space using the kernel function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Perform K-Means on the mapped feature space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Computational complexity is higher than K-Means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Need to compute and store n x n kernel matrix generated from the kernel function on the original data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The widely studied spectral clustering can be considered as a variant of Kernel K-Means clustering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433" name="Google Shape;433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44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435" name="Google Shape;435;p44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Kernel K-Means Clustering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36" name="Google Shape;436;p44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441" name="Google Shape;441;p45"/>
          <p:cNvSpPr txBox="1"/>
          <p:nvPr>
            <p:ph idx="1" type="body"/>
          </p:nvPr>
        </p:nvSpPr>
        <p:spPr>
          <a:xfrm>
            <a:off x="762000" y="1646575"/>
            <a:ext cx="8527800" cy="46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Typical kernel functions: 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Polynomial kernel of degree h: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Gaussian radial basis function (RBF) kernel: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Sigmoid kernel: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The formula for kernel matrix K for any two points xi , xj є Ck is  </a:t>
            </a:r>
            <a:endParaRPr sz="1800">
              <a:solidFill>
                <a:srgbClr val="1F1F1F"/>
              </a:solidFill>
            </a:endParaRPr>
          </a:p>
          <a:p>
            <a:pPr indent="0" lvl="0" marL="45720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442" name="Google Shape;442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45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444" name="Google Shape;444;p45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Kernel Functions and Kernel K-Means Clustering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45" name="Google Shape;445;p45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  <p:pic>
        <p:nvPicPr>
          <p:cNvPr id="446" name="Google Shape;446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63875" y="2025500"/>
            <a:ext cx="1962150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7" name="Google Shape;447;p4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86463" y="2273138"/>
            <a:ext cx="2447925" cy="390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4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324225" y="2647950"/>
            <a:ext cx="249555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9" name="Google Shape;449;p4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784225" y="3418350"/>
            <a:ext cx="2066925" cy="352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454" name="Google Shape;454;p46"/>
          <p:cNvSpPr txBox="1"/>
          <p:nvPr>
            <p:ph idx="1" type="body"/>
          </p:nvPr>
        </p:nvSpPr>
        <p:spPr>
          <a:xfrm>
            <a:off x="762000" y="1646575"/>
            <a:ext cx="8527800" cy="46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The SSE criterion of kernel K-means:  </a:t>
            </a:r>
            <a:endParaRPr sz="1800">
              <a:solidFill>
                <a:srgbClr val="1F1F1F"/>
              </a:solidFill>
            </a:endParaRPr>
          </a:p>
          <a:p>
            <a:pPr indent="0" lvl="0" marL="45720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The formula for the cluster centroid:  </a:t>
            </a:r>
            <a:endParaRPr sz="1800">
              <a:solidFill>
                <a:srgbClr val="1F1F1F"/>
              </a:solidFill>
            </a:endParaRPr>
          </a:p>
          <a:p>
            <a:pPr indent="0" lvl="0" marL="91440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F1F1F"/>
              </a:solidFill>
            </a:endParaRPr>
          </a:p>
          <a:p>
            <a:pPr indent="0" lvl="0" marL="91440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F1F1F"/>
              </a:solidFill>
            </a:endParaRPr>
          </a:p>
          <a:p>
            <a:pPr indent="0" lvl="0" marL="91440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Clustering can be performed without the actual individual projections φ(xi ) and φ(xj ) for the data points xi , xj є Ck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455" name="Google Shape;455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56" name="Google Shape;456;p46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457" name="Google Shape;457;p46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Kernel Functions and Kernel K-Means Clustering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58" name="Google Shape;458;p46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  <p:pic>
        <p:nvPicPr>
          <p:cNvPr id="459" name="Google Shape;459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81575" y="1745450"/>
            <a:ext cx="3181350" cy="552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0" name="Google Shape;460;p4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67125" y="2640763"/>
            <a:ext cx="1657350" cy="866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465" name="Google Shape;465;p47"/>
          <p:cNvSpPr txBox="1"/>
          <p:nvPr>
            <p:ph idx="1" type="body"/>
          </p:nvPr>
        </p:nvSpPr>
        <p:spPr>
          <a:xfrm>
            <a:off x="762000" y="1646575"/>
            <a:ext cx="8527800" cy="46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Gaussian radial basis function (RBF) kernel: K(Xi , Xj ) =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Suppose there are 5 original 2-dimensional points: 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x1(0, 0), x2(4, 4), x3(-4, 4), x4(-4, -4), x5(4, -4) 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If we set 𝜎 to 4, we will have the following points in the kernel space  </a:t>
            </a:r>
            <a:endParaRPr sz="1800">
              <a:solidFill>
                <a:srgbClr val="1F1F1F"/>
              </a:solidFill>
            </a:endParaRPr>
          </a:p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466" name="Google Shape;466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67" name="Google Shape;467;p47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468" name="Google Shape;468;p47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Example: Kernel Functions and Kernel K-Means Clustering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69" name="Google Shape;469;p47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  <p:pic>
        <p:nvPicPr>
          <p:cNvPr id="470" name="Google Shape;470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81800" y="1646563"/>
            <a:ext cx="1552575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" name="Google Shape;471;p4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64550" y="2923260"/>
            <a:ext cx="6014901" cy="2144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476" name="Google Shape;476;p48"/>
          <p:cNvSpPr txBox="1"/>
          <p:nvPr>
            <p:ph idx="1" type="body"/>
          </p:nvPr>
        </p:nvSpPr>
        <p:spPr>
          <a:xfrm>
            <a:off x="762000" y="2922100"/>
            <a:ext cx="8527800" cy="46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The above data set cannot generate quality clusters by K-Means since it contains non-covex clusters 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Gaussian RBF Kernel transformation maps data to a kernel matrix K for any two points xi , xj : </a:t>
            </a:r>
            <a:endParaRPr sz="1800">
              <a:solidFill>
                <a:srgbClr val="1F1F1F"/>
              </a:solidFill>
            </a:endParaRPr>
          </a:p>
          <a:p>
            <a:pPr indent="0" lvl="0" marL="45720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1F1F1F"/>
                </a:solidFill>
              </a:rPr>
              <a:t>and Gaussian kernel:  </a:t>
            </a:r>
            <a:endParaRPr sz="1800">
              <a:solidFill>
                <a:srgbClr val="1F1F1F"/>
              </a:solidFill>
            </a:endParaRPr>
          </a:p>
          <a:p>
            <a:pPr indent="0" lvl="0" marL="45720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1F1F1F"/>
                </a:solidFill>
              </a:rPr>
              <a:t>K-Means clustering is conducted on the mapped data, generating quality clusters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477" name="Google Shape;477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78" name="Google Shape;478;p48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479" name="Google Shape;479;p48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Example: Kernel K-Means Clustering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80" name="Google Shape;480;p48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  <p:pic>
        <p:nvPicPr>
          <p:cNvPr id="481" name="Google Shape;4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19363" y="3790950"/>
            <a:ext cx="1952625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2" name="Google Shape;482;p4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8500" y="4114788"/>
            <a:ext cx="2466975" cy="371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3" name="Google Shape;483;p4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003300" y="1569950"/>
            <a:ext cx="5430974" cy="1445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488" name="Google Shape;488;p49"/>
          <p:cNvSpPr txBox="1"/>
          <p:nvPr>
            <p:ph idx="1" type="body"/>
          </p:nvPr>
        </p:nvSpPr>
        <p:spPr>
          <a:xfrm>
            <a:off x="762000" y="1646572"/>
            <a:ext cx="7953300" cy="46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K-Means: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Uses centroids as cluster representatives.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Sensitive to outliers and noise.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Efficient for large datasets.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Euclidean distance commonly used.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K-Medoids: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Uses actual data points (medoids) as representatives.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Robust to outliers and noise.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More interpretable and robust.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489" name="Google Shape;489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49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491" name="Google Shape;491;p49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Comparing K-Means, K-Medoids, and K-Modes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92" name="Google Shape;492;p49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497" name="Google Shape;497;p50"/>
          <p:cNvSpPr txBox="1"/>
          <p:nvPr>
            <p:ph idx="1" type="body"/>
          </p:nvPr>
        </p:nvSpPr>
        <p:spPr>
          <a:xfrm>
            <a:off x="762000" y="1646572"/>
            <a:ext cx="7953300" cy="46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K-Modes: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Caters to categorical data.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Identifies modes as representatives.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Applicable for nominal and ordinal data.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Understanding the differences and trade-offs between these methods helps in selecting the right approach for your clustering task.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498" name="Google Shape;498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499" name="Google Shape;499;p50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500" name="Google Shape;500;p50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Comparing K-Means, K-Medoids, and K-Modes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01" name="Google Shape;501;p50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506" name="Google Shape;506;p51"/>
          <p:cNvSpPr txBox="1"/>
          <p:nvPr>
            <p:ph idx="1" type="body"/>
          </p:nvPr>
        </p:nvSpPr>
        <p:spPr>
          <a:xfrm>
            <a:off x="762000" y="1646572"/>
            <a:ext cx="7953300" cy="46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Partitioning-based clustering methods find applications in diverse domains beyond traditional data mining.</a:t>
            </a:r>
            <a:endParaRPr sz="1800">
              <a:solidFill>
                <a:srgbClr val="1F1F1F"/>
              </a:solidFill>
            </a:endParaRPr>
          </a:p>
          <a:p>
            <a:pPr indent="-342900" lvl="0" marL="4572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Applications: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Customer segmentation for targeted marketing.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Image compression using vector quantization (K-Means).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Document clustering for topic discovery.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Disease subtyping in healthcare research.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Anomaly detection for cybersecurity.</a:t>
            </a:r>
            <a:endParaRPr sz="1800">
              <a:solidFill>
                <a:srgbClr val="1F1F1F"/>
              </a:solidFill>
            </a:endParaRPr>
          </a:p>
          <a:p>
            <a:pPr indent="-342900" lvl="1" marL="91440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The versatility of partitioning-based methods makes them indispensable tools in various data analysis tasks.</a:t>
            </a:r>
            <a:endParaRPr sz="1800">
              <a:solidFill>
                <a:srgbClr val="1F1F1F"/>
              </a:solidFill>
            </a:endParaRPr>
          </a:p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507" name="Google Shape;507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51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509" name="Google Shape;509;p51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Practical Applications and Beyond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10" name="Google Shape;510;p51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Rectangle: Click to edit Master text styles &#10;Second level &#10;Third level &#10;Fourth level &#10;Fifth level" id="515" name="Google Shape;515;p52"/>
          <p:cNvSpPr txBox="1"/>
          <p:nvPr>
            <p:ph idx="1" type="body"/>
          </p:nvPr>
        </p:nvSpPr>
        <p:spPr>
          <a:xfrm>
            <a:off x="762000" y="1646572"/>
            <a:ext cx="7953300" cy="46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73380" lvl="0" marL="342900" rtl="0" algn="just">
              <a:spcBef>
                <a:spcPts val="440"/>
              </a:spcBef>
              <a:spcAft>
                <a:spcPts val="0"/>
              </a:spcAft>
              <a:buSzPts val="1800"/>
              <a:buChar char="●"/>
            </a:pPr>
            <a:r>
              <a:rPr lang="en-GB" sz="1800">
                <a:solidFill>
                  <a:srgbClr val="1F1F1F"/>
                </a:solidFill>
              </a:rPr>
              <a:t>In this lesson, we explored Partitioning-Based Clustering Methods:</a:t>
            </a:r>
            <a:endParaRPr sz="1800">
              <a:solidFill>
                <a:srgbClr val="1F1F1F"/>
              </a:solidFill>
            </a:endParaRPr>
          </a:p>
          <a:p>
            <a:pPr indent="-331469" lvl="1" marL="74295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K-Means partitions data based on squared distances to centroids.</a:t>
            </a:r>
            <a:endParaRPr sz="1800">
              <a:solidFill>
                <a:srgbClr val="1F1F1F"/>
              </a:solidFill>
            </a:endParaRPr>
          </a:p>
          <a:p>
            <a:pPr indent="-331469" lvl="1" marL="74295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Initialization methods influence K-Means convergence and results.</a:t>
            </a:r>
            <a:endParaRPr sz="1800">
              <a:solidFill>
                <a:srgbClr val="1F1F1F"/>
              </a:solidFill>
            </a:endParaRPr>
          </a:p>
          <a:p>
            <a:pPr indent="-331469" lvl="1" marL="74295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K-Medoids uses data points as medoids for robustness.</a:t>
            </a:r>
            <a:endParaRPr sz="1800">
              <a:solidFill>
                <a:srgbClr val="1F1F1F"/>
              </a:solidFill>
            </a:endParaRPr>
          </a:p>
          <a:p>
            <a:pPr indent="-331469" lvl="1" marL="74295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K-Medians and K-Modes cater to specific data types.</a:t>
            </a:r>
            <a:endParaRPr sz="1800">
              <a:solidFill>
                <a:srgbClr val="1F1F1F"/>
              </a:solidFill>
            </a:endParaRPr>
          </a:p>
          <a:p>
            <a:pPr indent="-331469" lvl="1" marL="74295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Kernel K-Means extends clustering to nonlinear data.</a:t>
            </a:r>
            <a:endParaRPr sz="1800">
              <a:solidFill>
                <a:srgbClr val="1F1F1F"/>
              </a:solidFill>
            </a:endParaRPr>
          </a:p>
          <a:p>
            <a:pPr indent="-331469" lvl="1" marL="74295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Challenges include initialization sensitivity and K estimation.</a:t>
            </a:r>
            <a:endParaRPr sz="1800">
              <a:solidFill>
                <a:srgbClr val="1F1F1F"/>
              </a:solidFill>
            </a:endParaRPr>
          </a:p>
          <a:p>
            <a:pPr indent="-331469" lvl="1" marL="742950" rtl="0" algn="just">
              <a:spcBef>
                <a:spcPts val="440"/>
              </a:spcBef>
              <a:spcAft>
                <a:spcPts val="0"/>
              </a:spcAft>
              <a:buSzPts val="1800"/>
              <a:buChar char="○"/>
            </a:pPr>
            <a:r>
              <a:rPr lang="en-GB" sz="1800">
                <a:solidFill>
                  <a:srgbClr val="1F1F1F"/>
                </a:solidFill>
              </a:rPr>
              <a:t>Evaluation methods ensure reliable clustering outcomes.</a:t>
            </a:r>
            <a:endParaRPr sz="1800">
              <a:solidFill>
                <a:srgbClr val="1F1F1F"/>
              </a:solidFill>
            </a:endParaRPr>
          </a:p>
        </p:txBody>
      </p:sp>
      <p:pic>
        <p:nvPicPr>
          <p:cNvPr id="516" name="Google Shape;516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517" name="Google Shape;517;p52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518" name="Google Shape;518;p52"/>
          <p:cNvSpPr txBox="1"/>
          <p:nvPr/>
        </p:nvSpPr>
        <p:spPr>
          <a:xfrm>
            <a:off x="762000" y="1184875"/>
            <a:ext cx="8111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Recap and Key Takeaways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19" name="Google Shape;519;p52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Partitioning-Based Clustering Methods</a:t>
            </a:r>
            <a:endParaRPr sz="36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53"/>
          <p:cNvSpPr txBox="1"/>
          <p:nvPr>
            <p:ph type="title"/>
          </p:nvPr>
        </p:nvSpPr>
        <p:spPr>
          <a:xfrm>
            <a:off x="609600" y="228600"/>
            <a:ext cx="7772400" cy="857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Times New Roman"/>
              <a:buNone/>
            </a:pPr>
            <a:r>
              <a:rPr lang="en-GB" sz="3600"/>
              <a:t>Summary</a:t>
            </a:r>
            <a:endParaRPr sz="3600"/>
          </a:p>
        </p:txBody>
      </p:sp>
      <p:sp>
        <p:nvSpPr>
          <p:cNvPr descr="Rectangle: Click to edit Master text styles &#10;Second level &#10;Third level &#10;Fourth level &#10;Fifth level" id="525" name="Google Shape;525;p53"/>
          <p:cNvSpPr txBox="1"/>
          <p:nvPr>
            <p:ph idx="1" type="body"/>
          </p:nvPr>
        </p:nvSpPr>
        <p:spPr>
          <a:xfrm>
            <a:off x="762000" y="1646581"/>
            <a:ext cx="79533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88620" lvl="0" marL="342900" rtl="0" algn="just">
              <a:spcBef>
                <a:spcPts val="44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GB" sz="1800">
                <a:solidFill>
                  <a:srgbClr val="000000"/>
                </a:solidFill>
              </a:rPr>
              <a:t>K-Means and K-Medoids methods.</a:t>
            </a:r>
            <a:endParaRPr sz="1800">
              <a:solidFill>
                <a:srgbClr val="000000"/>
              </a:solidFill>
            </a:endParaRPr>
          </a:p>
          <a:p>
            <a:pPr indent="-388620" lvl="0" marL="342900" rtl="0" algn="just">
              <a:spcBef>
                <a:spcPts val="44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GB" sz="1800">
                <a:solidFill>
                  <a:srgbClr val="000000"/>
                </a:solidFill>
              </a:rPr>
              <a:t>Application to diverse datasets.</a:t>
            </a:r>
            <a:endParaRPr sz="1800">
              <a:solidFill>
                <a:srgbClr val="000000"/>
              </a:solidFill>
            </a:endParaRPr>
          </a:p>
          <a:p>
            <a:pPr indent="-388620" lvl="0" marL="342900" rtl="0" algn="just">
              <a:spcBef>
                <a:spcPts val="44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GB" sz="1800">
                <a:solidFill>
                  <a:srgbClr val="000000"/>
                </a:solidFill>
              </a:rPr>
              <a:t>Explore cluster boundaries.</a:t>
            </a:r>
            <a:endParaRPr sz="1800">
              <a:solidFill>
                <a:srgbClr val="000000"/>
              </a:solidFill>
            </a:endParaRPr>
          </a:p>
        </p:txBody>
      </p:sp>
      <p:pic>
        <p:nvPicPr>
          <p:cNvPr id="526" name="Google Shape;526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87" y="33337"/>
            <a:ext cx="940596" cy="366713"/>
          </a:xfrm>
          <a:prstGeom prst="rect">
            <a:avLst/>
          </a:prstGeom>
          <a:noFill/>
          <a:ln>
            <a:noFill/>
          </a:ln>
        </p:spPr>
      </p:pic>
      <p:sp>
        <p:nvSpPr>
          <p:cNvPr id="527" name="Google Shape;527;p53"/>
          <p:cNvSpPr txBox="1"/>
          <p:nvPr/>
        </p:nvSpPr>
        <p:spPr>
          <a:xfrm>
            <a:off x="6705600" y="4686300"/>
            <a:ext cx="1905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ahoma"/>
              <a:buNone/>
            </a:pPr>
            <a:fld id="{00000000-1234-1234-1234-123412341234}" type="slidenum">
              <a:rPr b="0" i="0" lang="en-GB" sz="1400" u="non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‹#›</a:t>
            </a:fld>
            <a:endParaRPr/>
          </a:p>
        </p:txBody>
      </p:sp>
      <p:sp>
        <p:nvSpPr>
          <p:cNvPr id="528" name="Google Shape;528;p53"/>
          <p:cNvSpPr txBox="1"/>
          <p:nvPr/>
        </p:nvSpPr>
        <p:spPr>
          <a:xfrm>
            <a:off x="762000" y="1184875"/>
            <a:ext cx="795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t/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29" name="Google Shape;529;p53"/>
          <p:cNvSpPr txBox="1"/>
          <p:nvPr/>
        </p:nvSpPr>
        <p:spPr>
          <a:xfrm>
            <a:off x="762000" y="1184875"/>
            <a:ext cx="8239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None/>
            </a:pPr>
            <a:r>
              <a:rPr b="1" i="1" lang="en-GB" sz="1800">
                <a:solidFill>
                  <a:srgbClr val="0B539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Partitioning Clustering</a:t>
            </a:r>
            <a:endParaRPr b="1" i="1" sz="1800">
              <a:solidFill>
                <a:srgbClr val="0B539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lueprint">
  <a:themeElements>
    <a:clrScheme name="">
      <a:dk1>
        <a:srgbClr val="40458C"/>
      </a:dk1>
      <a:lt1>
        <a:srgbClr val="FFFFFF"/>
      </a:lt1>
      <a:dk2>
        <a:srgbClr val="BE2D00"/>
      </a:dk2>
      <a:lt2>
        <a:srgbClr val="B7C1EB"/>
      </a:lt2>
      <a:accent1>
        <a:srgbClr val="ECD882"/>
      </a:accent1>
      <a:accent2>
        <a:srgbClr val="577052"/>
      </a:accent2>
      <a:accent3>
        <a:srgbClr val="FFFFFF"/>
      </a:accent3>
      <a:accent4>
        <a:srgbClr val="353A77"/>
      </a:accent4>
      <a:accent5>
        <a:srgbClr val="F4E9C1"/>
      </a:accent5>
      <a:accent6>
        <a:srgbClr val="4E6549"/>
      </a:accent6>
      <a:hlink>
        <a:srgbClr val="6F89F7"/>
      </a:hlink>
      <a:folHlink>
        <a:srgbClr val="CFDBF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1_Blueprint">
  <a:themeElements>
    <a:clrScheme name="">
      <a:dk1>
        <a:srgbClr val="40458C"/>
      </a:dk1>
      <a:lt1>
        <a:srgbClr val="FFFFFF"/>
      </a:lt1>
      <a:dk2>
        <a:srgbClr val="BE2D00"/>
      </a:dk2>
      <a:lt2>
        <a:srgbClr val="B7C1EB"/>
      </a:lt2>
      <a:accent1>
        <a:srgbClr val="ECD882"/>
      </a:accent1>
      <a:accent2>
        <a:srgbClr val="577052"/>
      </a:accent2>
      <a:accent3>
        <a:srgbClr val="FFFFFF"/>
      </a:accent3>
      <a:accent4>
        <a:srgbClr val="353A77"/>
      </a:accent4>
      <a:accent5>
        <a:srgbClr val="F4E9C1"/>
      </a:accent5>
      <a:accent6>
        <a:srgbClr val="4E6549"/>
      </a:accent6>
      <a:hlink>
        <a:srgbClr val="6F89F7"/>
      </a:hlink>
      <a:folHlink>
        <a:srgbClr val="CFDBF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