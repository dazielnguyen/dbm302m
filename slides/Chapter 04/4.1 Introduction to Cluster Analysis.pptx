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Tahoma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Tahoma-bold.fntdata"/><Relationship Id="rId30" Type="http://schemas.openxmlformats.org/officeDocument/2006/relationships/font" Target="fonts/Tahoma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582b55a4a5_0_6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39ee772909_0_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39ee772909_0_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39ee772909_0_1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239ee772909_0_1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39ee772909_0_2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39ee772909_0_2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39ee772909_0_3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239ee772909_0_3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39ee772909_0_4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239ee772909_0_4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39ee772909_0_4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239ee772909_0_4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39ee772909_0_5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239ee772909_0_5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39ee772909_0_6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239ee772909_0_6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39ee772909_0_7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239ee772909_0_7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39ee772909_0_9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239ee772909_0_9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6107121dc2_0_1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26107121dc2_0_1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39ee772909_0_11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239ee772909_0_11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39ee772909_0_1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239ee772909_0_1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39ee772909_0_1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g239ee772909_0_1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39ee772909_0_137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239ee772909_0_137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39ee772909_0_14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239ee772909_0_14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39ee772909_0_15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239ee772909_0_15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239ee772909_0_165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239ee772909_0_165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39ee772909_0_17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239ee772909_0_17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4c708d55ea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24c708d55ea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4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Cluster Analysis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Understand the concept and purpose of cluster analysis.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Explore the diverse applications of cluster analysis across various domains.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Identify the requirements and challenges associated with cluster analysis.</a:t>
            </a:r>
            <a:endParaRPr sz="1800">
              <a:solidFill>
                <a:srgbClr val="666666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en-GB" sz="1800">
                <a:solidFill>
                  <a:srgbClr val="666666"/>
                </a:solidFill>
              </a:rPr>
              <a:t>Learn about different types of clustering methodologies and their characteristics.</a:t>
            </a:r>
            <a:endParaRPr sz="1800">
              <a:solidFill>
                <a:srgbClr val="666666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666666"/>
              </a:buClr>
              <a:buSzPts val="1800"/>
              <a:buChar char="●"/>
            </a:pPr>
            <a:r>
              <a:rPr lang="en-GB" sz="1800">
                <a:solidFill>
                  <a:srgbClr val="666666"/>
                </a:solidFill>
              </a:rPr>
              <a:t>Gain insights into clustering various types of data, including numeric, binary, and categorical.</a:t>
            </a:r>
            <a:endParaRPr sz="1800">
              <a:solidFill>
                <a:srgbClr val="666666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666666"/>
                </a:solidFill>
              </a:rPr>
              <a:t>Recognize the importance of user involvement and interpretation in clustering</a:t>
            </a:r>
            <a:r>
              <a:rPr lang="en-GB" sz="1800">
                <a:solidFill>
                  <a:srgbClr val="1F1F1F"/>
                </a:solidFill>
              </a:rPr>
              <a:t>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1" name="Google Shape;251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What is Cluster Analysis?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Definition and significance of cluster analysis in data mining.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Illustration of how it aids in pattern recognition and decision-making.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Applications of Cluster Analysis: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Real-world scenarios where cluster analysis plays a crucial role.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Examples from marketing, biology, social networks, and more.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Covered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0" name="Google Shape;260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Requirements and Challenges: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Prerequisites for effective cluster analysis.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Addressing challenges like preprocessing, distance metrics, and selecting the number of clusters.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 Multi-Dimensional Categorization: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Understanding the categorization of clustering methodologies.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Distinction between hierarchical, partitioning, density-based, and grid-based methods.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Covered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9" name="Google Shape;269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Overview of Clustering Methodologies: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In-depth exploration of typical clustering methods.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Understanding the pros and cons of each approach.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Clustering Different Types of Data: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Handling numeric, binary, and categorical data in clustering.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Utilizing appropriate similarity measures for each data type.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User Insights and Clustering: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Recognizing the role of user involvement and interpretation.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Exploring the iterative nature of the clustering process.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 Covered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8" name="Google Shape;278;p2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At the heart of data mining lies cluster analysis, a powerful technique that aids in uncovering hidden patterns and relationships within datasets. Cluster analysis, also known as clustering, groups similar data points together while keeping dissimilar points apart.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9" name="Google Shape;2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Cluster Analysis ?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2" name="Google Shape;28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6725" y="2868300"/>
            <a:ext cx="3910550" cy="216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88" name="Google Shape;288;p2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Key Concepts: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Point Similarity: Clustering is based on the concept of similarity, where data points that share common characteristics or attributes are grouped together.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Pattern Recognition: Cluster analysis helps identify intrinsic structures within data, enabling us to recognize patterns that might otherwise remain hidden.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Unsupervised Learning: Unlike supervised learning, clustering is unsupervised, meaning it doesn't rely on predefined labels or categories.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Exploratory Data Analysis: Cluster analysis is a crucial step in exploratory data analysis, providing insights into data composition.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9" name="Google Shape;2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Cluster Analysis ?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97" name="Google Shape;297;p2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Significance in Data Mining: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Segmentation: Clustering aids in segmenting data into meaningful groups, facilitating targeted analysis and decision-making.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Anomaly Detection: It helps identify outliers or anomalies that deviate from typical patterns.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Recommendation Systems: Cluster analysis contributes to building recommendation systems by identifying user groups with similar preferences.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Image and Text Analysis: Clustering finds applications in image segmentation, topic modeling, and sentiment analysis.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98" name="Google Shape;29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Cluster Analysis ?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06" name="Google Shape;306;p3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Cluster analysis finds its application across diverse domains, playing a pivotal role in various real-world scenarios. Let's explore some of the compelling applications where cluster analysis shines.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9" name="Google Shape;309;p30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of Cluster Analysis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15" name="Google Shape;315;p3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Marketing and Customer Segmentation: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 analysis aids in segmenting customers based on purchasing behavior, demographics, and preferences.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Enables personalized marketing strategies and targeted campaigns.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Biology and Genetics: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Clustering genes with similar functions or profiles helps in understanding genetic relationships.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Supports the identification of genes associated with specific diseases.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6" name="Google Shape;31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8" name="Google Shape;318;p31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of Cluster Analysis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24" name="Google Shape;324;p3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Social Network Analysis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Anomaly Detection and Fraud Prevention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Image and Video Segmentation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Document Clustering and Text Mining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Geographical Data Analysis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Market Basket Analysis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Manufacturing and Quality Control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…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25" name="Google Shape;32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7" name="Google Shape;327;p32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of Cluster Analysis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33" name="Google Shape;333;p33"/>
          <p:cNvSpPr txBox="1"/>
          <p:nvPr>
            <p:ph idx="1" type="body"/>
          </p:nvPr>
        </p:nvSpPr>
        <p:spPr>
          <a:xfrm>
            <a:off x="762000" y="1646575"/>
            <a:ext cx="8382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Partitioning criteria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Single level vs. hierarchical partitioning (often, multi-level hierarchical partitioning is desirable, e.g., grouping topical terms)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Separation of clusters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Exclusive (e.g., one customer belongs to only one region) vs. non-exclusive (e.g., one document may belong to more than one class)  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34" name="Google Shape;33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6" name="Google Shape;336;p33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Considerations for Cluster Analysis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42" name="Google Shape;342;p34"/>
          <p:cNvSpPr txBox="1"/>
          <p:nvPr>
            <p:ph idx="1" type="body"/>
          </p:nvPr>
        </p:nvSpPr>
        <p:spPr>
          <a:xfrm>
            <a:off x="762000" y="1646575"/>
            <a:ext cx="8382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Similarity measure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Distance-based (e.g., Euclidean, road network, vector) vs. </a:t>
            </a:r>
            <a:r>
              <a:rPr lang="en-GB" sz="1800">
                <a:solidFill>
                  <a:srgbClr val="1F1F1F"/>
                </a:solidFill>
              </a:rPr>
              <a:t>connectivity based</a:t>
            </a:r>
            <a:r>
              <a:rPr lang="en-GB" sz="1800">
                <a:solidFill>
                  <a:srgbClr val="1F1F1F"/>
                </a:solidFill>
              </a:rPr>
              <a:t> (e.g., density or contiguity)  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Clustering space 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Full space (often when low dimensional) vs. subspaces (often in highdimensional clustering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3" name="Google Shape;34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Considerations for Cluster Analysis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51" name="Google Shape;351;p3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Data Preprocessing: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Data quality is crucial. Clean and preprocess data to remove noise and inconsistencies.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Normalization or standardization may be needed to ensure fair comparison.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2" name="Google Shape;35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4" name="Google Shape;354;p3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and Challenges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0" name="Google Shape;360;p3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Determining the Number of Clusters (K):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The "elbow method," silhouette score, and other techniques help determine K.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 balance between too many and too few clusters is essential.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1" name="Google Shape;36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3" name="Google Shape;363;p36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and Challenges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9" name="Google Shape;369;p3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Interpretation and Validation: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Interpreting the meaning of clusters is subjective and domain-dependent.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Validation metrics (e.g., silhouette score, Davies-Bouldin index) help assess clustering quality.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0" name="Google Shape;37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2" name="Google Shape;372;p37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and Challenges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78" name="Google Shape;378;p3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Scalability: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Efficiency and scalability become critical as dataset size increases.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Parallelization and optimization techniques can be employed.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79" name="Google Shape;37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1" name="Google Shape;381;p38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and Challenges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87" name="Google Shape;387;p39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Handling High-Dimensional Data: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Curse of dimensionality can affect clustering performance.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Dimensionality reduction techniques like PCA or t-SNE may be applied.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88" name="Google Shape;38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90" name="Google Shape;390;p39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and Challenges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96" name="Google Shape;396;p4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Overcoming Outliers and Noise: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Outliers can distort cluster formation.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Consider removing, transforming, or assigning them to existing clusters.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97" name="Google Shape;397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99" name="Google Shape;399;p40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and Challenges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05" name="Google Shape;405;p4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Domain Knowledge: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Incorporating domain expertise enhances clustering results.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Prior knowledge can guide feature selection, metric choice, and interpretation.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06" name="Google Shape;406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4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08" name="Google Shape;408;p41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and Challenges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Introduction to Cluster Analysis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14" name="Google Shape;414;p4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</a:t>
            </a:r>
            <a:r>
              <a:rPr lang="en-GB" sz="1800">
                <a:solidFill>
                  <a:srgbClr val="1F1F1F"/>
                </a:solidFill>
              </a:rPr>
              <a:t>lgorithm Sensitivity: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Different algorithms may yield different results.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Sensitivity to initialization points or parameters should be considered.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415" name="Google Shape;415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4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17" name="Google Shape;417;p42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and Challenges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423" name="Google Shape;423;p4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Groups similar data points.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Applied in diverse domains.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Requires data quality and algorithm considerations.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424" name="Google Shape;42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426" name="Google Shape;426;p43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7" name="Google Shape;427;p43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Cluster Analysis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