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embeddedFontLst>
    <p:embeddedFont>
      <p:font typeface="Tahoma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Tahoma-regular.fntdata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c73c490b2_0_20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24c73c490b2_0_20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4c73c490b2_0_202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c73c490b2_0_2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4c73c490b2_0_2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c73c490b2_0_2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4c73c490b2_0_2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c73c490b2_0_39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4c73c490b2_0_39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c73c490b2_0_4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4c73c490b2_0_4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2" name="Google Shape;122;p14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95" name="Google Shape;195;p16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3" name="Google Shape;213;p19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53" name="Google Shape;53;p13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4" name="Google Shape;54;p13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55" name="Google Shape;55;p13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13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13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13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13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13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1" name="Google Shape;61;p13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2" name="Google Shape;62;p13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3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3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3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3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3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3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3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3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3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3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3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3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3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3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3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3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3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3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3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3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3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3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3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3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3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3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3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3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3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3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3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3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3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3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3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06" name="Google Shape;106;p13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07" name="Google Shape;107;p13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08" name="Google Shape;108;p13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3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3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1" name="Google Shape;111;p13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2" name="Google Shape;112;p13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13" name="Google Shape;113;p13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3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5" name="Google Shape;115;p13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16" name="Google Shape;116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17" name="Google Shape;117;p13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28" name="Google Shape;128;p15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29" name="Google Shape;129;p15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0" name="Google Shape;130;p15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1" name="Google Shape;131;p15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2" name="Google Shape;132;p15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3" name="Google Shape;133;p15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4" name="Google Shape;134;p15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5" name="Google Shape;135;p15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6" name="Google Shape;136;p15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5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5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5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5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5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5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5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5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5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5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5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5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5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5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1" name="Google Shape;151;p15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2" name="Google Shape;152;p15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5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5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5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5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5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8" name="Google Shape;158;p15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5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5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5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5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5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5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5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5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5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5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5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5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5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5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5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5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5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5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5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1" name="Google Shape;181;p15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2" name="Google Shape;182;p15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83" name="Google Shape;183;p15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84" name="Google Shape;184;p15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86" name="Google Shape;186;p15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87" name="Google Shape;187;p1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88" name="Google Shape;188;p15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4.4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Methods for Clustering Validation</a:t>
            </a:r>
            <a:endParaRPr sz="3600"/>
          </a:p>
        </p:txBody>
      </p:sp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35" name="Google Shape;235;p2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To</a:t>
            </a:r>
            <a:r>
              <a:rPr lang="en-GB" sz="1800">
                <a:solidFill>
                  <a:srgbClr val="1F1F1F"/>
                </a:solidFill>
              </a:rPr>
              <a:t> assess the quality and reliability of clustering results using various clustering validation techniques and metrics.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Duration: 1 slot session (approximately 2.15 hours)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4" name="Google Shape;244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1: Introduction to Clustering Validation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 the importance of clustering validation in data mining.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why it's essential to evaluate the quality of clustering results.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how clustering validation aids in selecting the right clustering algorithm and number of clusters.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3" name="Google Shape;253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2: Clustering Evaluation Metrics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Talk about common clustering evaluation metrics, including: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External validation metrics (e.g., Adjusted Rand Index, Fowlkes-Mallows Index)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Internal validation metrics (e.g., Silhouette Score, Davies-Bouldin Index)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how these metrics measure different aspects of clustering quality.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4.4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2" name="Google Shape;262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3: Hands-on Clustering Validation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Work with a given dataset and the results of a clustering algorithm (e.g., K-Means or DBSCAN).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Apply clustering evaluation metrics to assess the quality of the clustering results.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Compare different clustering algorithms or parameter settings.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