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4c74db1fc1_0_20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24c74db1fc1_0_20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4c74db1fc1_0_202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4c74db1fc1_0_2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4c74db1fc1_0_2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c74db1fc1_0_2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4c74db1fc1_0_2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c74db1fc1_0_39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4c74db1fc1_0_39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c74db1fc1_0_4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4c74db1fc1_0_4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4c74db1fc1_0_41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24c74db1fc1_0_41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2" name="Google Shape;122;p14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95" name="Google Shape;195;p16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3" name="Google Shape;213;p19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0" name="Google Shape;220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53" name="Google Shape;53;p13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54" name="Google Shape;54;p13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55" name="Google Shape;55;p13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6" name="Google Shape;56;p13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7" name="Google Shape;57;p13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13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" name="Google Shape;59;p13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" name="Google Shape;60;p13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1" name="Google Shape;61;p13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2" name="Google Shape;62;p13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3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3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3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3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3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3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3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3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3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3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3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3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3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3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3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3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3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3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3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3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3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3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3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3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3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3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3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3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3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3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3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3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3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3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3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06" name="Google Shape;106;p13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07" name="Google Shape;107;p13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08" name="Google Shape;108;p13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3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13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1" name="Google Shape;111;p13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2" name="Google Shape;112;p13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13" name="Google Shape;113;p13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3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5" name="Google Shape;115;p13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16" name="Google Shape;116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17" name="Google Shape;117;p13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5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28" name="Google Shape;128;p15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29" name="Google Shape;129;p15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0" name="Google Shape;130;p15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1" name="Google Shape;131;p15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2" name="Google Shape;132;p15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3" name="Google Shape;133;p15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4" name="Google Shape;134;p15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5" name="Google Shape;135;p15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6" name="Google Shape;136;p15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5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5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5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5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5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5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5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5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5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5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5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5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5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5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1" name="Google Shape;151;p15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2" name="Google Shape;152;p15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5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5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5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5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5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8" name="Google Shape;158;p15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5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5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5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5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5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5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5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5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5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5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5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5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5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5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5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5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5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5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5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1" name="Google Shape;181;p15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2" name="Google Shape;182;p15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83" name="Google Shape;183;p15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84" name="Google Shape;184;p15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86" name="Google Shape;186;p15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87" name="Google Shape;187;p1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88" name="Google Shape;188;p15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4.1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Introduction to Cluster analysis</a:t>
            </a:r>
            <a:endParaRPr sz="3600"/>
          </a:p>
        </p:txBody>
      </p:sp>
      <p:pic>
        <p:nvPicPr>
          <p:cNvPr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35" name="Google Shape;235;p2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To familiarize with the fundamental concepts of cluster analysis and hands-on experience with clustering techniques.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Duration: 1 slot session (approximately 2.15 hours)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4" name="Google Shape;244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1: Understanding Cluster Analysis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concept and significance of cluster analysis in data mining.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main objectives of clustering, including grouping similar data points.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real-world applications where clustering is valuable.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3" name="Google Shape;253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2: Types of Clustering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different types of clustering, such as hierarchical clustering, partitioning-based clustering, and density-based clustering.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characteristics and applications of each type.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2" name="Google Shape;262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3: Hands-on Clustering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Work with a given dataset (e.g., a collection of data points with numerical features).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Choose a clustering algorithm (e.g., K-Means, Agglomerative Hierarchical, DBSCAN) and apply it to the dataset.	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Create clusters based on chosen algorithm and visualize the results.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1" name="Google Shape;271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4: Interpretation and Evaluation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Interpret the clusters created.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Evaluate the quality of clustering results based on internal or external evaluation measures.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importance of selecting appropriate evaluation metrics.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