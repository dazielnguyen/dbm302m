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Tahoma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Tahoma-regular.fntdata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18" Type="http://schemas.openxmlformats.org/officeDocument/2006/relationships/font" Target="fonts/Tahoma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8a1495e46b_1_8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8a1495e46b_1_8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8a1495e46b_1_81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8a1495e46b_1_28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8a1495e46b_1_28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8a1495e46b_1_40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8a1495e46b_1_40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8a1495e46b_1_41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28a1495e46b_1_41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8a1495e46b_1_42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8a1495e46b_1_42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8a1495e46b_1_43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28a1495e46b_1_43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8a1495e46b_1_43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28a1495e46b_1_43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8a1495e46b_1_44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28a1495e46b_1_44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8a1495e46b_1_45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28a1495e46b_1_45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2.</a:t>
            </a:r>
            <a:r>
              <a:rPr lang="en-GB" sz="3600"/>
              <a:t>1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Introduction to Data Visualization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2.1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Understand</a:t>
            </a:r>
            <a:r>
              <a:rPr lang="en-GB" sz="1800">
                <a:solidFill>
                  <a:srgbClr val="1F1F1F"/>
                </a:solidFill>
              </a:rPr>
              <a:t> the fundamental concepts and techniques of data visualization and create basic visualizations using a popular data visualization tool.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Duration: 1 slot session (approximately 2.15 hours)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2.1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1" name="Google Shape;251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1: Understanding Data Visualization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the importance of data visualization in data analysis and decision-making.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the principles of effective data visualization, including clarity, accuracy, and storytelling.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Show examples of well-designed visualizations and discuss their impact.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2.1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0" name="Google Shape;260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2: Introduction to Data Visualization Tools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Introduce a popular data visualization tool such as Tableau, Power BI, or matplotlib (Python library).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Explain the interface and basic features of the tool.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Install the tool if necessary.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2.1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9" name="Google Shape;269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3: Exploring Sample Data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Work on a given dataset(e.g., a CSV file with sales data or survey responses).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Load the data into the visualization tool.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Pratique</a:t>
            </a:r>
            <a:r>
              <a:rPr lang="en-GB" sz="1800">
                <a:solidFill>
                  <a:srgbClr val="1F1F1F"/>
                </a:solidFill>
              </a:rPr>
              <a:t> basic data exploration, such as viewing data, filtering, and sorting.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2.1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8" name="Google Shape;278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4: Creating Basic Visualizations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Create common types of visualizations: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Bar charts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Line charts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Scatter plots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2.1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87" name="Google Shape;287;p2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5: Customizing Visualizations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Customize visualizations, including adjusting colors, labels, and titles.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8" name="Google Shape;2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2.1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96" name="Google Shape;296;p2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6: Presenting Insights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the importance of effectively communicating insights through visualizations.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Add titles, labels, and annotations to their visualizations to convey meaningful information.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7" name="Google Shape;29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2.1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05" name="Google Shape;305;p3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7: Sharing and Exporting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Share or export visualizations for presentations or reports.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6" name="Google Shape;30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8" name="Google Shape;308;p30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