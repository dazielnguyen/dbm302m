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332fb90c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8332fb90c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332fb90c_0_1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58332fb90c_0_1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32fb90c_0_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58332fb90c_0_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58332fb90c_0_3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258332fb90c_0_3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5f17a0926a_0_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5f17a0926a_0_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58332fb90c_0_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58332fb90c_0_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8332fb90c_0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58332fb90c_0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58332fb90c_0_6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58332fb90c_0_6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8332fb90c_0_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58332fb90c_0_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ba70fc503_2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3ba70fc503_2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3ba70fc503_2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3ba70fc503_2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ba70fc503_2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3ba70fc503_2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ba70fc503_2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3ba70fc503_2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ba70fc503_2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3ba70fc503_2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ba70fc503_2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3ba70fc503_2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ba70fc503_2_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3ba70fc503_2_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3ba70fc503_2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23ba70fc503_2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ba70fc503_2_6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23ba70fc503_2_6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4c71afe5a3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24c71afe5a3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multi-level associations involves discovering associations at different levels of granularity.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capturing associations not only between individual items but also between itemsets or item hierarchies.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Multi-level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Multi-level associations provide a more comprehensive understanding of item relationships.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enable the analysis of associations at different levels of detail, from individual items to higher-level itemsets or item hierarchies.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Multi-level associations can reveal hidden patterns and dependencies that are not apparent at a single level.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Mining Multi-level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Items often form hierarchies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Dairyland 2% milk; Wonder wheat bread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How to set min-support thresholds?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Uniform support across multiple levels (reasonable?)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Level-reduced min-support: Items at the lower level are expected to have lower support  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mining: Shared multi-level mining  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Use the lowest min-support to pass down the set of candidates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Multiple-Level Frequent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775" y="621738"/>
            <a:ext cx="4005601" cy="129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9" name="Google Shape;279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Multi-level association mining may generate many redundant rules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Redundancy filtering: Some rules may be redundant due to “ancestor” relationships between items (Suppose the 2% milk sold is about ¼ of milk sold in gallons)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milk ⇒ wheat bread [support = 8%, confidence = 70%] (1)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2% milk ⇒ wheat bread [support = 2%, confidence = 72%] (2)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rule is </a:t>
            </a:r>
            <a:r>
              <a:rPr b="1" i="1" lang="en-GB" sz="1800">
                <a:solidFill>
                  <a:srgbClr val="1F1F1F"/>
                </a:solidFill>
              </a:rPr>
              <a:t>redundant</a:t>
            </a:r>
            <a:r>
              <a:rPr lang="en-GB" sz="1800">
                <a:solidFill>
                  <a:srgbClr val="1F1F1F"/>
                </a:solidFill>
              </a:rPr>
              <a:t> if its support is close to the “expected” value, according to its “ancestor” rule, and it has a similar confidence as its “ancestor”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Rule (1) is an ancestor of rule (2), which one to prune?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Redundancy Filtering at Mining Multi-Level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We have used the same min-support threshold for all the items or item sets to be mined in each association mining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reality, some items (e.g., diamond, watch, …) are valuable but less frequent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is necessary to have customized min-support settings for different kinds of items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One Method: Use group-based “individualized” min-support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E.g., {diamond, watch}: 0.05%; {bread, milk}: 5%; …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How to mine such rules efficiently?  Existing scalable mining algorithms can be easily extended to cover such cases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Customized Min-Supports for Different Kinds of Items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 a retail scenario where items are organized in a hierarchy, such as categories, subcategories, and specific products.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multi-level associations can reveal interesting patterns, such as: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specific products within the same subcategory.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different subcategories within the same category.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products from different categories.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Multi-level Associations in Retail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Enhanced Insights: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provide a more comprehensive view of item relationships, leading to deeper insights.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reveal hidden dependencies and patterns that may not be evident at a single level.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Personalized Recommendations: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enable personalized recommendations based on item hierarchies or higher-level associations.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helps in suggesting relevant items based on user preferences and behavior.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Basket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Multi-level associations facilitate more detailed market basket analysis by capturing associations at different levels of granularity.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leads to better understanding of customer preferences and purchasing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Complexity: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multi-level associations can be computationally intensive due to the increased number of possible associations.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Efficient algorithms and data structures are required to handle the combinatorial explosion of itemsets.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Granularity Determination: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Determining the appropriate levels of granularity for mining multi-level associations is crucial.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Choosing too fine-grained or too coarse-grained levels may lead to information loss or irrelevant patterns.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Mining Multi-level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multi-dimensional associations involves discovering associations among multiple dimensions or attributes.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capturing relationships and dependencies between different dimensions of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Multi-dimensional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Multi-dimensional associations provide a holistic view of data relationships.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enable the analysis of associations across multiple dimensions, revealing complex patterns and dependencies.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Multi-dimensional associations are valuable for decision-making, pattern discovery, and understanding complex systems.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Mining Multi-dimensional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75"/>
            <a:ext cx="8479500" cy="3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Single-dimensional rules (e.g., items are all in “product” dimension)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buys(X, “milk”) ⇒ buys(X, “bread”)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Multi-dimensional rules (i.e., items in ≥ 2 dimensions or predicates)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Inter-dimension association rules (no repeated predicates)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age(X, “18-25”) ∧ occupation(X, “student”) ⇒ buys(X, “coke”)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Hybrid-dimension association rules (repeated predicates)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age(X, “18-25”) ∧ buys(X, “popcorn”) ⇒ buys(X, “coke”)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Attributes can be categorical or numerical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Categorical Attributes (e.g., profession, product: no ordering among values)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Quantitative Attributes: Numeric, implicit ordering among values)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62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Multi-Dimensional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9" name="Google Shape;369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Cube Mining: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cubes provide a multi-dimensional representation of data, allowing for the discovery of associations among dimensions.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Techniques like frequent pattern mining or rule mining can be applied on data cubes.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64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Techniques for Mining Multi-dimensional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 a scenario where customer behavior is captured across multiple dimensions, such as time, location, and product category.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multi-dimensional associations can reveal valuable insights, such as: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specific product categories and customer demographics.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Associations between customer behavior patterns and time of day or location.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Multi-dimensional Associations in Customer Behavior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7" name="Google Shape;387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Comprehensive Insights: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associations offer a comprehensive understanding of relationships among different dimensions, enabling deeper insights.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reveal complex patterns and dependencies that may not be apparent in individual dimensions.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Decision Support: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associations assist in decision-making by providing a broader context and considering multiple dimensions simultaneously.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help in identifying key factors and relationships that impact decision outcomes.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6" name="Google Shape;396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Business Intelligence and Data Analytics: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associations enhance business intelligence and data analytics efforts by uncovering meaningful patterns and trends.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support strategic planning, targeted marketing, and customer segmentation.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7" name="Google Shape;3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5" name="Google Shape;405;p4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Complexity: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Multi-dimensional data can be large, complex, and high-dimensional, which poses challenges for efficient mining.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Advanced algorithms and techniques are required to handle the complexity and scalability of multi-dimensional associations.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Dimensionality Reduction: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Dimensionality reduction techniques may be necessary to eliminate irrelevant or redundant dimensions, focusing on the most relevant ones.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This helps reduce computational complexity and improve the interpretability of results.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Mining Multi-dimensional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4" name="Google Shape;414;p4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Beyond frequent itemset mining.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Methods: Association rules, sequential patterns, graph patterns.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Algorithms and applications vary by method.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7" name="Google Shape;417;p42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