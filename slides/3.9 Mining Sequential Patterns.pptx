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f18c98b7c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f18c98b7c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f18c98b7c_1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5f18c98b7c_1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f18c98b7c_1_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5f18c98b7c_1_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84478c9f3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584478c9f3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84478c9f3_0_13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584478c9f3_0_13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4478c9f3_0_14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584478c9f3_0_14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4478c9f3_0_15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584478c9f3_0_15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4478c9f3_0_16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584478c9f3_0_16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84478c9f3_0_17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584478c9f3_0_17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584478c9f3_0_18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584478c9f3_0_18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84478c9f3_0_19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584478c9f3_0_19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84478c9f3_0_20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584478c9f3_0_20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584478c9f3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584478c9f3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584478c9f3_0_2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584478c9f3_0_2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4c73f781b9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4c73f781b9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sequential pattern mining and its applications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Algorithms for mining sequential patterns, such as GSP (Generalized Sequential Pattern) algorithm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 and considerations in sequential pattern mining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 has broad applications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Customer shopping sequences: Purchase a laptop first, then a digital camera, and then a smartphone, within 6 months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Medical treatments, natural disasters (e.g., earthquakes), science &amp; engineering processes, stocks and markets, ...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Weblog click streams, calling patterns, …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Software engineering: Program execution sequences, …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Biological sequences: DNA, protein, …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DB, sequence DB vs. time-series DB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Gapped vs. non-gapped sequential patterns:  Shopping sequences, clicking streams vs. biological sequences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Databases &amp; Sequential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mining: Given a set of sequences, find the complete set of frequent subsequences (i.e., satisfying the min_sup threshold)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Given support threshold min_sup = 2, &lt;(ab)c&gt; is a sequential pattern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and Sequential Pattern Mining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763" y="2306456"/>
            <a:ext cx="6841775" cy="216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0" name="Google Shape;270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 requirement: Efficient, scalable, finding complete set, incorporating various kinds of user-specific constraints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Apriori property still holds: If a subsequence s1 is infrequent, none of s1’s super-sequences can be frequent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Representative algorithms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GSP (Generalized Sequential Patterns): Srikant &amp; Agrawal @ EDBT’96)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Vertical format-based mining: SPADE (Zaki@Machine Leanining’00)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Pattern-growth methods: PrefixSpan (Pei, et al. @TKDE’04)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closed sequential patterns: CloSpan (Yan, et al. @SDM’03)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Constraint-based sequential pattern mining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Mining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Introduction to SPADE: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SPADE (Sequential Pattern Discovery using Equivalence classes) is an algorithm for mining sequential patterns in vertical data format.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data format represents a transactional database with each item in a separate row.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SPADE: Sequential Pattern Mining in Vertical Data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SPADE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Data Transformation: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Convert the transactional database into a vertical data format.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row represents an item and its corresponding transaction IDs.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Prefix Projection: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Generate prefix-projection databases by projecting the original database onto each item.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prefix-projection database captures the subsequences of transactions containing the item.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SPADE: Sequential Pattern Mining in Vertical Data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SPADE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Growth: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Recursively mine the prefix-projection databases to discover frequent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Merge and extend frequent patterns based on their prefix-projected databases.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Pruning: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Remove infrequent patterns based on the minimum support threshold.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SPADE: Sequential Pattern Mining in Vertical Data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Introduction to PrefixSpan: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PrefixSpan is a sequential pattern mining algorithm that uses pattern growth approach.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discovers frequent sequential patterns by extending prefixes and building projected databases.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PrefixSpan: Sequential Pattern Mining by Pattern 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PrefixSpan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Initialization: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Start with an empty prefix and a projected database containing all transactions.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Growth: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Extend the prefix by appending a new item.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Build a projected database by considering only the remaining suffixes that contain the new item.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Recursively mine the projected database to find frequent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Pruning: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Remove infrequent patterns based on the minimum support threshold.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PrefixSpan: Sequential Pattern Mining by Pattern 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Introduction to CloSpan: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CloSpan is an algorithm for mining closed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Closed sequential patterns are complete patterns that cannot be extended without reducing their support.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CloSpan: Mining Closed Sequential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3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CloSpan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PrefixSpan Mining: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Apply the PrefixSpan algorithm to mine frequent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Closure Checking: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Check the closure of each frequent pattern to determine if it is closed.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pattern is closed if none of its immediate superpatterns has the same support.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Pruning: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Remove non-closed patterns.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CloSpan: Mining Closed Sequential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Efficiency and Scalability: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SPADE, PrefixSpan, and CloSpan are designed to handle large-scale sequential data efficiently.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employ pruning techniques and pattern growth strategies to improve mining performance.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 algorithms find applications in various domains such as market basket analysis, clickstream analysis, and DNA sequence analysis.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help discover temporal dependencies, process flows, and customer behavior patterns.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Minimum Support Threshold: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an appropriate minimum support threshold is crucial for discovering meaningful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affects the number and significance of patterns obtained.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and Limitations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9" name="Google Shape;369;p37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Data Preprocessing: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 algorithms may require preprocessing steps such as data transformation or filtering to handle noise or irrelevant information.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69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and Limitations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Discover temporal patterns in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GSP algorithm for efficient discovery.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Challenges include scale and complexity.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