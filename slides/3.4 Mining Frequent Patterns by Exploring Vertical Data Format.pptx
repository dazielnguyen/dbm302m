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Tahoma-bold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f0a52a10e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2f0a52a10e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f0a52a10e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2f0a52a10e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f0a52a10e_0_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22f0a52a10e_0_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f0a52a10e_0_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2f0a52a10e_0_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81b63e4c2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81b63e4c2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f0a52a10e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2f0a52a10e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2f0a52a10e_0_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2f0a52a10e_0_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a09a742c3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8a09a742c3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vertical data format and its advantages in pattern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format representation and its relationship to transactional databases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Algorithms for mining frequent patterns using the vertical data format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842050" y="1646575"/>
            <a:ext cx="51837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vertical data format is an alternative representation of transactional data.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this format, each item and its corresponding transactions are represented in a vertical structure.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Vertical Data Format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850" y="899588"/>
            <a:ext cx="21526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1" name="Google Shape;261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Compact Data Representation: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Vertical format reduces redundancy by storing each item once, along with its corresponding transactions.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Requires less memory compared to the horizontal format.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Support Counting: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Vertical format enables efficient counting of itemset support.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number of passes over the dataset, leading to improved performance.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Vertical Data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0" name="Google Shape;270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Items Table: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Contains a list of unique items present in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item is associated with a set of transaction identifiers (TIDs) where it appears.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Table: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Stores the transaction identifiers and the items associated with each transaction.	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quick access to the items associated with a specific transaction.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Data Format Representation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Bitmap (VB) Algorithm: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bitmap representation to count the support of itemsets efficiently.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Performs bitwise operations to perform intersections and unions of bitmaps.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Minimum Support (VMS) Algorithm: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Applies the downward closure property to prune infrequent itemsets.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Scans the transaction table and maintains a support count for each item.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Maximal Patterns (VMP) Algorithm:	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Focuses on discovering maximal frequent itemsets (itemsets that are not subsumed by any other frequent itemsets).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the vertical data format and employs a breadth-first search strategy.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for Mining Frequent Patterns in Vertical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Bitmap (VB) Algorithm: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bitmap representation to count the support of itemsets efficiently.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Performs bitwise operations to perform intersections and unions of bitmaps.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Minimum Support (VMS) Algorithm: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Applies the downward closure property to prune infrequent itemsets.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Scans the transaction table and maintains a support count for each item.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Maximal Patterns (VMP) Algorithm: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Focuses on discovering maximal frequent itemsets (itemsets that are not subsumed by any other frequent itemsets).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the vertical data format and employs a breadth-first search strategy.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for Mining Frequent Patterns in Vertical Format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Improved Performance: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Vertical data format reduces the number of passes over the dataset, resulting in faster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efficient support counting and pruning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Scalability: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Vertical format is particularly useful for large-scale datasets with numerous transactions and items.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Handles high-dimensional itemsets effectively.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Market basket analysis for understanding customer behavior.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Bioinformatics for gene association discovery.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Web mining for identifying user behavior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Vertical data format: Organized by items.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Efficient for frequent pattern mining.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Advantages: Sparse data, reduced memory.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Considerations: Data transformation, dataset suitability.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Frequent Patterns Vertically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