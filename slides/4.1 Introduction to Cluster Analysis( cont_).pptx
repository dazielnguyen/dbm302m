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Tahom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4.xml"/><Relationship Id="rId33" Type="http://schemas.openxmlformats.org/officeDocument/2006/relationships/font" Target="fonts/Tahoma-regular.fntdata"/><Relationship Id="rId10" Type="http://schemas.openxmlformats.org/officeDocument/2006/relationships/slide" Target="slides/slide3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Tahoma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9ee772909_0_18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9ee772909_0_18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9ee772909_0_19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39ee772909_0_19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39ee772909_0_2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39ee772909_0_2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39ee772909_0_21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39ee772909_0_21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9ee772909_0_22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39ee772909_0_22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39ee772909_0_22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39ee772909_0_22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39ee772909_0_24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39ee772909_0_24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39ee772909_0_25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39ee772909_0_25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39ee772909_0_26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39ee772909_0_26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39ee772909_0_28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239ee772909_0_28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39ee772909_0_29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239ee772909_0_29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39ee772909_0_30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239ee772909_0_30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39ee772909_0_3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239ee772909_0_3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39ee772909_0_3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239ee772909_0_3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39ee772909_0_3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239ee772909_0_3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39ee772909_0_33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239ee772909_0_33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39ee772909_0_34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239ee772909_0_34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39ee772909_0_35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239ee772909_0_35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4c720a9091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24c720a9091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4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Cluster Analysis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 sz="1800">
                <a:solidFill>
                  <a:srgbClr val="666666"/>
                </a:solidFill>
              </a:rPr>
              <a:t>Understand the concept and purpose of cluster analysis.</a:t>
            </a:r>
            <a:endParaRPr sz="1800">
              <a:solidFill>
                <a:srgbClr val="666666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 sz="1800">
                <a:solidFill>
                  <a:srgbClr val="666666"/>
                </a:solidFill>
              </a:rPr>
              <a:t>Explore the diverse applications of cluster analysis across various domains.</a:t>
            </a:r>
            <a:endParaRPr sz="1800">
              <a:solidFill>
                <a:srgbClr val="666666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 sz="1800">
                <a:solidFill>
                  <a:srgbClr val="666666"/>
                </a:solidFill>
              </a:rPr>
              <a:t>Identify the requirements and challenges associated with cluster analysis.</a:t>
            </a:r>
            <a:endParaRPr sz="1800">
              <a:solidFill>
                <a:srgbClr val="666666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Learn about different types of clustering methodologies and their characteristics.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Gain insights into clustering various types of data, including numeric, binary, and categorical.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Recognize the importance of user involvement and interpretation in clustering.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 analysis methodologies can be categorized across various dimensions, each with its own characteristics and advantages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Multi-Dimensional Catagorization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Hierarchical vs. Partitioning Methods: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Hierarchical clustering creates a tree-like structure of nested clusters.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Partitioning methods divide data into non-overlapping subsets.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Density-Based vs. Centroid-Based Methods: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Density-based methods identify regions of high data density.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Centroid-based methods use representative points to define clusters.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Distance Metric Choice: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Metrics like Euclidean, Manhattan, or cosine distance impact cluster formation.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Metric selection depends on data characteristics and domain knowledge.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Multi-Dimensional Catagorization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Agglomerative vs. Divisive: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Agglomerative methods start with single data points and merge clusters.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Divisive methods start with all data points in a single cluster and split them.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Connectivity vs. Centrality: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Connectivity-based methods use neighborhood relationships.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Centrality-based methods use a central point as a reference.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Fuzzy vs. Hard Clustering: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Fuzzy clustering assigns data points to multiple clusters with degrees of membership.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Hard clustering assigns each data point to a single cluster.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Multi-Dimensional Catagorization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Partitioning Algorithms: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K-Means, K-Medoids, and others divide data into distinct clusters.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Choice depends on data distribution and interpretability.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Density-Based Algorithms: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DBSCAN, OPTICS, and similar methods identify dense regions.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Robust to outliers and varying cluster shapes.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Grid-Based Algorithms: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STING, CLIQUE, and others organize data into grid cells.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Efficient for high-dimensional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Multi-Dimensional Catagorization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7" name="Google Shape;287;p28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 analysis offers a diverse range of methodologies, each with its own approach and characteristics.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typical Clustering Methodologies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6" name="Google Shape;296;p29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Hierarchical Clustering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Partitioning Algorithms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Density-Based Clustering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Grid-Based Clustering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Model-Based Clustering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Subspace Clustering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Fuzzy Clustering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Spectral Clustering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Ensemble Clustering</a:t>
            </a:r>
            <a:endParaRPr sz="1200">
              <a:solidFill>
                <a:srgbClr val="000000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typical Clustering Methodologies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5" name="Google Shape;305;p30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 analysis is versatile and can be applied to various types of data, each requiring specific considerations.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Clustering Different Type of Data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4" name="Google Shape;314;p31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Numeric Data: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Euclidean distance is commonly used for continuous numeric attributes.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Other metrics like Manhattan, Minkowski, or Mahalanobis may also apply.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Binary Data: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Jaccard similarity measures the proportion of shared attributes.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Hamming distance quantifies differences between binary vectors.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Categorical Data: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Matching coefficients like the Jaccard coefficient for nominal attributes.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Utilize Hamming distance or suitable metrics for ordinal attributes.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Clustering Different Type of Data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3" name="Google Shape;323;p32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 analysis is a collaborative process that involves user insights and interpretation, adding a valuable human perspective to the analytical process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User Insights and Clustering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2" name="Google Shape;332;p33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User Involvement: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Users play a vital role in defining goals and objectives of clustering.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Their domain knowledge contributes to selecting meaningful features and metrics.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Subjectivity in Interpretation: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Interpretation of clusters is subjective and context-dependent.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Different users may assign different meanings to the same clusters.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User Insights and Clustering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1" name="Google Shape;341;p34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</a:t>
            </a:r>
            <a:r>
              <a:rPr lang="en-GB" sz="1800">
                <a:solidFill>
                  <a:srgbClr val="1F1F1F"/>
                </a:solidFill>
              </a:rPr>
              <a:t>terative Process: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 is often iterative, involving user feedback and refinements.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Initial results may lead to adjustments in distance metrics, parameters, or data preprocessing.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Real-World Impact: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 insights influence decision-making and strategy.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 marketing, clusters inform targeted campaigns; in biology, they lead to discoveries.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4" name="Google Shape;344;p34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User Insights and Clustering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0" name="Google Shape;350;p35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Business Intelligence: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analysis enhances business intelligence.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Clusters reveal customer segments, market trends, and product preferences.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User-Focused Interpretation: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Results are interpreted in terms of user needs and goals.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Users assess the relevance and usefulness of identified clusters.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User Insights and Clustering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9" name="Google Shape;359;p36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Exploration: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analysis aids in exploring data before applying further analyses.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Clusters provide initial insights and guide subsequent steps.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Evolving Insights: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 user knowledge deepens, cluster interpretation evolves.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Refinements may lead to new discoveries and refined strategies.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0" name="Google Shape;36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2" name="Google Shape;362;p36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User Insights and Clustering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8" name="Google Shape;368;p37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Domain Expertise: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Expertise from various fields guides cluster analysis.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Biologists, economists, marketers, and others contribute unique insights.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Exploratory Analysis: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 serves as a foundation for exploratory data analysis.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uncovers patterns that can inform subsequent analyses.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Communication of Findings: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Communicating cluster insights effectively is crucial.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Visualizations and explanations help convey complex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9" name="Google Shape;36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1" name="Google Shape;371;p37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User Insights and Clustering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7" name="Google Shape;377;p38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Ensuring Relevance: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User feedback ensures clustering results remain relevant over time.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Adaptations based on changing requirements improve usability.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Iterative Refinement: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 parameters, algorithms, and interpretations evolve iteratively.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User involvement refines results to align with objectives.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0" name="Google Shape;380;p38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User Insights and Clustering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6" name="Google Shape;386;p39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Decision Support: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analysis aids decision-making across industries.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Users leverage insights to make informed choices.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Collaborative Process: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Effective cluster analysis involves collaboration between analysts and users.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User input enriches analysis and enhances its real-world impact.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7" name="Google Shape;38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9" name="Google Shape;389;p39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Overview of User Insights and Clustering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5" name="Google Shape;395;p40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 analysis groups similar data points together based on shared attributes, aiding in pattern recognition and decision-making.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 analysis finds applications in various fields, including marketing, biology, social networks, and anomaly detection.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Successful cluster analysis requires addressing challenges such as data preprocessing, distance metric selection, and determining the number of clusters.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6" name="Google Shape;39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8" name="Google Shape;398;p40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 from Lesson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04" name="Google Shape;404;p41"/>
          <p:cNvSpPr txBox="1"/>
          <p:nvPr>
            <p:ph idx="1" type="body"/>
          </p:nvPr>
        </p:nvSpPr>
        <p:spPr>
          <a:xfrm>
            <a:off x="762000" y="1646575"/>
            <a:ext cx="8143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 methodologies can be categorized based on hierarchical vs. partitioning methods, density-based vs. centroid-based methods, and more.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Various clustering methods, including hierarchical, partitioning, density-based, and grid-based algorithms, cater to different data types and objectives.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Incorporating user insights and interpretation enhances the cluster analysis process, transforming raw results into actionable knowledge.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5" name="Google Shape;40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7" name="Google Shape;407;p41"/>
          <p:cNvSpPr txBox="1"/>
          <p:nvPr/>
        </p:nvSpPr>
        <p:spPr>
          <a:xfrm>
            <a:off x="762000" y="1184875"/>
            <a:ext cx="705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 from Lesson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13" name="Google Shape;413;p4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Clustering methods and their types.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Handling diverse data types.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User involvement for meaningful insights.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414" name="Google Shape;41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6" name="Google Shape;416;p4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Cluster Analysis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