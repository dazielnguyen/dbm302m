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6" r:id="rId4"/>
    <p:sldMasterId id="2147483667" r:id="rId5"/>
    <p:sldMasterId id="2147483668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y="5143500" cx="9144000"/>
  <p:notesSz cx="6858000" cy="9144000"/>
  <p:embeddedFontLst>
    <p:embeddedFont>
      <p:font typeface="Roboto"/>
      <p:regular r:id="rId19"/>
      <p:bold r:id="rId20"/>
      <p:italic r:id="rId21"/>
      <p:boldItalic r:id="rId22"/>
    </p:embeddedFont>
    <p:embeddedFont>
      <p:font typeface="Tahoma"/>
      <p:regular r:id="rId23"/>
      <p:bold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-bold.fntdata"/><Relationship Id="rId11" Type="http://schemas.openxmlformats.org/officeDocument/2006/relationships/slide" Target="slides/slide4.xml"/><Relationship Id="rId22" Type="http://schemas.openxmlformats.org/officeDocument/2006/relationships/font" Target="fonts/Roboto-boldItalic.fntdata"/><Relationship Id="rId10" Type="http://schemas.openxmlformats.org/officeDocument/2006/relationships/slide" Target="slides/slide3.xml"/><Relationship Id="rId21" Type="http://schemas.openxmlformats.org/officeDocument/2006/relationships/font" Target="fonts/Roboto-italic.fntdata"/><Relationship Id="rId13" Type="http://schemas.openxmlformats.org/officeDocument/2006/relationships/slide" Target="slides/slide6.xml"/><Relationship Id="rId24" Type="http://schemas.openxmlformats.org/officeDocument/2006/relationships/font" Target="fonts/Tahoma-bold.fntdata"/><Relationship Id="rId12" Type="http://schemas.openxmlformats.org/officeDocument/2006/relationships/slide" Target="slides/slide5.xml"/><Relationship Id="rId23" Type="http://schemas.openxmlformats.org/officeDocument/2006/relationships/font" Target="fonts/Tahoma-regular.fntdata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5" Type="http://schemas.openxmlformats.org/officeDocument/2006/relationships/slideMaster" Target="slideMasters/slideMaster2.xml"/><Relationship Id="rId19" Type="http://schemas.openxmlformats.org/officeDocument/2006/relationships/font" Target="fonts/Roboto-regular.fntdata"/><Relationship Id="rId6" Type="http://schemas.openxmlformats.org/officeDocument/2006/relationships/slideMaster" Target="slideMasters/slideMaster3.xml"/><Relationship Id="rId18" Type="http://schemas.openxmlformats.org/officeDocument/2006/relationships/slide" Target="slides/slide1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2582b55a4a5_0_419:notes"/>
          <p:cNvSpPr/>
          <p:nvPr>
            <p:ph idx="2" type="sldImg"/>
          </p:nvPr>
        </p:nvSpPr>
        <p:spPr>
          <a:xfrm>
            <a:off x="429100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2" name="Google Shape;232;g2582b55a4a5_0_419:notes"/>
          <p:cNvSpPr txBox="1"/>
          <p:nvPr>
            <p:ph idx="1" type="body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50" lIns="91100" spcFirstLastPara="1" rIns="91100" wrap="square" tIns="455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g2582b55a4a5_0_419:notes"/>
          <p:cNvSpPr txBox="1"/>
          <p:nvPr/>
        </p:nvSpPr>
        <p:spPr>
          <a:xfrm>
            <a:off x="3886696" y="8686800"/>
            <a:ext cx="2971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50" lIns="91100" spcFirstLastPara="1" rIns="91100" wrap="square" tIns="4555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GB" sz="1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sz="130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2582b55a4a5_0_628:notes"/>
          <p:cNvSpPr txBox="1"/>
          <p:nvPr>
            <p:ph idx="1" type="body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g2582b55a4a5_0_628:notes"/>
          <p:cNvSpPr/>
          <p:nvPr>
            <p:ph idx="2" type="sldImg"/>
          </p:nvPr>
        </p:nvSpPr>
        <p:spPr>
          <a:xfrm>
            <a:off x="429100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25832af44de_0_0:notes"/>
          <p:cNvSpPr txBox="1"/>
          <p:nvPr>
            <p:ph idx="1" type="body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g25832af44de_0_0:notes"/>
          <p:cNvSpPr/>
          <p:nvPr>
            <p:ph idx="2" type="sldImg"/>
          </p:nvPr>
        </p:nvSpPr>
        <p:spPr>
          <a:xfrm>
            <a:off x="429100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25832af44de_0_10:notes"/>
          <p:cNvSpPr txBox="1"/>
          <p:nvPr>
            <p:ph idx="1" type="body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g25832af44de_0_10:notes"/>
          <p:cNvSpPr/>
          <p:nvPr>
            <p:ph idx="2" type="sldImg"/>
          </p:nvPr>
        </p:nvSpPr>
        <p:spPr>
          <a:xfrm>
            <a:off x="429100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25832af44de_0_21:notes"/>
          <p:cNvSpPr txBox="1"/>
          <p:nvPr>
            <p:ph idx="1" type="body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g25832af44de_0_21:notes"/>
          <p:cNvSpPr/>
          <p:nvPr>
            <p:ph idx="2" type="sldImg"/>
          </p:nvPr>
        </p:nvSpPr>
        <p:spPr>
          <a:xfrm>
            <a:off x="429100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25832af44de_0_31:notes"/>
          <p:cNvSpPr txBox="1"/>
          <p:nvPr>
            <p:ph idx="1" type="body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g25832af44de_0_31:notes"/>
          <p:cNvSpPr/>
          <p:nvPr>
            <p:ph idx="2" type="sldImg"/>
          </p:nvPr>
        </p:nvSpPr>
        <p:spPr>
          <a:xfrm>
            <a:off x="429100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239a2494356_1_0:notes"/>
          <p:cNvSpPr txBox="1"/>
          <p:nvPr>
            <p:ph idx="1" type="body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g239a2494356_1_0:notes"/>
          <p:cNvSpPr/>
          <p:nvPr>
            <p:ph idx="2" type="sldImg"/>
          </p:nvPr>
        </p:nvSpPr>
        <p:spPr>
          <a:xfrm>
            <a:off x="429100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25832af44de_0_39:notes"/>
          <p:cNvSpPr txBox="1"/>
          <p:nvPr>
            <p:ph idx="1" type="body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g25832af44de_0_39:notes"/>
          <p:cNvSpPr/>
          <p:nvPr>
            <p:ph idx="2" type="sldImg"/>
          </p:nvPr>
        </p:nvSpPr>
        <p:spPr>
          <a:xfrm>
            <a:off x="429100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25832af44de_0_49:notes"/>
          <p:cNvSpPr txBox="1"/>
          <p:nvPr>
            <p:ph idx="1" type="body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g25832af44de_0_49:notes"/>
          <p:cNvSpPr/>
          <p:nvPr>
            <p:ph idx="2" type="sldImg"/>
          </p:nvPr>
        </p:nvSpPr>
        <p:spPr>
          <a:xfrm>
            <a:off x="429100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g25832af44de_0_57:notes"/>
          <p:cNvSpPr txBox="1"/>
          <p:nvPr>
            <p:ph idx="1" type="body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g25832af44de_0_57:notes"/>
          <p:cNvSpPr/>
          <p:nvPr>
            <p:ph idx="2" type="sldImg"/>
          </p:nvPr>
        </p:nvSpPr>
        <p:spPr>
          <a:xfrm>
            <a:off x="429100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g28a10c56545_0_0:notes"/>
          <p:cNvSpPr txBox="1"/>
          <p:nvPr>
            <p:ph idx="1" type="body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g28a10c56545_0_0:notes"/>
          <p:cNvSpPr/>
          <p:nvPr>
            <p:ph idx="2" type="sldImg"/>
          </p:nvPr>
        </p:nvSpPr>
        <p:spPr>
          <a:xfrm>
            <a:off x="429100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Text and Chart" type="txAndChart">
  <p:cSld name="TEXT_AND_CHART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838200" y="1428750"/>
            <a:ext cx="38100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97180" lvl="0" marL="457200" rtl="0" algn="l">
              <a:spcBef>
                <a:spcPts val="360"/>
              </a:spcBef>
              <a:spcAft>
                <a:spcPts val="0"/>
              </a:spcAft>
              <a:buSzPts val="1080"/>
              <a:buChar char="●"/>
              <a:defRPr/>
            </a:lvl1pPr>
            <a:lvl2pPr indent="-297180" lvl="1" marL="914400" rtl="0" algn="l">
              <a:spcBef>
                <a:spcPts val="360"/>
              </a:spcBef>
              <a:spcAft>
                <a:spcPts val="0"/>
              </a:spcAft>
              <a:buSzPts val="1080"/>
              <a:buChar char="○"/>
              <a:defRPr/>
            </a:lvl2pPr>
            <a:lvl3pPr indent="-337185" lvl="2" marL="1371600" rtl="0" algn="l">
              <a:spcBef>
                <a:spcPts val="360"/>
              </a:spcBef>
              <a:spcAft>
                <a:spcPts val="0"/>
              </a:spcAft>
              <a:buSzPts val="1710"/>
              <a:buChar char="■"/>
              <a:defRPr/>
            </a:lvl3pPr>
            <a:lvl4pPr indent="-302894" lvl="3" marL="1828800" rtl="0" algn="l">
              <a:spcBef>
                <a:spcPts val="360"/>
              </a:spcBef>
              <a:spcAft>
                <a:spcPts val="0"/>
              </a:spcAft>
              <a:buSzPts val="1170"/>
              <a:buChar char="●"/>
              <a:defRPr/>
            </a:lvl4pPr>
            <a:lvl5pPr indent="-297179" lvl="4" marL="2286000" rtl="0" algn="l">
              <a:spcBef>
                <a:spcPts val="360"/>
              </a:spcBef>
              <a:spcAft>
                <a:spcPts val="0"/>
              </a:spcAft>
              <a:buSzPts val="1080"/>
              <a:buChar char="○"/>
              <a:defRPr/>
            </a:lvl5pPr>
            <a:lvl6pPr indent="-297179" lvl="5" marL="27432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6pPr>
            <a:lvl7pPr indent="-297179" lvl="6" marL="3200400" rtl="0" algn="l">
              <a:spcBef>
                <a:spcPts val="360"/>
              </a:spcBef>
              <a:spcAft>
                <a:spcPts val="0"/>
              </a:spcAft>
              <a:buSzPts val="1080"/>
              <a:buChar char="●"/>
              <a:defRPr/>
            </a:lvl7pPr>
            <a:lvl8pPr indent="-297179" lvl="7" marL="3657600" rtl="0" algn="l">
              <a:spcBef>
                <a:spcPts val="360"/>
              </a:spcBef>
              <a:spcAft>
                <a:spcPts val="0"/>
              </a:spcAft>
              <a:buSzPts val="1080"/>
              <a:buChar char="○"/>
              <a:defRPr/>
            </a:lvl8pPr>
            <a:lvl9pPr indent="-297179" lvl="8" marL="41148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9pPr>
          </a:lstStyle>
          <a:p/>
        </p:txBody>
      </p:sp>
      <p:sp>
        <p:nvSpPr>
          <p:cNvPr id="53" name="Google Shape;53;p13"/>
          <p:cNvSpPr/>
          <p:nvPr>
            <p:ph idx="2" type="chart"/>
          </p:nvPr>
        </p:nvSpPr>
        <p:spPr>
          <a:xfrm>
            <a:off x="4800600" y="1428750"/>
            <a:ext cx="38100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Noto Sans Symbols"/>
              <a:buChar char="❑"/>
              <a:defRPr b="0" i="0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680"/>
              <a:buFont typeface="Noto Sans Symbols"/>
              <a:buChar char="■"/>
              <a:defRPr b="0" i="0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2280"/>
              <a:buFont typeface="Noto Sans Symbols"/>
              <a:buChar char="⬥"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10" type="dt"/>
          </p:nvPr>
        </p:nvSpPr>
        <p:spPr>
          <a:xfrm>
            <a:off x="76200" y="4686300"/>
            <a:ext cx="3505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13"/>
          <p:cNvSpPr txBox="1"/>
          <p:nvPr>
            <p:ph idx="11" type="ftr"/>
          </p:nvPr>
        </p:nvSpPr>
        <p:spPr>
          <a:xfrm>
            <a:off x="3581400" y="4686300"/>
            <a:ext cx="2895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3"/>
          <p:cNvSpPr txBox="1"/>
          <p:nvPr>
            <p:ph idx="12" type="sldNum"/>
          </p:nvPr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sz="10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5"/>
          <p:cNvSpPr txBox="1"/>
          <p:nvPr>
            <p:ph type="ctrTitle"/>
          </p:nvPr>
        </p:nvSpPr>
        <p:spPr>
          <a:xfrm>
            <a:off x="990600" y="131445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descr="Rectangle: Click to edit Master text styles&#10;Second level&#10;Third level&#10;Fourth level&#10;Fifth level" id="129" name="Google Shape;129;p15"/>
          <p:cNvSpPr txBox="1"/>
          <p:nvPr>
            <p:ph idx="1" type="subTitle"/>
          </p:nvPr>
        </p:nvSpPr>
        <p:spPr>
          <a:xfrm>
            <a:off x="990600" y="2482453"/>
            <a:ext cx="6400800" cy="131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0" algn="l">
              <a:spcBef>
                <a:spcPts val="640"/>
              </a:spcBef>
              <a:spcAft>
                <a:spcPts val="0"/>
              </a:spcAft>
              <a:buSzPts val="1920"/>
              <a:buFont typeface="Noto Sans Symbols"/>
              <a:buNone/>
              <a:defRPr/>
            </a:lvl1pPr>
            <a:lvl2pPr lvl="1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2pPr>
            <a:lvl3pPr lvl="2" rtl="0" algn="l">
              <a:spcBef>
                <a:spcPts val="360"/>
              </a:spcBef>
              <a:spcAft>
                <a:spcPts val="0"/>
              </a:spcAft>
              <a:buSzPts val="1710"/>
              <a:buChar char="⬥"/>
              <a:defRPr/>
            </a:lvl3pPr>
            <a:lvl4pPr lvl="3" rtl="0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4pPr>
            <a:lvl5pPr lvl="4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5pPr>
            <a:lvl6pPr lvl="5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6pPr>
            <a:lvl7pPr lvl="6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7pPr>
            <a:lvl8pPr lvl="7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8pPr>
            <a:lvl9pPr lvl="8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9pPr>
          </a:lstStyle>
          <a:p/>
        </p:txBody>
      </p:sp>
      <p:sp>
        <p:nvSpPr>
          <p:cNvPr id="130" name="Google Shape;130;p15"/>
          <p:cNvSpPr txBox="1"/>
          <p:nvPr>
            <p:ph idx="12" type="sldNum"/>
          </p:nvPr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1" name="Google Shape;131;p15"/>
          <p:cNvSpPr txBox="1"/>
          <p:nvPr>
            <p:ph idx="10" type="dt"/>
          </p:nvPr>
        </p:nvSpPr>
        <p:spPr>
          <a:xfrm>
            <a:off x="76200" y="4686300"/>
            <a:ext cx="3505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Text and Chart" type="txAndChart">
  <p:cSld name="TEXT_AND_CHART"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7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1" name="Google Shape;201;p17"/>
          <p:cNvSpPr txBox="1"/>
          <p:nvPr>
            <p:ph idx="1" type="body"/>
          </p:nvPr>
        </p:nvSpPr>
        <p:spPr>
          <a:xfrm>
            <a:off x="838200" y="1428750"/>
            <a:ext cx="38100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97180" lvl="0" marL="457200" rtl="0" algn="l">
              <a:spcBef>
                <a:spcPts val="360"/>
              </a:spcBef>
              <a:spcAft>
                <a:spcPts val="0"/>
              </a:spcAft>
              <a:buSzPts val="1080"/>
              <a:buChar char="❑"/>
              <a:defRPr/>
            </a:lvl1pPr>
            <a:lvl2pPr indent="-297180" lvl="1" marL="9144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2pPr>
            <a:lvl3pPr indent="-337185" lvl="2" marL="1371600" rtl="0" algn="l">
              <a:spcBef>
                <a:spcPts val="360"/>
              </a:spcBef>
              <a:spcAft>
                <a:spcPts val="0"/>
              </a:spcAft>
              <a:buSzPts val="1710"/>
              <a:buChar char="⬥"/>
              <a:defRPr/>
            </a:lvl3pPr>
            <a:lvl4pPr indent="-302894" lvl="3" marL="1828800" rtl="0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4pPr>
            <a:lvl5pPr indent="-297179" lvl="4" marL="22860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5pPr>
            <a:lvl6pPr indent="-297179" lvl="5" marL="27432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6pPr>
            <a:lvl7pPr indent="-297179" lvl="6" marL="32004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7pPr>
            <a:lvl8pPr indent="-297179" lvl="7" marL="36576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8pPr>
            <a:lvl9pPr indent="-297179" lvl="8" marL="41148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9pPr>
          </a:lstStyle>
          <a:p/>
        </p:txBody>
      </p:sp>
      <p:sp>
        <p:nvSpPr>
          <p:cNvPr id="202" name="Google Shape;202;p17"/>
          <p:cNvSpPr/>
          <p:nvPr>
            <p:ph idx="2" type="chart"/>
          </p:nvPr>
        </p:nvSpPr>
        <p:spPr>
          <a:xfrm>
            <a:off x="4800600" y="1428750"/>
            <a:ext cx="38100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Noto Sans Symbols"/>
              <a:buChar char="❑"/>
              <a:defRPr b="0" i="0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680"/>
              <a:buFont typeface="Noto Sans Symbols"/>
              <a:buChar char="■"/>
              <a:defRPr b="0" i="0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2280"/>
              <a:buFont typeface="Noto Sans Symbols"/>
              <a:buChar char="⬥"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203" name="Google Shape;203;p17"/>
          <p:cNvSpPr txBox="1"/>
          <p:nvPr>
            <p:ph idx="10" type="dt"/>
          </p:nvPr>
        </p:nvSpPr>
        <p:spPr>
          <a:xfrm>
            <a:off x="76200" y="4686300"/>
            <a:ext cx="3505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4" name="Google Shape;204;p17"/>
          <p:cNvSpPr txBox="1"/>
          <p:nvPr>
            <p:ph idx="11" type="ftr"/>
          </p:nvPr>
        </p:nvSpPr>
        <p:spPr>
          <a:xfrm>
            <a:off x="3581400" y="4686300"/>
            <a:ext cx="2895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5" name="Google Shape;205;p17"/>
          <p:cNvSpPr txBox="1"/>
          <p:nvPr>
            <p:ph idx="12" type="sldNum"/>
          </p:nvPr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Text, and Content" type="txAndObj">
  <p:cSld name="TEXT_AND_OBJECT"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8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8" name="Google Shape;208;p18"/>
          <p:cNvSpPr txBox="1"/>
          <p:nvPr>
            <p:ph idx="1" type="body"/>
          </p:nvPr>
        </p:nvSpPr>
        <p:spPr>
          <a:xfrm>
            <a:off x="838200" y="1428750"/>
            <a:ext cx="38100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97180" lvl="0" marL="457200" rtl="0" algn="l">
              <a:spcBef>
                <a:spcPts val="360"/>
              </a:spcBef>
              <a:spcAft>
                <a:spcPts val="0"/>
              </a:spcAft>
              <a:buSzPts val="1080"/>
              <a:buChar char="❑"/>
              <a:defRPr/>
            </a:lvl1pPr>
            <a:lvl2pPr indent="-297180" lvl="1" marL="9144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2pPr>
            <a:lvl3pPr indent="-337185" lvl="2" marL="1371600" rtl="0" algn="l">
              <a:spcBef>
                <a:spcPts val="360"/>
              </a:spcBef>
              <a:spcAft>
                <a:spcPts val="0"/>
              </a:spcAft>
              <a:buSzPts val="1710"/>
              <a:buChar char="⬥"/>
              <a:defRPr/>
            </a:lvl3pPr>
            <a:lvl4pPr indent="-302894" lvl="3" marL="1828800" rtl="0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4pPr>
            <a:lvl5pPr indent="-297179" lvl="4" marL="22860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5pPr>
            <a:lvl6pPr indent="-297179" lvl="5" marL="27432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6pPr>
            <a:lvl7pPr indent="-297179" lvl="6" marL="32004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7pPr>
            <a:lvl8pPr indent="-297179" lvl="7" marL="36576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8pPr>
            <a:lvl9pPr indent="-297179" lvl="8" marL="41148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9pPr>
          </a:lstStyle>
          <a:p/>
        </p:txBody>
      </p:sp>
      <p:sp>
        <p:nvSpPr>
          <p:cNvPr id="209" name="Google Shape;209;p18"/>
          <p:cNvSpPr txBox="1"/>
          <p:nvPr>
            <p:ph idx="2" type="body"/>
          </p:nvPr>
        </p:nvSpPr>
        <p:spPr>
          <a:xfrm>
            <a:off x="4800600" y="1428750"/>
            <a:ext cx="38100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97180" lvl="0" marL="457200" rtl="0" algn="l">
              <a:spcBef>
                <a:spcPts val="360"/>
              </a:spcBef>
              <a:spcAft>
                <a:spcPts val="0"/>
              </a:spcAft>
              <a:buSzPts val="1080"/>
              <a:buChar char="❑"/>
              <a:defRPr/>
            </a:lvl1pPr>
            <a:lvl2pPr indent="-297180" lvl="1" marL="9144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2pPr>
            <a:lvl3pPr indent="-337185" lvl="2" marL="1371600" rtl="0" algn="l">
              <a:spcBef>
                <a:spcPts val="360"/>
              </a:spcBef>
              <a:spcAft>
                <a:spcPts val="0"/>
              </a:spcAft>
              <a:buSzPts val="1710"/>
              <a:buChar char="⬥"/>
              <a:defRPr/>
            </a:lvl3pPr>
            <a:lvl4pPr indent="-302894" lvl="3" marL="1828800" rtl="0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4pPr>
            <a:lvl5pPr indent="-297179" lvl="4" marL="22860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5pPr>
            <a:lvl6pPr indent="-297179" lvl="5" marL="27432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6pPr>
            <a:lvl7pPr indent="-297179" lvl="6" marL="32004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7pPr>
            <a:lvl8pPr indent="-297179" lvl="7" marL="36576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8pPr>
            <a:lvl9pPr indent="-297179" lvl="8" marL="41148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9pPr>
          </a:lstStyle>
          <a:p/>
        </p:txBody>
      </p:sp>
      <p:sp>
        <p:nvSpPr>
          <p:cNvPr id="210" name="Google Shape;210;p18"/>
          <p:cNvSpPr txBox="1"/>
          <p:nvPr>
            <p:ph idx="10" type="dt"/>
          </p:nvPr>
        </p:nvSpPr>
        <p:spPr>
          <a:xfrm>
            <a:off x="76200" y="4686300"/>
            <a:ext cx="3505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1" name="Google Shape;211;p18"/>
          <p:cNvSpPr txBox="1"/>
          <p:nvPr>
            <p:ph idx="11" type="ftr"/>
          </p:nvPr>
        </p:nvSpPr>
        <p:spPr>
          <a:xfrm>
            <a:off x="3581400" y="4686300"/>
            <a:ext cx="2895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2" name="Google Shape;212;p18"/>
          <p:cNvSpPr txBox="1"/>
          <p:nvPr>
            <p:ph idx="12" type="sldNum"/>
          </p:nvPr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9"/>
          <p:cNvSpPr txBox="1"/>
          <p:nvPr>
            <p:ph idx="10" type="dt"/>
          </p:nvPr>
        </p:nvSpPr>
        <p:spPr>
          <a:xfrm>
            <a:off x="76200" y="4686300"/>
            <a:ext cx="3505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5" name="Google Shape;215;p19"/>
          <p:cNvSpPr txBox="1"/>
          <p:nvPr>
            <p:ph idx="11" type="ftr"/>
          </p:nvPr>
        </p:nvSpPr>
        <p:spPr>
          <a:xfrm>
            <a:off x="3581400" y="4686300"/>
            <a:ext cx="2895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6" name="Google Shape;216;p19"/>
          <p:cNvSpPr txBox="1"/>
          <p:nvPr>
            <p:ph idx="12" type="sldNum"/>
          </p:nvPr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0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9" name="Google Shape;219;p20"/>
          <p:cNvSpPr txBox="1"/>
          <p:nvPr>
            <p:ph idx="1" type="body"/>
          </p:nvPr>
        </p:nvSpPr>
        <p:spPr>
          <a:xfrm>
            <a:off x="838200" y="1428750"/>
            <a:ext cx="38100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35280" lvl="0" marL="457200" rtl="0" algn="l">
              <a:spcBef>
                <a:spcPts val="560"/>
              </a:spcBef>
              <a:spcAft>
                <a:spcPts val="0"/>
              </a:spcAft>
              <a:buSzPts val="1680"/>
              <a:buChar char="❑"/>
              <a:defRPr sz="2800"/>
            </a:lvl1pPr>
            <a:lvl2pPr indent="-320040" lvl="1" marL="914400" rtl="0" algn="l">
              <a:spcBef>
                <a:spcPts val="480"/>
              </a:spcBef>
              <a:spcAft>
                <a:spcPts val="0"/>
              </a:spcAft>
              <a:buSzPts val="1440"/>
              <a:buChar char="■"/>
              <a:defRPr sz="2400"/>
            </a:lvl2pPr>
            <a:lvl3pPr indent="-349250" lvl="2" marL="1371600" rtl="0" algn="l">
              <a:spcBef>
                <a:spcPts val="400"/>
              </a:spcBef>
              <a:spcAft>
                <a:spcPts val="0"/>
              </a:spcAft>
              <a:buSzPts val="1900"/>
              <a:buChar char="⬥"/>
              <a:defRPr sz="2000"/>
            </a:lvl3pPr>
            <a:lvl4pPr indent="-302894" lvl="3" marL="1828800" rtl="0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 sz="1800"/>
            </a:lvl4pPr>
            <a:lvl5pPr indent="-297179" lvl="4" marL="22860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5pPr>
            <a:lvl6pPr indent="-297179" lvl="5" marL="27432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6pPr>
            <a:lvl7pPr indent="-297179" lvl="6" marL="32004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7pPr>
            <a:lvl8pPr indent="-297179" lvl="7" marL="36576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8pPr>
            <a:lvl9pPr indent="-297179" lvl="8" marL="41148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9pPr>
          </a:lstStyle>
          <a:p/>
        </p:txBody>
      </p:sp>
      <p:sp>
        <p:nvSpPr>
          <p:cNvPr id="220" name="Google Shape;220;p20"/>
          <p:cNvSpPr txBox="1"/>
          <p:nvPr>
            <p:ph idx="2" type="body"/>
          </p:nvPr>
        </p:nvSpPr>
        <p:spPr>
          <a:xfrm>
            <a:off x="4800600" y="1428750"/>
            <a:ext cx="38100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35280" lvl="0" marL="457200" rtl="0" algn="l">
              <a:spcBef>
                <a:spcPts val="560"/>
              </a:spcBef>
              <a:spcAft>
                <a:spcPts val="0"/>
              </a:spcAft>
              <a:buSzPts val="1680"/>
              <a:buChar char="❑"/>
              <a:defRPr sz="2800"/>
            </a:lvl1pPr>
            <a:lvl2pPr indent="-320040" lvl="1" marL="914400" rtl="0" algn="l">
              <a:spcBef>
                <a:spcPts val="480"/>
              </a:spcBef>
              <a:spcAft>
                <a:spcPts val="0"/>
              </a:spcAft>
              <a:buSzPts val="1440"/>
              <a:buChar char="■"/>
              <a:defRPr sz="2400"/>
            </a:lvl2pPr>
            <a:lvl3pPr indent="-349250" lvl="2" marL="1371600" rtl="0" algn="l">
              <a:spcBef>
                <a:spcPts val="400"/>
              </a:spcBef>
              <a:spcAft>
                <a:spcPts val="0"/>
              </a:spcAft>
              <a:buSzPts val="1900"/>
              <a:buChar char="⬥"/>
              <a:defRPr sz="2000"/>
            </a:lvl3pPr>
            <a:lvl4pPr indent="-302894" lvl="3" marL="1828800" rtl="0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 sz="1800"/>
            </a:lvl4pPr>
            <a:lvl5pPr indent="-297179" lvl="4" marL="22860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5pPr>
            <a:lvl6pPr indent="-297179" lvl="5" marL="27432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6pPr>
            <a:lvl7pPr indent="-297179" lvl="6" marL="32004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7pPr>
            <a:lvl8pPr indent="-297179" lvl="7" marL="36576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8pPr>
            <a:lvl9pPr indent="-297179" lvl="8" marL="41148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9pPr>
          </a:lstStyle>
          <a:p/>
        </p:txBody>
      </p:sp>
      <p:sp>
        <p:nvSpPr>
          <p:cNvPr id="221" name="Google Shape;221;p20"/>
          <p:cNvSpPr txBox="1"/>
          <p:nvPr>
            <p:ph idx="10" type="dt"/>
          </p:nvPr>
        </p:nvSpPr>
        <p:spPr>
          <a:xfrm>
            <a:off x="76200" y="4686300"/>
            <a:ext cx="3505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2" name="Google Shape;222;p20"/>
          <p:cNvSpPr txBox="1"/>
          <p:nvPr>
            <p:ph idx="11" type="ftr"/>
          </p:nvPr>
        </p:nvSpPr>
        <p:spPr>
          <a:xfrm>
            <a:off x="3581400" y="4686300"/>
            <a:ext cx="2895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3" name="Google Shape;223;p20"/>
          <p:cNvSpPr txBox="1"/>
          <p:nvPr>
            <p:ph idx="12" type="sldNum"/>
          </p:nvPr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21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6" name="Google Shape;226;p21"/>
          <p:cNvSpPr txBox="1"/>
          <p:nvPr>
            <p:ph idx="1" type="body"/>
          </p:nvPr>
        </p:nvSpPr>
        <p:spPr>
          <a:xfrm>
            <a:off x="838200" y="1428750"/>
            <a:ext cx="77724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97180" lvl="0" marL="457200" rtl="0" algn="l">
              <a:spcBef>
                <a:spcPts val="360"/>
              </a:spcBef>
              <a:spcAft>
                <a:spcPts val="0"/>
              </a:spcAft>
              <a:buSzPts val="1080"/>
              <a:buChar char="❑"/>
              <a:defRPr/>
            </a:lvl1pPr>
            <a:lvl2pPr indent="-297180" lvl="1" marL="9144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2pPr>
            <a:lvl3pPr indent="-337185" lvl="2" marL="1371600" rtl="0" algn="l">
              <a:spcBef>
                <a:spcPts val="360"/>
              </a:spcBef>
              <a:spcAft>
                <a:spcPts val="0"/>
              </a:spcAft>
              <a:buSzPts val="1710"/>
              <a:buChar char="⬥"/>
              <a:defRPr/>
            </a:lvl3pPr>
            <a:lvl4pPr indent="-302894" lvl="3" marL="1828800" rtl="0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4pPr>
            <a:lvl5pPr indent="-297179" lvl="4" marL="22860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5pPr>
            <a:lvl6pPr indent="-297179" lvl="5" marL="27432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6pPr>
            <a:lvl7pPr indent="-297179" lvl="6" marL="32004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7pPr>
            <a:lvl8pPr indent="-297179" lvl="7" marL="36576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8pPr>
            <a:lvl9pPr indent="-297179" lvl="8" marL="41148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9pPr>
          </a:lstStyle>
          <a:p/>
        </p:txBody>
      </p:sp>
      <p:sp>
        <p:nvSpPr>
          <p:cNvPr id="227" name="Google Shape;227;p21"/>
          <p:cNvSpPr txBox="1"/>
          <p:nvPr>
            <p:ph idx="10" type="dt"/>
          </p:nvPr>
        </p:nvSpPr>
        <p:spPr>
          <a:xfrm>
            <a:off x="76200" y="4686300"/>
            <a:ext cx="3505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8" name="Google Shape;228;p21"/>
          <p:cNvSpPr txBox="1"/>
          <p:nvPr>
            <p:ph idx="11" type="ftr"/>
          </p:nvPr>
        </p:nvSpPr>
        <p:spPr>
          <a:xfrm>
            <a:off x="3581400" y="4686300"/>
            <a:ext cx="2895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9" name="Google Shape;229;p21"/>
          <p:cNvSpPr txBox="1"/>
          <p:nvPr>
            <p:ph idx="12" type="sldNum"/>
          </p:nvPr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theme" Target="../theme/theme2.xml"/></Relationships>
</file>

<file path=ppt/slideMasters/_rels/slideMaster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8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8" name="Google Shape;58;p14"/>
          <p:cNvGrpSpPr/>
          <p:nvPr/>
        </p:nvGrpSpPr>
        <p:grpSpPr>
          <a:xfrm>
            <a:off x="-136525" y="0"/>
            <a:ext cx="9204325" cy="5029200"/>
            <a:chOff x="-86" y="0"/>
            <a:chExt cx="5798" cy="4224"/>
          </a:xfrm>
        </p:grpSpPr>
        <p:grpSp>
          <p:nvGrpSpPr>
            <p:cNvPr id="59" name="Google Shape;59;p14"/>
            <p:cNvGrpSpPr/>
            <p:nvPr/>
          </p:nvGrpSpPr>
          <p:grpSpPr>
            <a:xfrm>
              <a:off x="0" y="0"/>
              <a:ext cx="5712" cy="4224"/>
              <a:chOff x="0" y="0"/>
              <a:chExt cx="5712" cy="4224"/>
            </a:xfrm>
          </p:grpSpPr>
          <p:sp>
            <p:nvSpPr>
              <p:cNvPr id="60" name="Google Shape;60;p14"/>
              <p:cNvSpPr txBox="1"/>
              <p:nvPr/>
            </p:nvSpPr>
            <p:spPr>
              <a:xfrm>
                <a:off x="2112" y="0"/>
                <a:ext cx="3600" cy="0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2400" u="non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grpSp>
            <p:nvGrpSpPr>
              <p:cNvPr id="61" name="Google Shape;61;p14"/>
              <p:cNvGrpSpPr/>
              <p:nvPr/>
            </p:nvGrpSpPr>
            <p:grpSpPr>
              <a:xfrm>
                <a:off x="0" y="0"/>
                <a:ext cx="5700" cy="4224"/>
                <a:chOff x="0" y="0"/>
                <a:chExt cx="5700" cy="4224"/>
              </a:xfrm>
            </p:grpSpPr>
            <p:cxnSp>
              <p:nvCxnSpPr>
                <p:cNvPr id="62" name="Google Shape;62;p14"/>
                <p:cNvCxnSpPr/>
                <p:nvPr/>
              </p:nvCxnSpPr>
              <p:spPr>
                <a:xfrm>
                  <a:off x="0" y="192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63" name="Google Shape;63;p14"/>
                <p:cNvCxnSpPr/>
                <p:nvPr/>
              </p:nvCxnSpPr>
              <p:spPr>
                <a:xfrm>
                  <a:off x="0" y="384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64" name="Google Shape;64;p14"/>
                <p:cNvCxnSpPr/>
                <p:nvPr/>
              </p:nvCxnSpPr>
              <p:spPr>
                <a:xfrm>
                  <a:off x="0" y="576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65" name="Google Shape;65;p14"/>
                <p:cNvCxnSpPr/>
                <p:nvPr/>
              </p:nvCxnSpPr>
              <p:spPr>
                <a:xfrm>
                  <a:off x="0" y="768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66" name="Google Shape;66;p14"/>
                <p:cNvCxnSpPr/>
                <p:nvPr/>
              </p:nvCxnSpPr>
              <p:spPr>
                <a:xfrm>
                  <a:off x="0" y="960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67" name="Google Shape;67;p14"/>
                <p:cNvCxnSpPr/>
                <p:nvPr/>
              </p:nvCxnSpPr>
              <p:spPr>
                <a:xfrm>
                  <a:off x="0" y="1152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68" name="Google Shape;68;p14"/>
                <p:cNvCxnSpPr/>
                <p:nvPr/>
              </p:nvCxnSpPr>
              <p:spPr>
                <a:xfrm>
                  <a:off x="0" y="1344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69" name="Google Shape;69;p14"/>
                <p:cNvCxnSpPr/>
                <p:nvPr/>
              </p:nvCxnSpPr>
              <p:spPr>
                <a:xfrm>
                  <a:off x="0" y="1536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70" name="Google Shape;70;p14"/>
                <p:cNvCxnSpPr/>
                <p:nvPr/>
              </p:nvCxnSpPr>
              <p:spPr>
                <a:xfrm>
                  <a:off x="0" y="1728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71" name="Google Shape;71;p14"/>
                <p:cNvCxnSpPr/>
                <p:nvPr/>
              </p:nvCxnSpPr>
              <p:spPr>
                <a:xfrm>
                  <a:off x="0" y="1920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72" name="Google Shape;72;p14"/>
                <p:cNvCxnSpPr/>
                <p:nvPr/>
              </p:nvCxnSpPr>
              <p:spPr>
                <a:xfrm>
                  <a:off x="0" y="2112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73" name="Google Shape;73;p14"/>
                <p:cNvCxnSpPr/>
                <p:nvPr/>
              </p:nvCxnSpPr>
              <p:spPr>
                <a:xfrm>
                  <a:off x="0" y="2304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74" name="Google Shape;74;p14"/>
                <p:cNvCxnSpPr/>
                <p:nvPr/>
              </p:nvCxnSpPr>
              <p:spPr>
                <a:xfrm>
                  <a:off x="0" y="2496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75" name="Google Shape;75;p14"/>
                <p:cNvCxnSpPr/>
                <p:nvPr/>
              </p:nvCxnSpPr>
              <p:spPr>
                <a:xfrm>
                  <a:off x="0" y="2688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76" name="Google Shape;76;p14"/>
                <p:cNvCxnSpPr/>
                <p:nvPr/>
              </p:nvCxnSpPr>
              <p:spPr>
                <a:xfrm>
                  <a:off x="0" y="2880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77" name="Google Shape;77;p14"/>
                <p:cNvCxnSpPr/>
                <p:nvPr/>
              </p:nvCxnSpPr>
              <p:spPr>
                <a:xfrm>
                  <a:off x="0" y="3072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78" name="Google Shape;78;p14"/>
                <p:cNvCxnSpPr/>
                <p:nvPr/>
              </p:nvCxnSpPr>
              <p:spPr>
                <a:xfrm>
                  <a:off x="0" y="3264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79" name="Google Shape;79;p14"/>
                <p:cNvCxnSpPr/>
                <p:nvPr/>
              </p:nvCxnSpPr>
              <p:spPr>
                <a:xfrm>
                  <a:off x="0" y="3456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80" name="Google Shape;80;p14"/>
                <p:cNvCxnSpPr/>
                <p:nvPr/>
              </p:nvCxnSpPr>
              <p:spPr>
                <a:xfrm>
                  <a:off x="0" y="3648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81" name="Google Shape;81;p14"/>
                <p:cNvCxnSpPr/>
                <p:nvPr/>
              </p:nvCxnSpPr>
              <p:spPr>
                <a:xfrm>
                  <a:off x="0" y="3840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82" name="Google Shape;82;p14"/>
                <p:cNvCxnSpPr/>
                <p:nvPr/>
              </p:nvCxnSpPr>
              <p:spPr>
                <a:xfrm>
                  <a:off x="0" y="4032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83" name="Google Shape;83;p14"/>
                <p:cNvCxnSpPr/>
                <p:nvPr/>
              </p:nvCxnSpPr>
              <p:spPr>
                <a:xfrm>
                  <a:off x="0" y="4224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84" name="Google Shape;84;p14"/>
                <p:cNvCxnSpPr/>
                <p:nvPr/>
              </p:nvCxnSpPr>
              <p:spPr>
                <a:xfrm>
                  <a:off x="192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85" name="Google Shape;85;p14"/>
                <p:cNvCxnSpPr/>
                <p:nvPr/>
              </p:nvCxnSpPr>
              <p:spPr>
                <a:xfrm>
                  <a:off x="384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86" name="Google Shape;86;p14"/>
                <p:cNvCxnSpPr/>
                <p:nvPr/>
              </p:nvCxnSpPr>
              <p:spPr>
                <a:xfrm>
                  <a:off x="576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87" name="Google Shape;87;p14"/>
                <p:cNvCxnSpPr/>
                <p:nvPr/>
              </p:nvCxnSpPr>
              <p:spPr>
                <a:xfrm>
                  <a:off x="768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88" name="Google Shape;88;p14"/>
                <p:cNvCxnSpPr/>
                <p:nvPr/>
              </p:nvCxnSpPr>
              <p:spPr>
                <a:xfrm>
                  <a:off x="960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89" name="Google Shape;89;p14"/>
                <p:cNvCxnSpPr/>
                <p:nvPr/>
              </p:nvCxnSpPr>
              <p:spPr>
                <a:xfrm>
                  <a:off x="1152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90" name="Google Shape;90;p14"/>
                <p:cNvCxnSpPr/>
                <p:nvPr/>
              </p:nvCxnSpPr>
              <p:spPr>
                <a:xfrm>
                  <a:off x="1344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91" name="Google Shape;91;p14"/>
                <p:cNvCxnSpPr/>
                <p:nvPr/>
              </p:nvCxnSpPr>
              <p:spPr>
                <a:xfrm>
                  <a:off x="1536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92" name="Google Shape;92;p14"/>
                <p:cNvCxnSpPr/>
                <p:nvPr/>
              </p:nvCxnSpPr>
              <p:spPr>
                <a:xfrm>
                  <a:off x="1728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93" name="Google Shape;93;p14"/>
                <p:cNvCxnSpPr/>
                <p:nvPr/>
              </p:nvCxnSpPr>
              <p:spPr>
                <a:xfrm>
                  <a:off x="1920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94" name="Google Shape;94;p14"/>
                <p:cNvCxnSpPr/>
                <p:nvPr/>
              </p:nvCxnSpPr>
              <p:spPr>
                <a:xfrm>
                  <a:off x="2112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95" name="Google Shape;95;p14"/>
                <p:cNvCxnSpPr/>
                <p:nvPr/>
              </p:nvCxnSpPr>
              <p:spPr>
                <a:xfrm>
                  <a:off x="2304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96" name="Google Shape;96;p14"/>
                <p:cNvCxnSpPr/>
                <p:nvPr/>
              </p:nvCxnSpPr>
              <p:spPr>
                <a:xfrm>
                  <a:off x="2496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97" name="Google Shape;97;p14"/>
                <p:cNvCxnSpPr/>
                <p:nvPr/>
              </p:nvCxnSpPr>
              <p:spPr>
                <a:xfrm>
                  <a:off x="2688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98" name="Google Shape;98;p14"/>
                <p:cNvCxnSpPr/>
                <p:nvPr/>
              </p:nvCxnSpPr>
              <p:spPr>
                <a:xfrm>
                  <a:off x="2880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99" name="Google Shape;99;p14"/>
                <p:cNvCxnSpPr/>
                <p:nvPr/>
              </p:nvCxnSpPr>
              <p:spPr>
                <a:xfrm>
                  <a:off x="3072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00" name="Google Shape;100;p14"/>
                <p:cNvCxnSpPr/>
                <p:nvPr/>
              </p:nvCxnSpPr>
              <p:spPr>
                <a:xfrm>
                  <a:off x="3264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01" name="Google Shape;101;p14"/>
                <p:cNvCxnSpPr/>
                <p:nvPr/>
              </p:nvCxnSpPr>
              <p:spPr>
                <a:xfrm>
                  <a:off x="3456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02" name="Google Shape;102;p14"/>
                <p:cNvCxnSpPr/>
                <p:nvPr/>
              </p:nvCxnSpPr>
              <p:spPr>
                <a:xfrm>
                  <a:off x="3648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03" name="Google Shape;103;p14"/>
                <p:cNvCxnSpPr/>
                <p:nvPr/>
              </p:nvCxnSpPr>
              <p:spPr>
                <a:xfrm>
                  <a:off x="3840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04" name="Google Shape;104;p14"/>
                <p:cNvCxnSpPr/>
                <p:nvPr/>
              </p:nvCxnSpPr>
              <p:spPr>
                <a:xfrm>
                  <a:off x="4032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05" name="Google Shape;105;p14"/>
                <p:cNvCxnSpPr/>
                <p:nvPr/>
              </p:nvCxnSpPr>
              <p:spPr>
                <a:xfrm>
                  <a:off x="4224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06" name="Google Shape;106;p14"/>
                <p:cNvCxnSpPr/>
                <p:nvPr/>
              </p:nvCxnSpPr>
              <p:spPr>
                <a:xfrm>
                  <a:off x="4416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07" name="Google Shape;107;p14"/>
                <p:cNvCxnSpPr/>
                <p:nvPr/>
              </p:nvCxnSpPr>
              <p:spPr>
                <a:xfrm>
                  <a:off x="4608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08" name="Google Shape;108;p14"/>
                <p:cNvCxnSpPr/>
                <p:nvPr/>
              </p:nvCxnSpPr>
              <p:spPr>
                <a:xfrm>
                  <a:off x="4800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09" name="Google Shape;109;p14"/>
                <p:cNvCxnSpPr/>
                <p:nvPr/>
              </p:nvCxnSpPr>
              <p:spPr>
                <a:xfrm>
                  <a:off x="4992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10" name="Google Shape;110;p14"/>
                <p:cNvCxnSpPr/>
                <p:nvPr/>
              </p:nvCxnSpPr>
              <p:spPr>
                <a:xfrm>
                  <a:off x="5184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11" name="Google Shape;111;p14"/>
                <p:cNvCxnSpPr/>
                <p:nvPr/>
              </p:nvCxnSpPr>
              <p:spPr>
                <a:xfrm>
                  <a:off x="5376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12" name="Google Shape;112;p14"/>
                <p:cNvCxnSpPr/>
                <p:nvPr/>
              </p:nvCxnSpPr>
              <p:spPr>
                <a:xfrm>
                  <a:off x="5568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</p:grpSp>
          <p:cxnSp>
            <p:nvCxnSpPr>
              <p:cNvPr id="113" name="Google Shape;113;p14"/>
              <p:cNvCxnSpPr/>
              <p:nvPr/>
            </p:nvCxnSpPr>
            <p:spPr>
              <a:xfrm>
                <a:off x="5568" y="0"/>
                <a:ext cx="0" cy="1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hlink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</p:grpSp>
        <p:grpSp>
          <p:nvGrpSpPr>
            <p:cNvPr id="114" name="Google Shape;114;p14"/>
            <p:cNvGrpSpPr/>
            <p:nvPr/>
          </p:nvGrpSpPr>
          <p:grpSpPr>
            <a:xfrm>
              <a:off x="-86" y="559"/>
              <a:ext cx="4281" cy="1800"/>
              <a:chOff x="-86" y="559"/>
              <a:chExt cx="4281" cy="1800"/>
            </a:xfrm>
          </p:grpSpPr>
          <p:cxnSp>
            <p:nvCxnSpPr>
              <p:cNvPr id="115" name="Google Shape;115;p14"/>
              <p:cNvCxnSpPr/>
              <p:nvPr/>
            </p:nvCxnSpPr>
            <p:spPr>
              <a:xfrm>
                <a:off x="506" y="559"/>
                <a:ext cx="0" cy="1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hlink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cxnSp>
            <p:nvCxnSpPr>
              <p:cNvPr id="116" name="Google Shape;116;p14"/>
              <p:cNvCxnSpPr/>
              <p:nvPr/>
            </p:nvCxnSpPr>
            <p:spPr>
              <a:xfrm rot="10800000">
                <a:off x="-86" y="1925"/>
                <a:ext cx="33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hlink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cxnSp>
            <p:nvCxnSpPr>
              <p:cNvPr id="117" name="Google Shape;117;p14"/>
              <p:cNvCxnSpPr/>
              <p:nvPr/>
            </p:nvCxnSpPr>
            <p:spPr>
              <a:xfrm rot="10800000">
                <a:off x="295" y="939"/>
                <a:ext cx="39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hlink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sp>
            <p:nvSpPr>
              <p:cNvPr id="118" name="Google Shape;118;p14"/>
              <p:cNvSpPr/>
              <p:nvPr/>
            </p:nvSpPr>
            <p:spPr>
              <a:xfrm flipH="1" rot="-5400000">
                <a:off x="425" y="860"/>
                <a:ext cx="108" cy="108"/>
              </a:xfrm>
              <a:custGeom>
                <a:rect b="b" l="l" r="r" t="t"/>
                <a:pathLst>
                  <a:path extrusionOk="0" fill="none" h="43200" w="43195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extrusionOk="0" h="43200" w="43195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lnTo>
                      <a:pt x="21114" y="5"/>
                    </a:lnTo>
                    <a:close/>
                  </a:path>
                </a:pathLst>
              </a:custGeom>
              <a:noFill/>
              <a:ln cap="flat" cmpd="sng" w="9525">
                <a:solidFill>
                  <a:schemeClr val="hlink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2400" u="non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</p:grpSp>
        <p:grpSp>
          <p:nvGrpSpPr>
            <p:cNvPr id="119" name="Google Shape;119;p14"/>
            <p:cNvGrpSpPr/>
            <p:nvPr/>
          </p:nvGrpSpPr>
          <p:grpSpPr>
            <a:xfrm>
              <a:off x="1480" y="1952"/>
              <a:ext cx="3900" cy="1800"/>
              <a:chOff x="1480" y="1952"/>
              <a:chExt cx="3900" cy="1800"/>
            </a:xfrm>
          </p:grpSpPr>
          <p:cxnSp>
            <p:nvCxnSpPr>
              <p:cNvPr id="120" name="Google Shape;120;p14"/>
              <p:cNvCxnSpPr/>
              <p:nvPr/>
            </p:nvCxnSpPr>
            <p:spPr>
              <a:xfrm>
                <a:off x="1480" y="3442"/>
                <a:ext cx="39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hlink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cxnSp>
            <p:nvCxnSpPr>
              <p:cNvPr id="121" name="Google Shape;121;p14"/>
              <p:cNvCxnSpPr/>
              <p:nvPr/>
            </p:nvCxnSpPr>
            <p:spPr>
              <a:xfrm>
                <a:off x="5172" y="1952"/>
                <a:ext cx="0" cy="1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hlink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sp>
            <p:nvSpPr>
              <p:cNvPr id="122" name="Google Shape;122;p14"/>
              <p:cNvSpPr/>
              <p:nvPr/>
            </p:nvSpPr>
            <p:spPr>
              <a:xfrm rot="5400000">
                <a:off x="5145" y="3347"/>
                <a:ext cx="108" cy="108"/>
              </a:xfrm>
              <a:custGeom>
                <a:rect b="b" l="l" r="r" t="t"/>
                <a:pathLst>
                  <a:path extrusionOk="0" fill="none" h="43200" w="43195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extrusionOk="0" h="43200" w="43195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lnTo>
                      <a:pt x="21114" y="5"/>
                    </a:lnTo>
                    <a:close/>
                  </a:path>
                </a:pathLst>
              </a:custGeom>
              <a:noFill/>
              <a:ln cap="flat" cmpd="sng" w="9525">
                <a:solidFill>
                  <a:schemeClr val="hlink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2400" u="non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</p:grpSp>
      </p:grpSp>
      <p:sp>
        <p:nvSpPr>
          <p:cNvPr id="123" name="Google Shape;123;p14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descr="Rectangle: Click to edit Master text styles &#10;Second level &#10;Third level &#10;Fourth level &#10;Fifth level" id="124" name="Google Shape;124;p14"/>
          <p:cNvSpPr txBox="1"/>
          <p:nvPr>
            <p:ph idx="1" type="body"/>
          </p:nvPr>
        </p:nvSpPr>
        <p:spPr>
          <a:xfrm>
            <a:off x="838200" y="1428750"/>
            <a:ext cx="77724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5052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Noto Sans Symbols"/>
              <a:buChar char="❑"/>
              <a:defRPr b="0" i="0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33528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680"/>
              <a:buFont typeface="Noto Sans Symbols"/>
              <a:buChar char="■"/>
              <a:defRPr b="0" i="0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37338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2280"/>
              <a:buFont typeface="Noto Sans Symbols"/>
              <a:buChar char="⬥"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31115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3048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3048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3048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3048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3048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125" name="Google Shape;125;p14"/>
          <p:cNvSpPr txBox="1"/>
          <p:nvPr>
            <p:ph idx="12" type="sldNum"/>
          </p:nvPr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14"/>
          <p:cNvSpPr txBox="1"/>
          <p:nvPr>
            <p:ph idx="10" type="dt"/>
          </p:nvPr>
        </p:nvSpPr>
        <p:spPr>
          <a:xfrm>
            <a:off x="76200" y="4686300"/>
            <a:ext cx="3505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0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3" name="Google Shape;133;p16"/>
          <p:cNvGrpSpPr/>
          <p:nvPr/>
        </p:nvGrpSpPr>
        <p:grpSpPr>
          <a:xfrm>
            <a:off x="0" y="0"/>
            <a:ext cx="9067800" cy="5029200"/>
            <a:chOff x="0" y="0"/>
            <a:chExt cx="5712" cy="4224"/>
          </a:xfrm>
        </p:grpSpPr>
        <p:grpSp>
          <p:nvGrpSpPr>
            <p:cNvPr id="134" name="Google Shape;134;p16"/>
            <p:cNvGrpSpPr/>
            <p:nvPr/>
          </p:nvGrpSpPr>
          <p:grpSpPr>
            <a:xfrm>
              <a:off x="0" y="0"/>
              <a:ext cx="5700" cy="4224"/>
              <a:chOff x="0" y="0"/>
              <a:chExt cx="5700" cy="4224"/>
            </a:xfrm>
          </p:grpSpPr>
          <p:grpSp>
            <p:nvGrpSpPr>
              <p:cNvPr id="135" name="Google Shape;135;p16"/>
              <p:cNvGrpSpPr/>
              <p:nvPr/>
            </p:nvGrpSpPr>
            <p:grpSpPr>
              <a:xfrm>
                <a:off x="0" y="192"/>
                <a:ext cx="5700" cy="4032"/>
                <a:chOff x="0" y="192"/>
                <a:chExt cx="5700" cy="4032"/>
              </a:xfrm>
            </p:grpSpPr>
            <p:cxnSp>
              <p:nvCxnSpPr>
                <p:cNvPr id="136" name="Google Shape;136;p16"/>
                <p:cNvCxnSpPr/>
                <p:nvPr/>
              </p:nvCxnSpPr>
              <p:spPr>
                <a:xfrm>
                  <a:off x="0" y="192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37" name="Google Shape;137;p16"/>
                <p:cNvCxnSpPr/>
                <p:nvPr/>
              </p:nvCxnSpPr>
              <p:spPr>
                <a:xfrm>
                  <a:off x="0" y="384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38" name="Google Shape;138;p16"/>
                <p:cNvCxnSpPr/>
                <p:nvPr/>
              </p:nvCxnSpPr>
              <p:spPr>
                <a:xfrm>
                  <a:off x="0" y="576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39" name="Google Shape;139;p16"/>
                <p:cNvCxnSpPr/>
                <p:nvPr/>
              </p:nvCxnSpPr>
              <p:spPr>
                <a:xfrm>
                  <a:off x="0" y="768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40" name="Google Shape;140;p16"/>
                <p:cNvCxnSpPr/>
                <p:nvPr/>
              </p:nvCxnSpPr>
              <p:spPr>
                <a:xfrm>
                  <a:off x="0" y="960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41" name="Google Shape;141;p16"/>
                <p:cNvCxnSpPr/>
                <p:nvPr/>
              </p:nvCxnSpPr>
              <p:spPr>
                <a:xfrm>
                  <a:off x="0" y="1152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42" name="Google Shape;142;p16"/>
                <p:cNvCxnSpPr/>
                <p:nvPr/>
              </p:nvCxnSpPr>
              <p:spPr>
                <a:xfrm>
                  <a:off x="0" y="1344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43" name="Google Shape;143;p16"/>
                <p:cNvCxnSpPr/>
                <p:nvPr/>
              </p:nvCxnSpPr>
              <p:spPr>
                <a:xfrm>
                  <a:off x="0" y="1536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44" name="Google Shape;144;p16"/>
                <p:cNvCxnSpPr/>
                <p:nvPr/>
              </p:nvCxnSpPr>
              <p:spPr>
                <a:xfrm>
                  <a:off x="0" y="1728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45" name="Google Shape;145;p16"/>
                <p:cNvCxnSpPr/>
                <p:nvPr/>
              </p:nvCxnSpPr>
              <p:spPr>
                <a:xfrm>
                  <a:off x="0" y="1920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46" name="Google Shape;146;p16"/>
                <p:cNvCxnSpPr/>
                <p:nvPr/>
              </p:nvCxnSpPr>
              <p:spPr>
                <a:xfrm>
                  <a:off x="0" y="2112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47" name="Google Shape;147;p16"/>
                <p:cNvCxnSpPr/>
                <p:nvPr/>
              </p:nvCxnSpPr>
              <p:spPr>
                <a:xfrm>
                  <a:off x="0" y="2304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48" name="Google Shape;148;p16"/>
                <p:cNvCxnSpPr/>
                <p:nvPr/>
              </p:nvCxnSpPr>
              <p:spPr>
                <a:xfrm>
                  <a:off x="0" y="2496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49" name="Google Shape;149;p16"/>
                <p:cNvCxnSpPr/>
                <p:nvPr/>
              </p:nvCxnSpPr>
              <p:spPr>
                <a:xfrm>
                  <a:off x="0" y="2688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50" name="Google Shape;150;p16"/>
                <p:cNvCxnSpPr/>
                <p:nvPr/>
              </p:nvCxnSpPr>
              <p:spPr>
                <a:xfrm>
                  <a:off x="0" y="2880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51" name="Google Shape;151;p16"/>
                <p:cNvCxnSpPr/>
                <p:nvPr/>
              </p:nvCxnSpPr>
              <p:spPr>
                <a:xfrm>
                  <a:off x="0" y="3072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52" name="Google Shape;152;p16"/>
                <p:cNvCxnSpPr/>
                <p:nvPr/>
              </p:nvCxnSpPr>
              <p:spPr>
                <a:xfrm>
                  <a:off x="0" y="3264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53" name="Google Shape;153;p16"/>
                <p:cNvCxnSpPr/>
                <p:nvPr/>
              </p:nvCxnSpPr>
              <p:spPr>
                <a:xfrm>
                  <a:off x="0" y="3456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54" name="Google Shape;154;p16"/>
                <p:cNvCxnSpPr/>
                <p:nvPr/>
              </p:nvCxnSpPr>
              <p:spPr>
                <a:xfrm>
                  <a:off x="0" y="3648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55" name="Google Shape;155;p16"/>
                <p:cNvCxnSpPr/>
                <p:nvPr/>
              </p:nvCxnSpPr>
              <p:spPr>
                <a:xfrm>
                  <a:off x="0" y="3840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56" name="Google Shape;156;p16"/>
                <p:cNvCxnSpPr/>
                <p:nvPr/>
              </p:nvCxnSpPr>
              <p:spPr>
                <a:xfrm>
                  <a:off x="0" y="4032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57" name="Google Shape;157;p16"/>
                <p:cNvCxnSpPr/>
                <p:nvPr/>
              </p:nvCxnSpPr>
              <p:spPr>
                <a:xfrm>
                  <a:off x="0" y="4224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158" name="Google Shape;158;p16"/>
              <p:cNvGrpSpPr/>
              <p:nvPr/>
            </p:nvGrpSpPr>
            <p:grpSpPr>
              <a:xfrm>
                <a:off x="192" y="0"/>
                <a:ext cx="5376" cy="4200"/>
                <a:chOff x="192" y="0"/>
                <a:chExt cx="5376" cy="4200"/>
              </a:xfrm>
            </p:grpSpPr>
            <p:cxnSp>
              <p:nvCxnSpPr>
                <p:cNvPr id="159" name="Google Shape;159;p16"/>
                <p:cNvCxnSpPr/>
                <p:nvPr/>
              </p:nvCxnSpPr>
              <p:spPr>
                <a:xfrm>
                  <a:off x="192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60" name="Google Shape;160;p16"/>
                <p:cNvCxnSpPr/>
                <p:nvPr/>
              </p:nvCxnSpPr>
              <p:spPr>
                <a:xfrm>
                  <a:off x="384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61" name="Google Shape;161;p16"/>
                <p:cNvCxnSpPr/>
                <p:nvPr/>
              </p:nvCxnSpPr>
              <p:spPr>
                <a:xfrm>
                  <a:off x="576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62" name="Google Shape;162;p16"/>
                <p:cNvCxnSpPr/>
                <p:nvPr/>
              </p:nvCxnSpPr>
              <p:spPr>
                <a:xfrm>
                  <a:off x="768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63" name="Google Shape;163;p16"/>
                <p:cNvCxnSpPr/>
                <p:nvPr/>
              </p:nvCxnSpPr>
              <p:spPr>
                <a:xfrm>
                  <a:off x="960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64" name="Google Shape;164;p16"/>
                <p:cNvCxnSpPr/>
                <p:nvPr/>
              </p:nvCxnSpPr>
              <p:spPr>
                <a:xfrm>
                  <a:off x="1152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65" name="Google Shape;165;p16"/>
                <p:cNvCxnSpPr/>
                <p:nvPr/>
              </p:nvCxnSpPr>
              <p:spPr>
                <a:xfrm>
                  <a:off x="1344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66" name="Google Shape;166;p16"/>
                <p:cNvCxnSpPr/>
                <p:nvPr/>
              </p:nvCxnSpPr>
              <p:spPr>
                <a:xfrm>
                  <a:off x="1536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67" name="Google Shape;167;p16"/>
                <p:cNvCxnSpPr/>
                <p:nvPr/>
              </p:nvCxnSpPr>
              <p:spPr>
                <a:xfrm>
                  <a:off x="1728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68" name="Google Shape;168;p16"/>
                <p:cNvCxnSpPr/>
                <p:nvPr/>
              </p:nvCxnSpPr>
              <p:spPr>
                <a:xfrm>
                  <a:off x="1920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69" name="Google Shape;169;p16"/>
                <p:cNvCxnSpPr/>
                <p:nvPr/>
              </p:nvCxnSpPr>
              <p:spPr>
                <a:xfrm>
                  <a:off x="2112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70" name="Google Shape;170;p16"/>
                <p:cNvCxnSpPr/>
                <p:nvPr/>
              </p:nvCxnSpPr>
              <p:spPr>
                <a:xfrm>
                  <a:off x="2304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71" name="Google Shape;171;p16"/>
                <p:cNvCxnSpPr/>
                <p:nvPr/>
              </p:nvCxnSpPr>
              <p:spPr>
                <a:xfrm>
                  <a:off x="2496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72" name="Google Shape;172;p16"/>
                <p:cNvCxnSpPr/>
                <p:nvPr/>
              </p:nvCxnSpPr>
              <p:spPr>
                <a:xfrm>
                  <a:off x="2688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73" name="Google Shape;173;p16"/>
                <p:cNvCxnSpPr/>
                <p:nvPr/>
              </p:nvCxnSpPr>
              <p:spPr>
                <a:xfrm>
                  <a:off x="2880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74" name="Google Shape;174;p16"/>
                <p:cNvCxnSpPr/>
                <p:nvPr/>
              </p:nvCxnSpPr>
              <p:spPr>
                <a:xfrm>
                  <a:off x="3072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75" name="Google Shape;175;p16"/>
                <p:cNvCxnSpPr/>
                <p:nvPr/>
              </p:nvCxnSpPr>
              <p:spPr>
                <a:xfrm>
                  <a:off x="3264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76" name="Google Shape;176;p16"/>
                <p:cNvCxnSpPr/>
                <p:nvPr/>
              </p:nvCxnSpPr>
              <p:spPr>
                <a:xfrm>
                  <a:off x="3456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77" name="Google Shape;177;p16"/>
                <p:cNvCxnSpPr/>
                <p:nvPr/>
              </p:nvCxnSpPr>
              <p:spPr>
                <a:xfrm>
                  <a:off x="3648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78" name="Google Shape;178;p16"/>
                <p:cNvCxnSpPr/>
                <p:nvPr/>
              </p:nvCxnSpPr>
              <p:spPr>
                <a:xfrm>
                  <a:off x="3840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79" name="Google Shape;179;p16"/>
                <p:cNvCxnSpPr/>
                <p:nvPr/>
              </p:nvCxnSpPr>
              <p:spPr>
                <a:xfrm>
                  <a:off x="4032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80" name="Google Shape;180;p16"/>
                <p:cNvCxnSpPr/>
                <p:nvPr/>
              </p:nvCxnSpPr>
              <p:spPr>
                <a:xfrm>
                  <a:off x="4224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81" name="Google Shape;181;p16"/>
                <p:cNvCxnSpPr/>
                <p:nvPr/>
              </p:nvCxnSpPr>
              <p:spPr>
                <a:xfrm>
                  <a:off x="4416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82" name="Google Shape;182;p16"/>
                <p:cNvCxnSpPr/>
                <p:nvPr/>
              </p:nvCxnSpPr>
              <p:spPr>
                <a:xfrm>
                  <a:off x="4608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83" name="Google Shape;183;p16"/>
                <p:cNvCxnSpPr/>
                <p:nvPr/>
              </p:nvCxnSpPr>
              <p:spPr>
                <a:xfrm>
                  <a:off x="4800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84" name="Google Shape;184;p16"/>
                <p:cNvCxnSpPr/>
                <p:nvPr/>
              </p:nvCxnSpPr>
              <p:spPr>
                <a:xfrm>
                  <a:off x="4992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85" name="Google Shape;185;p16"/>
                <p:cNvCxnSpPr/>
                <p:nvPr/>
              </p:nvCxnSpPr>
              <p:spPr>
                <a:xfrm>
                  <a:off x="5184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86" name="Google Shape;186;p16"/>
                <p:cNvCxnSpPr/>
                <p:nvPr/>
              </p:nvCxnSpPr>
              <p:spPr>
                <a:xfrm>
                  <a:off x="5376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87" name="Google Shape;187;p16"/>
                <p:cNvCxnSpPr/>
                <p:nvPr/>
              </p:nvCxnSpPr>
              <p:spPr>
                <a:xfrm>
                  <a:off x="5568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</p:grpSp>
        </p:grpSp>
        <p:sp>
          <p:nvSpPr>
            <p:cNvPr descr="60%" id="188" name="Google Shape;188;p16"/>
            <p:cNvSpPr txBox="1"/>
            <p:nvPr/>
          </p:nvSpPr>
          <p:spPr>
            <a:xfrm>
              <a:off x="2112" y="0"/>
              <a:ext cx="3600" cy="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cxnSp>
          <p:nvCxnSpPr>
            <p:cNvPr id="189" name="Google Shape;189;p16"/>
            <p:cNvCxnSpPr/>
            <p:nvPr/>
          </p:nvCxnSpPr>
          <p:spPr>
            <a:xfrm>
              <a:off x="5568" y="0"/>
              <a:ext cx="0" cy="1500"/>
            </a:xfrm>
            <a:prstGeom prst="straightConnector1">
              <a:avLst/>
            </a:prstGeom>
            <a:noFill/>
            <a:ln cap="flat" cmpd="sng" w="9525">
              <a:solidFill>
                <a:schemeClr val="hlink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grpSp>
          <p:nvGrpSpPr>
            <p:cNvPr id="190" name="Google Shape;190;p16"/>
            <p:cNvGrpSpPr/>
            <p:nvPr/>
          </p:nvGrpSpPr>
          <p:grpSpPr>
            <a:xfrm>
              <a:off x="316" y="892"/>
              <a:ext cx="1069" cy="1529"/>
              <a:chOff x="204" y="916"/>
              <a:chExt cx="2100" cy="3004"/>
            </a:xfrm>
          </p:grpSpPr>
          <p:cxnSp>
            <p:nvCxnSpPr>
              <p:cNvPr id="191" name="Google Shape;191;p16"/>
              <p:cNvCxnSpPr/>
              <p:nvPr/>
            </p:nvCxnSpPr>
            <p:spPr>
              <a:xfrm rot="10800000">
                <a:off x="204" y="1038"/>
                <a:ext cx="2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hlink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cxnSp>
            <p:nvCxnSpPr>
              <p:cNvPr id="192" name="Google Shape;192;p16"/>
              <p:cNvCxnSpPr/>
              <p:nvPr/>
            </p:nvCxnSpPr>
            <p:spPr>
              <a:xfrm>
                <a:off x="336" y="920"/>
                <a:ext cx="0" cy="3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hlink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sp>
            <p:nvSpPr>
              <p:cNvPr id="193" name="Google Shape;193;p16"/>
              <p:cNvSpPr/>
              <p:nvPr/>
            </p:nvSpPr>
            <p:spPr>
              <a:xfrm flipH="1">
                <a:off x="240" y="916"/>
                <a:ext cx="216" cy="216"/>
              </a:xfrm>
              <a:custGeom>
                <a:rect b="b" l="l" r="r" t="t"/>
                <a:pathLst>
                  <a:path extrusionOk="0" fill="none" h="43200" w="43195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extrusionOk="0" h="43200" w="43195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lnTo>
                      <a:pt x="21114" y="5"/>
                    </a:lnTo>
                    <a:close/>
                  </a:path>
                </a:pathLst>
              </a:custGeom>
              <a:noFill/>
              <a:ln cap="flat" cmpd="sng" w="9525">
                <a:solidFill>
                  <a:schemeClr val="hlink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2400" u="non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</p:grpSp>
      </p:grpSp>
      <p:sp>
        <p:nvSpPr>
          <p:cNvPr id="194" name="Google Shape;194;p16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descr="Rectangle: Click to edit Master text styles &#10;Second level &#10;Third level &#10;Fourth level &#10;Fifth level" id="195" name="Google Shape;195;p16"/>
          <p:cNvSpPr txBox="1"/>
          <p:nvPr>
            <p:ph idx="1" type="body"/>
          </p:nvPr>
        </p:nvSpPr>
        <p:spPr>
          <a:xfrm>
            <a:off x="838200" y="1428750"/>
            <a:ext cx="77724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5052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Noto Sans Symbols"/>
              <a:buChar char="❑"/>
              <a:defRPr b="0" i="0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33528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680"/>
              <a:buFont typeface="Noto Sans Symbols"/>
              <a:buChar char="■"/>
              <a:defRPr b="0" i="0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37338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2280"/>
              <a:buFont typeface="Noto Sans Symbols"/>
              <a:buChar char="⬥"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31115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3048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3048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3048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3048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3048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196" name="Google Shape;196;p16"/>
          <p:cNvSpPr txBox="1"/>
          <p:nvPr>
            <p:ph idx="10" type="dt"/>
          </p:nvPr>
        </p:nvSpPr>
        <p:spPr>
          <a:xfrm>
            <a:off x="76200" y="4686300"/>
            <a:ext cx="3505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197" name="Google Shape;197;p16"/>
          <p:cNvSpPr txBox="1"/>
          <p:nvPr>
            <p:ph idx="11" type="ftr"/>
          </p:nvPr>
        </p:nvSpPr>
        <p:spPr>
          <a:xfrm>
            <a:off x="3581400" y="4686300"/>
            <a:ext cx="2895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198" name="Google Shape;198;p16"/>
          <p:cNvSpPr txBox="1"/>
          <p:nvPr>
            <p:ph idx="12" type="sldNum"/>
          </p:nvPr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22"/>
          <p:cNvSpPr txBox="1"/>
          <p:nvPr>
            <p:ph type="ctrTitle"/>
          </p:nvPr>
        </p:nvSpPr>
        <p:spPr>
          <a:xfrm>
            <a:off x="1193275" y="143105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b="0" i="0" lang="en-GB" sz="36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</a:t>
            </a:r>
            <a:r>
              <a:rPr lang="en-GB" sz="3600"/>
              <a:t>3</a:t>
            </a:r>
            <a:r>
              <a:rPr b="0" i="0" lang="en-GB" sz="36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</a:t>
            </a:r>
            <a:br>
              <a:rPr b="0" i="0" lang="en-GB" sz="36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GB" sz="3600"/>
              <a:t>Pattern Discovery in Data Mining</a:t>
            </a:r>
            <a:endParaRPr sz="3600"/>
          </a:p>
        </p:txBody>
      </p:sp>
      <p:pic>
        <p:nvPicPr>
          <p:cNvPr id="236" name="Google Shape;236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23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Mining Closed Patterns</a:t>
            </a:r>
            <a:endParaRPr sz="3600"/>
          </a:p>
        </p:txBody>
      </p:sp>
      <p:sp>
        <p:nvSpPr>
          <p:cNvPr descr="Rectangle: Click to edit Master text styles &#10;Second level &#10;Third level &#10;Fourth level &#10;Fifth level" id="242" name="Google Shape;242;p23"/>
          <p:cNvSpPr txBox="1"/>
          <p:nvPr>
            <p:ph idx="1" type="body"/>
          </p:nvPr>
        </p:nvSpPr>
        <p:spPr>
          <a:xfrm>
            <a:off x="762000" y="1646581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73380" lvl="0" marL="34290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Explanation of closed patterns and their significance in pattern mining</a:t>
            </a:r>
            <a:endParaRPr sz="1800">
              <a:solidFill>
                <a:srgbClr val="1F1F1F"/>
              </a:solidFill>
            </a:endParaRPr>
          </a:p>
          <a:p>
            <a:pPr indent="-373380" lvl="0" marL="34290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Techniques for mining closed patterns, including the depth-first search approach</a:t>
            </a:r>
            <a:endParaRPr sz="1800">
              <a:solidFill>
                <a:srgbClr val="1F1F1F"/>
              </a:solidFill>
            </a:endParaRPr>
          </a:p>
          <a:p>
            <a:pPr indent="-373380" lvl="0" marL="34290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Advantages and applications of closed pattern mining</a:t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243" name="Google Shape;243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23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GB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245" name="Google Shape;245;p23"/>
          <p:cNvSpPr txBox="1"/>
          <p:nvPr/>
        </p:nvSpPr>
        <p:spPr>
          <a:xfrm>
            <a:off x="762000" y="1184875"/>
            <a:ext cx="419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b="1" i="1" lang="en-GB" sz="18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Objective</a:t>
            </a:r>
            <a:endParaRPr b="1" i="1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4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Mining Closed Patterns</a:t>
            </a:r>
            <a:endParaRPr sz="3600"/>
          </a:p>
        </p:txBody>
      </p:sp>
      <p:sp>
        <p:nvSpPr>
          <p:cNvPr descr="Rectangle: Click to edit Master text styles &#10;Second level &#10;Third level &#10;Fourth level &#10;Fifth level" id="251" name="Google Shape;251;p24"/>
          <p:cNvSpPr txBox="1"/>
          <p:nvPr>
            <p:ph idx="1" type="body"/>
          </p:nvPr>
        </p:nvSpPr>
        <p:spPr>
          <a:xfrm>
            <a:off x="762000" y="1646581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Closed patterns are a compressed representation of frequent patterns</a:t>
            </a:r>
            <a:endParaRPr sz="1800">
              <a:solidFill>
                <a:srgbClr val="1F1F1F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A closed pattern is a complete pattern that cannot be extended without reducing its support.</a:t>
            </a:r>
            <a:endParaRPr sz="1800">
              <a:solidFill>
                <a:srgbClr val="1F1F1F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Mining closed patterns provides a concise and meaningful set of patterns without redundancy.</a:t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252" name="Google Shape;252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p24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GB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254" name="Google Shape;254;p24"/>
          <p:cNvSpPr txBox="1"/>
          <p:nvPr/>
        </p:nvSpPr>
        <p:spPr>
          <a:xfrm>
            <a:off x="762000" y="1184875"/>
            <a:ext cx="419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b="1" i="1" lang="en-GB" sz="18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i="1" lang="en-GB" sz="18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Introduction to Closed Patterns</a:t>
            </a:r>
            <a:endParaRPr b="1" i="1" sz="1800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25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Mining Closed Patterns</a:t>
            </a:r>
            <a:endParaRPr sz="3600"/>
          </a:p>
        </p:txBody>
      </p:sp>
      <p:sp>
        <p:nvSpPr>
          <p:cNvPr descr="Rectangle: Click to edit Master text styles &#10;Second level &#10;Third level &#10;Fourth level &#10;Fifth level" id="260" name="Google Shape;260;p25"/>
          <p:cNvSpPr txBox="1"/>
          <p:nvPr>
            <p:ph idx="1" type="body"/>
          </p:nvPr>
        </p:nvSpPr>
        <p:spPr>
          <a:xfrm>
            <a:off x="762000" y="1646581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The general approach for mining closed patterns includes the following steps:</a:t>
            </a:r>
            <a:endParaRPr sz="1800">
              <a:solidFill>
                <a:srgbClr val="1F1F1F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Discover all frequent patterns using an appropriate algorithm (e.g., Apriori or FPGrowth).</a:t>
            </a:r>
            <a:endParaRPr sz="1800">
              <a:solidFill>
                <a:srgbClr val="1F1F1F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Identify closed patterns from the set of frequent patterns.</a:t>
            </a:r>
            <a:endParaRPr sz="1800">
              <a:solidFill>
                <a:srgbClr val="1F1F1F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Remove redundant patterns that are subsumed by other closed patterns.</a:t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261" name="Google Shape;261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25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GB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263" name="Google Shape;263;p25"/>
          <p:cNvSpPr txBox="1"/>
          <p:nvPr/>
        </p:nvSpPr>
        <p:spPr>
          <a:xfrm>
            <a:off x="762000" y="1184875"/>
            <a:ext cx="419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b="1" i="1" lang="en-GB" sz="18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General Approach</a:t>
            </a:r>
            <a:endParaRPr b="1" i="1" sz="1800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26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Mining Closed Patterns</a:t>
            </a:r>
            <a:endParaRPr sz="3600"/>
          </a:p>
        </p:txBody>
      </p:sp>
      <p:sp>
        <p:nvSpPr>
          <p:cNvPr descr="Rectangle: Click to edit Master text styles &#10;Second level &#10;Third level &#10;Fourth level &#10;Fifth level" id="269" name="Google Shape;269;p26"/>
          <p:cNvSpPr txBox="1"/>
          <p:nvPr>
            <p:ph idx="1" type="body"/>
          </p:nvPr>
        </p:nvSpPr>
        <p:spPr>
          <a:xfrm>
            <a:off x="762000" y="1646581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Depth-First Search (DFS) Approach:</a:t>
            </a:r>
            <a:endParaRPr sz="1800">
              <a:solidFill>
                <a:srgbClr val="1F1F1F"/>
              </a:solidFill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Uses a depth-first search strategy to traverse the frequent pattern lattice.</a:t>
            </a:r>
            <a:endParaRPr sz="1800">
              <a:solidFill>
                <a:srgbClr val="1F1F1F"/>
              </a:solidFill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Prunes infrequent itemsets early based on support constraints.</a:t>
            </a:r>
            <a:endParaRPr sz="1800">
              <a:solidFill>
                <a:srgbClr val="1F1F1F"/>
              </a:solidFill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Generates closed patterns by avoiding redundant exploration of already closed patterns.</a:t>
            </a:r>
            <a:endParaRPr sz="1800">
              <a:solidFill>
                <a:srgbClr val="1F1F1F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PrefixSpan Algorithm:</a:t>
            </a:r>
            <a:endParaRPr sz="1800">
              <a:solidFill>
                <a:srgbClr val="1F1F1F"/>
              </a:solidFill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Based on sequential pattern mining.</a:t>
            </a:r>
            <a:endParaRPr sz="1800">
              <a:solidFill>
                <a:srgbClr val="1F1F1F"/>
              </a:solidFill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Uses a recursive divide-and-conquer strategy to discover closed sequential patterns.</a:t>
            </a:r>
            <a:endParaRPr sz="1800">
              <a:solidFill>
                <a:srgbClr val="1F1F1F"/>
              </a:solidFill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Employs projected databases to efficiently find closed patterns.</a:t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270" name="Google Shape;270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271" name="Google Shape;271;p26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GB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272" name="Google Shape;272;p26"/>
          <p:cNvSpPr txBox="1"/>
          <p:nvPr/>
        </p:nvSpPr>
        <p:spPr>
          <a:xfrm>
            <a:off x="762000" y="1184875"/>
            <a:ext cx="419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b="1" i="1" lang="en-GB" sz="18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Closed Pattern Mining Algorithms - 1</a:t>
            </a:r>
            <a:endParaRPr b="1" i="1" sz="1800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27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Mining Closed Patterns</a:t>
            </a:r>
            <a:endParaRPr sz="3600"/>
          </a:p>
        </p:txBody>
      </p:sp>
      <p:sp>
        <p:nvSpPr>
          <p:cNvPr descr="Rectangle: Click to edit Master text styles &#10;Second level &#10;Third level &#10;Fourth level &#10;Fifth level" id="278" name="Google Shape;278;p27"/>
          <p:cNvSpPr txBox="1"/>
          <p:nvPr>
            <p:ph idx="1" type="body"/>
          </p:nvPr>
        </p:nvSpPr>
        <p:spPr>
          <a:xfrm>
            <a:off x="762000" y="1646581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Max-Miner Algorithm:</a:t>
            </a:r>
            <a:endParaRPr sz="1800">
              <a:solidFill>
                <a:srgbClr val="1F1F1F"/>
              </a:solidFill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Focuses on discovering maximal frequent itemsets.</a:t>
            </a:r>
            <a:endParaRPr sz="1800">
              <a:solidFill>
                <a:srgbClr val="1F1F1F"/>
              </a:solidFill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Maximal itemsets are those that are not a proper subset of any other frequent itemset.</a:t>
            </a:r>
            <a:endParaRPr sz="1800">
              <a:solidFill>
                <a:srgbClr val="1F1F1F"/>
              </a:solidFill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Max-Miner uses a top-down approach to find maximal frequent itemsets, which are also closed patterns.</a:t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279" name="Google Shape;279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280" name="Google Shape;280;p27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GB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281" name="Google Shape;281;p27"/>
          <p:cNvSpPr txBox="1"/>
          <p:nvPr/>
        </p:nvSpPr>
        <p:spPr>
          <a:xfrm>
            <a:off x="762000" y="1184875"/>
            <a:ext cx="419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b="1" i="1" lang="en-GB" sz="18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Closed Pattern Mining Algorithms - 2</a:t>
            </a:r>
            <a:endParaRPr b="1" i="1" sz="1800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28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Mining Closed Patterns</a:t>
            </a:r>
            <a:endParaRPr sz="3600"/>
          </a:p>
        </p:txBody>
      </p:sp>
      <p:sp>
        <p:nvSpPr>
          <p:cNvPr descr="Rectangle: Click to edit Master text styles &#10;Second level &#10;Third level &#10;Fourth level &#10;Fifth level" id="287" name="Google Shape;287;p28"/>
          <p:cNvSpPr txBox="1"/>
          <p:nvPr>
            <p:ph idx="1" type="body"/>
          </p:nvPr>
        </p:nvSpPr>
        <p:spPr>
          <a:xfrm>
            <a:off x="762000" y="1646581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Efficient, direct mining of closed itemsets  </a:t>
            </a:r>
            <a:endParaRPr sz="1800">
              <a:solidFill>
                <a:srgbClr val="1F1F1F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Ex. Itemset merging: If Y appears in every occurrence of X, then Y is merged with X  </a:t>
            </a:r>
            <a:endParaRPr sz="1800">
              <a:solidFill>
                <a:srgbClr val="1F1F1F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1F1F1F"/>
                </a:solidFill>
              </a:rPr>
              <a:t>d-proj. db: {acef, acf}  acfd-proj. db: {e}, thus we get: acfd:2  </a:t>
            </a:r>
            <a:endParaRPr sz="1800">
              <a:solidFill>
                <a:srgbClr val="1F1F1F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Many other tricks (but not detailed here), such as  </a:t>
            </a:r>
            <a:endParaRPr sz="1800">
              <a:solidFill>
                <a:srgbClr val="1F1F1F"/>
              </a:solidFill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Hybrid tree projection  </a:t>
            </a:r>
            <a:endParaRPr sz="1800">
              <a:solidFill>
                <a:srgbClr val="1F1F1F"/>
              </a:solidFill>
            </a:endParaRPr>
          </a:p>
          <a:p>
            <a:pPr indent="-3429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■"/>
            </a:pPr>
            <a:r>
              <a:rPr lang="en-GB" sz="1800">
                <a:solidFill>
                  <a:srgbClr val="1F1F1F"/>
                </a:solidFill>
              </a:rPr>
              <a:t>Bottom-up physical tree-projection  </a:t>
            </a:r>
            <a:endParaRPr sz="1800">
              <a:solidFill>
                <a:srgbClr val="1F1F1F"/>
              </a:solidFill>
            </a:endParaRPr>
          </a:p>
          <a:p>
            <a:pPr indent="-3429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■"/>
            </a:pPr>
            <a:r>
              <a:rPr lang="en-GB" sz="1800">
                <a:solidFill>
                  <a:srgbClr val="1F1F1F"/>
                </a:solidFill>
              </a:rPr>
              <a:t>Top-down pseudo tree-projection  </a:t>
            </a:r>
            <a:endParaRPr sz="1800">
              <a:solidFill>
                <a:srgbClr val="1F1F1F"/>
              </a:solidFill>
            </a:endParaRPr>
          </a:p>
          <a:p>
            <a:pPr indent="-3429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■"/>
            </a:pPr>
            <a:r>
              <a:rPr lang="en-GB" sz="1800">
                <a:solidFill>
                  <a:srgbClr val="1F1F1F"/>
                </a:solidFill>
              </a:rPr>
              <a:t>Sub-itemset pruning  Item skipping  Efficient subset checking  </a:t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288" name="Google Shape;288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289" name="Google Shape;289;p28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GB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290" name="Google Shape;290;p28"/>
          <p:cNvSpPr txBox="1"/>
          <p:nvPr/>
        </p:nvSpPr>
        <p:spPr>
          <a:xfrm>
            <a:off x="762000" y="1184875"/>
            <a:ext cx="7953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b="1" i="1" lang="en-GB" sz="18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CLOSET+: Mining Closed Itemsets by Pattern-Growth</a:t>
            </a:r>
            <a:endParaRPr b="1" i="1" sz="1800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91" name="Google Shape;291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672250" y="320300"/>
            <a:ext cx="1971675" cy="2457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29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Mining Closed Patterns</a:t>
            </a:r>
            <a:endParaRPr sz="3600"/>
          </a:p>
        </p:txBody>
      </p:sp>
      <p:sp>
        <p:nvSpPr>
          <p:cNvPr descr="Rectangle: Click to edit Master text styles &#10;Second level &#10;Third level &#10;Fourth level &#10;Fifth level" id="297" name="Google Shape;297;p29"/>
          <p:cNvSpPr txBox="1"/>
          <p:nvPr>
            <p:ph idx="1" type="body"/>
          </p:nvPr>
        </p:nvSpPr>
        <p:spPr>
          <a:xfrm>
            <a:off x="762000" y="1646581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Concise Pattern Representation:</a:t>
            </a:r>
            <a:endParaRPr sz="1800">
              <a:solidFill>
                <a:srgbClr val="1F1F1F"/>
              </a:solidFill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Closed patterns provide a concise and non-redundant representation of frequent patterns.</a:t>
            </a:r>
            <a:endParaRPr sz="1800">
              <a:solidFill>
                <a:srgbClr val="1F1F1F"/>
              </a:solidFill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Reduces the number of patterns to be analyzed and improves interpretability.</a:t>
            </a:r>
            <a:endParaRPr sz="1800">
              <a:solidFill>
                <a:srgbClr val="1F1F1F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Enhanced Efficiency:</a:t>
            </a:r>
            <a:endParaRPr sz="1800">
              <a:solidFill>
                <a:srgbClr val="1F1F1F"/>
              </a:solidFill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Mining closed patterns can be more efficient than mining all frequent patterns.</a:t>
            </a:r>
            <a:endParaRPr sz="1800">
              <a:solidFill>
                <a:srgbClr val="1F1F1F"/>
              </a:solidFill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Avoids the generation of redundant patterns, leading to faster processing.</a:t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298" name="Google Shape;298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299" name="Google Shape;299;p29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GB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300" name="Google Shape;300;p29"/>
          <p:cNvSpPr txBox="1"/>
          <p:nvPr/>
        </p:nvSpPr>
        <p:spPr>
          <a:xfrm>
            <a:off x="762000" y="1184875"/>
            <a:ext cx="419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b="1" i="1" lang="en-GB" sz="18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Advantages of Mining Closed Patterns - 1</a:t>
            </a:r>
            <a:endParaRPr b="1" i="1" sz="1800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30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Mining Closed Patterns</a:t>
            </a:r>
            <a:endParaRPr sz="3600"/>
          </a:p>
        </p:txBody>
      </p:sp>
      <p:sp>
        <p:nvSpPr>
          <p:cNvPr descr="Rectangle: Click to edit Master text styles &#10;Second level &#10;Third level &#10;Fourth level &#10;Fifth level" id="306" name="Google Shape;306;p30"/>
          <p:cNvSpPr txBox="1"/>
          <p:nvPr>
            <p:ph idx="1" type="body"/>
          </p:nvPr>
        </p:nvSpPr>
        <p:spPr>
          <a:xfrm>
            <a:off x="762000" y="1646581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Reduced Pattern Analysis:</a:t>
            </a:r>
            <a:endParaRPr sz="1800">
              <a:solidFill>
                <a:srgbClr val="1F1F1F"/>
              </a:solidFill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Closed patterns capture the most significant and informative patterns.</a:t>
            </a:r>
            <a:endParaRPr sz="1800">
              <a:solidFill>
                <a:srgbClr val="1F1F1F"/>
              </a:solidFill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Simplifies the task of pattern analysis and interpretation.</a:t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307" name="Google Shape;307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308" name="Google Shape;308;p30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GB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309" name="Google Shape;309;p30"/>
          <p:cNvSpPr txBox="1"/>
          <p:nvPr/>
        </p:nvSpPr>
        <p:spPr>
          <a:xfrm>
            <a:off x="762000" y="1184875"/>
            <a:ext cx="419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b="1" i="1" lang="en-GB" sz="18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Advantages of Mining Closed Patterns - 2</a:t>
            </a:r>
            <a:endParaRPr b="1" i="1" sz="1800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31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Mining Closed Patterns</a:t>
            </a:r>
            <a:endParaRPr sz="3600"/>
          </a:p>
        </p:txBody>
      </p:sp>
      <p:sp>
        <p:nvSpPr>
          <p:cNvPr descr="Rectangle: Click to edit Master text styles &#10;Second level &#10;Third level &#10;Fourth level &#10;Fifth level" id="315" name="Google Shape;315;p31"/>
          <p:cNvSpPr txBox="1"/>
          <p:nvPr>
            <p:ph idx="1" type="body"/>
          </p:nvPr>
        </p:nvSpPr>
        <p:spPr>
          <a:xfrm>
            <a:off x="762000" y="1646581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Association Rule Mining:</a:t>
            </a:r>
            <a:endParaRPr sz="1800">
              <a:solidFill>
                <a:srgbClr val="1F1F1F"/>
              </a:solidFill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Closed patterns can be used to generate non-redundant and meaningful association rules.</a:t>
            </a:r>
            <a:endParaRPr sz="1800">
              <a:solidFill>
                <a:srgbClr val="1F1F1F"/>
              </a:solidFill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Improves the efficiency and interpretability of rule-based systems.</a:t>
            </a:r>
            <a:endParaRPr sz="1800">
              <a:solidFill>
                <a:srgbClr val="1F1F1F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Anomaly Detection:</a:t>
            </a:r>
            <a:endParaRPr sz="1800">
              <a:solidFill>
                <a:srgbClr val="1F1F1F"/>
              </a:solidFill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Closed patterns can aid in identifying unusual or rare patterns in datasets.</a:t>
            </a:r>
            <a:endParaRPr sz="1800">
              <a:solidFill>
                <a:srgbClr val="1F1F1F"/>
              </a:solidFill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Enables the detection of unexpected associations or behaviors.</a:t>
            </a:r>
            <a:endParaRPr sz="1800">
              <a:solidFill>
                <a:srgbClr val="1F1F1F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Recommender Systems:</a:t>
            </a:r>
            <a:endParaRPr sz="1800">
              <a:solidFill>
                <a:srgbClr val="1F1F1F"/>
              </a:solidFill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Closed patterns can be leveraged to provide personalized and diverse recommendations.</a:t>
            </a:r>
            <a:endParaRPr sz="1800">
              <a:solidFill>
                <a:srgbClr val="1F1F1F"/>
              </a:solidFill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Helps in identifying frequent itemsets with high user-specific utility.</a:t>
            </a:r>
            <a:endParaRPr sz="1200">
              <a:solidFill>
                <a:srgbClr val="374151"/>
              </a:solidFill>
              <a:highlight>
                <a:srgbClr val="F7F7F8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1500"/>
              </a:spcAft>
              <a:buNone/>
            </a:pPr>
            <a:r>
              <a:t/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316" name="Google Shape;316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317" name="Google Shape;317;p31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GB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318" name="Google Shape;318;p31"/>
          <p:cNvSpPr txBox="1"/>
          <p:nvPr/>
        </p:nvSpPr>
        <p:spPr>
          <a:xfrm>
            <a:off x="762000" y="1184875"/>
            <a:ext cx="419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b="1" i="1" lang="en-GB" sz="18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Applications of Closed Pattern Mining</a:t>
            </a:r>
            <a:endParaRPr b="1" i="1" sz="1800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32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Summary</a:t>
            </a:r>
            <a:endParaRPr sz="3600"/>
          </a:p>
        </p:txBody>
      </p:sp>
      <p:sp>
        <p:nvSpPr>
          <p:cNvPr descr="Rectangle: Click to edit Master text styles &#10;Second level &#10;Third level &#10;Fourth level &#10;Fifth level" id="324" name="Google Shape;324;p32"/>
          <p:cNvSpPr txBox="1"/>
          <p:nvPr>
            <p:ph idx="1" type="body"/>
          </p:nvPr>
        </p:nvSpPr>
        <p:spPr>
          <a:xfrm>
            <a:off x="762000" y="1646581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8620" lvl="0" marL="342900" rtl="0" algn="just">
              <a:spcBef>
                <a:spcPts val="44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-GB" sz="1800">
                <a:solidFill>
                  <a:srgbClr val="000000"/>
                </a:solidFill>
              </a:rPr>
              <a:t>Closed patterns: Non-redundant, maximally frequent.</a:t>
            </a:r>
            <a:endParaRPr sz="1800">
              <a:solidFill>
                <a:srgbClr val="000000"/>
              </a:solidFill>
            </a:endParaRPr>
          </a:p>
          <a:p>
            <a:pPr indent="-388620" lvl="0" marL="342900" rtl="0" algn="just">
              <a:spcBef>
                <a:spcPts val="44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-GB" sz="1800">
                <a:solidFill>
                  <a:srgbClr val="000000"/>
                </a:solidFill>
              </a:rPr>
              <a:t>Mining: Identifying itemsets without loss of frequency.</a:t>
            </a:r>
            <a:endParaRPr sz="1800">
              <a:solidFill>
                <a:srgbClr val="000000"/>
              </a:solidFill>
            </a:endParaRPr>
          </a:p>
          <a:p>
            <a:pPr indent="-388620" lvl="0" marL="342900" rtl="0" algn="just">
              <a:spcBef>
                <a:spcPts val="44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-GB" sz="1800">
                <a:solidFill>
                  <a:srgbClr val="000000"/>
                </a:solidFill>
              </a:rPr>
              <a:t>Applications: Market analysis, concise representation.</a:t>
            </a:r>
            <a:endParaRPr sz="1800">
              <a:solidFill>
                <a:srgbClr val="000000"/>
              </a:solidFill>
            </a:endParaRPr>
          </a:p>
          <a:p>
            <a:pPr indent="-388620" lvl="0" marL="342900" rtl="0" algn="just">
              <a:spcBef>
                <a:spcPts val="44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-GB" sz="1800">
                <a:solidFill>
                  <a:srgbClr val="000000"/>
                </a:solidFill>
              </a:rPr>
              <a:t>Consideration: Complexity with large datasets.</a:t>
            </a:r>
            <a:endParaRPr sz="1800">
              <a:solidFill>
                <a:srgbClr val="000000"/>
              </a:solidFill>
            </a:endParaRPr>
          </a:p>
        </p:txBody>
      </p:sp>
      <p:pic>
        <p:nvPicPr>
          <p:cNvPr id="325" name="Google Shape;325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326" name="Google Shape;326;p32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GB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327" name="Google Shape;327;p32"/>
          <p:cNvSpPr txBox="1"/>
          <p:nvPr/>
        </p:nvSpPr>
        <p:spPr>
          <a:xfrm>
            <a:off x="762000" y="1184875"/>
            <a:ext cx="7953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t/>
            </a:r>
            <a:endParaRPr b="1" i="1" sz="1800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8" name="Google Shape;328;p32"/>
          <p:cNvSpPr txBox="1"/>
          <p:nvPr/>
        </p:nvSpPr>
        <p:spPr>
          <a:xfrm>
            <a:off x="762000" y="1184875"/>
            <a:ext cx="8239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b="1" i="1" lang="en-GB" sz="18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Mining Closed Patterns</a:t>
            </a:r>
            <a:endParaRPr b="1" i="1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Blueprint">
  <a:themeElements>
    <a:clrScheme name="">
      <a:dk1>
        <a:srgbClr val="40458C"/>
      </a:dk1>
      <a:lt1>
        <a:srgbClr val="FFFFFF"/>
      </a:lt1>
      <a:dk2>
        <a:srgbClr val="BE2D00"/>
      </a:dk2>
      <a:lt2>
        <a:srgbClr val="B7C1EB"/>
      </a:lt2>
      <a:accent1>
        <a:srgbClr val="ECD882"/>
      </a:accent1>
      <a:accent2>
        <a:srgbClr val="577052"/>
      </a:accent2>
      <a:accent3>
        <a:srgbClr val="FFFFFF"/>
      </a:accent3>
      <a:accent4>
        <a:srgbClr val="353A77"/>
      </a:accent4>
      <a:accent5>
        <a:srgbClr val="F4E9C1"/>
      </a:accent5>
      <a:accent6>
        <a:srgbClr val="4E6549"/>
      </a:accent6>
      <a:hlink>
        <a:srgbClr val="6F89F7"/>
      </a:hlink>
      <a:folHlink>
        <a:srgbClr val="CFDBF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1_Blueprint">
  <a:themeElements>
    <a:clrScheme name="">
      <a:dk1>
        <a:srgbClr val="40458C"/>
      </a:dk1>
      <a:lt1>
        <a:srgbClr val="FFFFFF"/>
      </a:lt1>
      <a:dk2>
        <a:srgbClr val="BE2D00"/>
      </a:dk2>
      <a:lt2>
        <a:srgbClr val="B7C1EB"/>
      </a:lt2>
      <a:accent1>
        <a:srgbClr val="ECD882"/>
      </a:accent1>
      <a:accent2>
        <a:srgbClr val="577052"/>
      </a:accent2>
      <a:accent3>
        <a:srgbClr val="FFFFFF"/>
      </a:accent3>
      <a:accent4>
        <a:srgbClr val="353A77"/>
      </a:accent4>
      <a:accent5>
        <a:srgbClr val="F4E9C1"/>
      </a:accent5>
      <a:accent6>
        <a:srgbClr val="4E6549"/>
      </a:accent6>
      <a:hlink>
        <a:srgbClr val="6F89F7"/>
      </a:hlink>
      <a:folHlink>
        <a:srgbClr val="CFDBF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