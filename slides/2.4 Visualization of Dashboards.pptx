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Tahoma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4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4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5834ca61d1_0_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5834ca61d1_0_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5834ca61d1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5834ca61d1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5834ca61d1_0_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25834ca61d1_0_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9d76cfe5a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9d76cfe5a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9d76cfe5a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39d76cfe5a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5834ca61d1_0_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5834ca61d1_0_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39d76cfe5a_0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239d76cfe5a_0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834ca61d1_0_3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5834ca61d1_0_3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9d76cfe5a_0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39d76cfe5a_0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834ca61d1_0_4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5834ca61d1_0_4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39d76cfe5a_0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239d76cfe5a_0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39d76cfe5a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39d76cfe5a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4c6c293b79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24c6c293b79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hyperlink" Target="https://www.fusioncharts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www.fusioncharts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s://www.fusioncharts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fusioncharts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hyperlink" Target="https://www.fusioncharts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Data Visualization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28825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>
                <a:solidFill>
                  <a:srgbClr val="B7B7B7"/>
                </a:solidFill>
              </a:rPr>
              <a:t>Understand the concept and importance of data visualization in the context of data mining.</a:t>
            </a:r>
            <a:endParaRPr sz="1800">
              <a:solidFill>
                <a:srgbClr val="B7B7B7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>
                <a:solidFill>
                  <a:srgbClr val="B7B7B7"/>
                </a:solidFill>
              </a:rPr>
              <a:t>Explore the goals and benefits of using data visualization techniques.</a:t>
            </a:r>
            <a:endParaRPr sz="1800">
              <a:solidFill>
                <a:srgbClr val="B7B7B7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>
                <a:solidFill>
                  <a:srgbClr val="B7B7B7"/>
                </a:solidFill>
              </a:rPr>
              <a:t>Learn various techniques for numerical data, including line charts, bar charts, scatter plots, etc.</a:t>
            </a:r>
            <a:endParaRPr sz="1800">
              <a:solidFill>
                <a:srgbClr val="B7B7B7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GB" sz="1800">
                <a:solidFill>
                  <a:srgbClr val="B7B7B7"/>
                </a:solidFill>
              </a:rPr>
              <a:t>Understand the techniques specific to non-numerical data, such as pie charts, word clouds, network graphs, etc.</a:t>
            </a:r>
            <a:endParaRPr sz="1800">
              <a:solidFill>
                <a:srgbClr val="B7B7B7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Gain insights into the visualization of dashboards, including the components, design principles, and interactive features.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0" name="Google Shape;250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Dashboards are visual interfaces that provide a consolidated view of key information and metrics, allowing users to monitor and analyze data in real-time. They combine various visualizations, charts, tables, and other components to present an overview of relevant data and facilitate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9" name="Google Shape;259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Dashboards are interactive visual displays that present summarized and actionable information at a glance. They are designed to provide a comprehensive view of key performance indicators (KPIs), metrics, and trends for effective monitoring and decision-making.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purpose of dashboards is to provide users with relevant and timely insights, enabling them to assess performance, identify issues or opportunities, and take appropriate actions.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and Purpose of Dashboards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8" name="Google Shape;268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Widgets: Dashboards consist of various widgets such as charts, graphs, tables, gauges, or maps, representing different aspects of the data.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Filters: Interactive filters allow users to customize the view of the dashboard by selecting specific dimensions, time periods, or other parameters.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Drill-down and Drill-up: Dashboards often provide the ability to drill down into specific details or drill up to higher-level summaries for deeper analysis.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Alerts and Notifications: Dashboards may include alerts or notifications that highlight critical information or anomalies, helping users stay informed about important events or changes.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Dashboard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7" name="Google Shape;277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Organization and Layout: Arrange the components of the dashboard in a logical and intuitive manner, ensuring that related information is grouped together for easy understanding.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5713" y="2567875"/>
            <a:ext cx="4093873" cy="23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Visual Hierarchy and Emphasis: Use visual cues such as size, color, and positioning to emphasize important data and guide users' attention to the most relevant insights.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4725" y="2299499"/>
            <a:ext cx="5180449" cy="23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9" name="Google Shape;299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Color Schemes and Aesthetics: Choose a visually pleasing color scheme that aligns with the data and the overall purpose of the dashboard. Avoid overwhelming or distracting color combinations.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3" name="Google Shape;3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375" y="2571750"/>
            <a:ext cx="3429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0" name="Google Shape;310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Interactivity and User Experience: Incorporate interactive features like hover effects, tooltips, and clickable elements to provide a smooth and engaging user experience. Allow users to interact with the dashboard and explore the data based on their specific needs.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4" name="Google Shape;3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850" y="2749375"/>
            <a:ext cx="3591201" cy="239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https://www.qualtrics.com/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1" name="Google Shape;321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Responsiveness and Adaptability: Ensure the dashboard is responsive and adaptable to different screen sizes and devices, allowing users to access and view the dashboard on various platforms.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2" name="Google Shape;3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4" name="Google Shape;324;p31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 for Effective Dashboards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177" y="2571750"/>
            <a:ext cx="5490813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1"/>
          <p:cNvSpPr txBox="1"/>
          <p:nvPr/>
        </p:nvSpPr>
        <p:spPr>
          <a:xfrm>
            <a:off x="674125" y="4615275"/>
            <a:ext cx="850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[Credit: </a:t>
            </a:r>
            <a:r>
              <a:rPr lang="en-GB" u="sng">
                <a:solidFill>
                  <a:srgbClr val="6F89F7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https://www.datawiz.com/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2" name="Google Shape;332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Line charts or area charts showing trends and fluctuations in key metrics over time.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Bar charts or column charts comparing performance or metrics across different categories or regions.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Gauges or progress indicators providing a visual representation of goal attainment or performance levels.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Heatmaps or choropleth maps showing geographical patterns or variations in data.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Tables or data grids presenting detailed tabular information for specific dimensions or metrics.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3" name="Google Shape;3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5" name="Google Shape;335;p32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Dashboard Visualization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1" name="Google Shape;341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Tableau: A popular and powerful data visualization tool with extensive dashboard creation capabilities.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2" name="Google Shape;34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3725" y="2307179"/>
            <a:ext cx="4843157" cy="27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Power BI: Microsoft's business intelligence platform that enables the creation of interactive dashboards and reports.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5" name="Google Shape;35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800" y="2292244"/>
            <a:ext cx="4865702" cy="2736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1" name="Google Shape;361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Google Data Studio: A free tool by Google for creating customizable dashboards and visualizations using various data sources.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5" name="Google Shape;36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125" y="2389325"/>
            <a:ext cx="4865700" cy="24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Visualization of Dashboards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1" name="Google Shape;371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D3.js: A JavaScript library for creating custom, interactive, and dynamic visualizations and dashboards.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2" name="Google Shape;37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4" name="Google Shape;374;p36"/>
          <p:cNvSpPr txBox="1"/>
          <p:nvPr/>
        </p:nvSpPr>
        <p:spPr>
          <a:xfrm>
            <a:off x="762000" y="1184875"/>
            <a:ext cx="486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for Creating Interactive Dashboards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" name="Google Shape;37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9900" y="2375975"/>
            <a:ext cx="4686258" cy="23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1" name="Google Shape;381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Dashboard Visualization:</a:t>
            </a:r>
            <a:endParaRPr sz="1800">
              <a:solidFill>
                <a:srgbClr val="000000"/>
              </a:solidFill>
            </a:endParaRPr>
          </a:p>
          <a:p>
            <a:pPr indent="0" lvl="0" marL="34290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- Learn about dashboard components.</a:t>
            </a:r>
            <a:endParaRPr sz="1800">
              <a:solidFill>
                <a:srgbClr val="000000"/>
              </a:solidFill>
            </a:endParaRPr>
          </a:p>
          <a:p>
            <a:pPr indent="0" lvl="0" marL="34290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  - Explore design principles.</a:t>
            </a:r>
            <a:endParaRPr sz="1800">
              <a:solidFill>
                <a:srgbClr val="000000"/>
              </a:solidFill>
            </a:endParaRPr>
          </a:p>
          <a:p>
            <a:pPr indent="457200" lvl="0" marL="0" rtl="0" algn="just"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 - Understand interactive features.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of Dashboard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