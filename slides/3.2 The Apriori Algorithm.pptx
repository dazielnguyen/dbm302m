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regular.fntdata"/><Relationship Id="rId25" Type="http://schemas.openxmlformats.org/officeDocument/2006/relationships/slide" Target="slides/slide18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f09eb07a2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22f09eb07a2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f09eb07a2_0_1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22f09eb07a2_0_1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f09eb07a2_0_2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22f09eb07a2_0_2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99d6d8065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399d6d8065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f09eb07a2_0_3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22f09eb07a2_0_3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f09eb07a2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22f09eb07a2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f09eb07a2_0_4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2f09eb07a2_0_4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3ba4f3ae45_1_2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23ba4f3ae45_1_2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23ba4f3ae45_1_240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ba4f3ae45_1_2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23ba4f3ae45_1_2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3ba4f3ae45_1_25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23ba4f3ae45_1_25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3ba4f3ae45_1_26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23ba4f3ae45_1_26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3ba4f3ae45_1_27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23ba4f3ae45_1_27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ba4f3ae45_1_27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23ba4f3ae45_1_27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3ba4f3ae45_1_28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23ba4f3ae45_1_28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3ba4f3ae45_1_29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23ba4f3ae45_1_29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4c69dee0bd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24c69dee0bd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232" name="Google Shape;232;p22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33" name="Google Shape;233;p22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22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7" name="Google Shape;247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the Apriori algorithm for mining frequent itemsets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the algorithm works (generating candidate itemsets, pruning, etc.)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Strengths and weaknesses of the Apriori algorithm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6" name="Google Shape;256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The Apriori algorithm is a classic algorithm used for mining frequent itemsets.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It is based on the observation that if an itemset is frequent, then all of its subsets must also be frequent.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The algorithm aims to find all frequent itemsets in a transactional dataset.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5" name="Google Shape;265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1: Generating Candidate Itemsets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Start with frequent itemsets of size 1 (individual items) and generate candidate itemsets of larger sizes by joining frequent itemsets.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Pruning is applied by eliminating candidate itemsets that have infrequent subsets.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2: Scanning the Dataset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to count the support of each candidate itemset.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Support is the number of transactions containing the itemset divided by the total number of transactions.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Apriori Algorithm Works - 1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4" name="Google Shape;274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3: Pruning Infrequent Itemsets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Remove candidate itemsets with support below a specified threshold, as they cannot be frequent.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Pruning is performed by applying the downward closure property, which states that any subset of an infrequent itemset is also infrequent.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4: Iterating Until No More Frequent Itemsets</a:t>
            </a:r>
            <a:endParaRPr sz="1800">
              <a:solidFill>
                <a:srgbClr val="1F1F1F"/>
              </a:solidFill>
            </a:endParaRPr>
          </a:p>
          <a:p>
            <a:pPr indent="-2933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Repeat Steps 1-3 to generate candidate itemsets of larger sizes and prune infrequent itemsets until no more frequent itemsets are found.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Apriori Algorithm Works - 2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pic>
        <p:nvPicPr>
          <p:cNvPr id="283" name="Google Shape;28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Apriori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400" y="1646575"/>
            <a:ext cx="6783199" cy="31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2" name="Google Shape;292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Simplicity: The algorithm is straightforward and easy to understand and implement.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Scalability: It can handle large datasets efficiently by utilizing the downward closure property.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Completeness: The Apriori algorithm guarantees to find all frequent itemsets.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762000" y="1184875"/>
            <a:ext cx="4197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Strengths of the Apriori Algorithm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1" name="Google Shape;301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Computational Cost: Generating a large number of candidate itemsets and scanning the dataset multiple times can be computationally expensive.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Memory Usage: The algorithm requires substantial memory to store candidate itemsets and support counts.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Inefficiency with Sparse Data: In datasets with low support thresholds or sparse itemsets, the algorithm may perform inefficiently.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762000" y="1184875"/>
            <a:ext cx="4197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Weaknesses 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Apriori Algorithm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0" name="Google Shape;310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Hash-based Itemset Counting: Utilizing hash functions to reduce the number of passes over the dataset and expedite support counting.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Reduction: Reducing memory requirements and database size by removing infrequent items or transactions.</a:t>
            </a:r>
            <a:endParaRPr sz="1800">
              <a:solidFill>
                <a:srgbClr val="1F1F1F"/>
              </a:solidFill>
            </a:endParaRPr>
          </a:p>
          <a:p>
            <a:pPr indent="-3505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Pruning Strategies: Implementing advanced pruning techniques to avoid unnecessary candidate generation and reduce computational overhead.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762000" y="1184875"/>
            <a:ext cx="64824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Techniques for the Apriori Algorithm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6" name="Google Shape;326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extension techniques to improve the efficiency of the Apriori algorithm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like hashing, transaction reduction, and vertical format representation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 and trade-offs of these extensions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9" name="Google Shape;329;p3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5" name="Google Shape;335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Apriori algorithm forms the basis for several extensions and improvements to enhance its efficiency and scalability.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techniques aim to reduce the computational complexity and memory requirements of the original algorithm.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Extension or Improvements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4" name="Google Shape;344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Hash-Based Itemset Counting: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hash functions to efficiently count the support of candidate itemsets.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number of passes over the dataset and speeds up the counting process.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Hash-Tree and the Trie-based methods.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Bitmap Techniques: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Represent the presence or absence of items in transactions using bitmaps.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 faster itemset support counting and reduce memory usage.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FP-Tree and the Eclat algorithm.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7" name="Google Shape;347;p3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Hash-Based and Bitmap Techniques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3" name="Google Shape;353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Reduction: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Removes infrequent items or transactions from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memory requirements and database size, improving the algorithm's efficiency.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Transaction Reduction with Gap Elimination (TRG) and Transaction ID List Intersection (TID-intersection) are commonly used.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Selects a representative subset of the original dataset for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faster processing by operating on a smaller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include Random Sampling and Stratified Sampling.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Reduction and Sampling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2" name="Google Shape;362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Dynamic Itemset Counting: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Adapts the support counting process dynamically during the mining process.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Avoids redundant scanning of the entire dataset for each iteration.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Dynamic Counting Principle and Dynamic Hashing.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Dynamic Pruning: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Prunes infrequent itemsets and reduces unnecessary candidate generation.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Improves efficiency by eliminating unpromising itemsets early.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Dynamic Itemset Counting Pruning (DICP) and Dynamic Rule Pruning (DRP) are used.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3" name="Google Shape;3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Itemset Counting and Pruning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1" name="Google Shape;371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Combine the strengths of multiple algorithms to improve performance.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include the Apriori-Hybrid algorithm, which combines the Apriori algorithm with other techniques like FP-Growth or vertical format.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2" name="Google Shape;3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4" name="Google Shape;374;p3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Approaches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0" name="Google Shape;380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 of the extensions and improvements: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Reduced computational complexity and improved efficiency.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Lower memory requirements and better scalability.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Faster mining on large-scale datasets.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Trade-offs to consider: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Increased implementation complexity.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Algorithm-specific parameters and tuning requirements.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Potential trade-offs between memory usage, runtime, and the accuracy of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1" name="Google Shape;3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3" name="Google Shape;383;p3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Trade-offs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9" name="Google Shape;389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Apriori: Mines frequent itemsets.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Steps: Generate candidates, prune, repeat.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Strengths: Simplicity, effective.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Weaknesses: Inefficient for large datasets.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2" name="Google Shape;392;p40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4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Apriori Algorithm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