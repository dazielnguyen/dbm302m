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4c886d1613_0_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4c886d161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c886d1613_0_1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4c886d161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4c886d1613_0_2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4c886d161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c886d1613_0_3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4c886d161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c886d1613_0_4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4c886d161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4c886d1613_0_5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4c886d16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c886d1613_0_10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4c886d1613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c886d1613_0_11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4c886d1613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c886d1613_0_12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4c886d161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c886d1613_0_13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4c886d161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c886d1613_0_14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c886d161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c886d1613_0_15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4c886d161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c712faaa2_1_10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4c712faaa2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</a:t>
            </a:r>
            <a:r>
              <a:rPr lang="en-GB" sz="3600"/>
              <a:t>Data understanding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Understanding is a crucial phase in data mining, it involves gaining insights from data and making informed decisions.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objectives include identifying data objects, attributes, using statistics and visualization.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Understanding sets the foundation for data preprocessing and modeling.</a:t>
            </a: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Objects: Elements in a dataset (e.g., records, data points).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Attributes: Characteristics or features of data objects.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Descriptive Statistics: Measures to summarize and analyze data.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Visualization: Techniques for visually exploring data.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elements are essential for gaining insights from data and making informed decisions in data mining.</a:t>
            </a: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Understanding - Objects &amp; Attributes, Statistics, Visual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objects are individual elements within a dataset.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Examples of data objects include records, instances, and data points.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Understanding data objects is fundamental for effective data analysis and modeling.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represent the entities about which we collect data, and they can vary in complexity based on the context of the dataset.</a:t>
            </a: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Objects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attributes are characteristics or features associated with data objects.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Types of data attributes include </a:t>
            </a:r>
            <a:r>
              <a:rPr lang="en-GB" sz="1800" b="1" dirty="0">
                <a:solidFill>
                  <a:srgbClr val="1F1F1F"/>
                </a:solidFill>
              </a:rPr>
              <a:t>nominal, ordinal, and numeric.</a:t>
            </a:r>
            <a:endParaRPr sz="1800" b="1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Understanding data attributes is crucial for data analysis, as they define the information we collect about data objects.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type and nature of attributes influence the methods used for data processing and analysis.</a:t>
            </a:r>
            <a:endParaRPr sz="1800" dirty="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Attributes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78" name="Google Shape;278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Descriptive statistics are essential for summarizing and </a:t>
            </a:r>
            <a:r>
              <a:rPr lang="en-GB" sz="1800" dirty="0" err="1">
                <a:solidFill>
                  <a:srgbClr val="1F1F1F"/>
                </a:solidFill>
              </a:rPr>
              <a:t>analyzing</a:t>
            </a:r>
            <a:r>
              <a:rPr lang="en-GB" sz="1800" dirty="0">
                <a:solidFill>
                  <a:srgbClr val="1F1F1F"/>
                </a:solidFill>
              </a:rPr>
              <a:t> data.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They provide key insights into data distributions and patterns.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Common measures include mean, </a:t>
            </a:r>
            <a:r>
              <a:rPr lang="en-GB" sz="1800" b="1" dirty="0">
                <a:solidFill>
                  <a:srgbClr val="1F1F1F"/>
                </a:solidFill>
              </a:rPr>
              <a:t>median,</a:t>
            </a:r>
            <a:r>
              <a:rPr lang="en-GB" sz="1800" dirty="0">
                <a:solidFill>
                  <a:srgbClr val="1F1F1F"/>
                </a:solidFill>
              </a:rPr>
              <a:t> mode, variance, and standard deviation.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Descriptive statistics help in understanding the central tendency and variability within data, aiding in informed decision-making and data interpretation.</a:t>
            </a:r>
            <a:endParaRPr sz="1800" dirty="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87" name="Google Shape;287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4669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visualization is a powerful technique for exploring and presenting data.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helps in understanding complex datasets through visual representations.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Various types of data visualizations, such as charts, graphs, and maps, are available.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Choosing the right visualization method depends on the nature of the data and the insights you want to convey.</a:t>
            </a:r>
            <a:endParaRPr sz="1800" dirty="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0423" y="908375"/>
            <a:ext cx="2908150" cy="40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297" name="Google Shape;29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is a critical concept in data analysis.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involves measuring the resemblance or closeness between data points.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is essential for tasks like clustering, classification, and recommendation systems.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this course, we will explore various measures of data similarity and their applications.</a:t>
            </a: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Understanding - Data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is quantified using specific measures.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measures include: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Euclidean Distance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Cosine Similarity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Similarity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Pearson Correlation Coefficient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Each measure has its use cases and is suitable for different types of data analysis.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Data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Euclidean Distance is a measure of similarity between data points.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calculates the straight-line distance between two points in a multidimensional space.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Often used for numeric data, it quantifies the "as-the-crow-flies" distance.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Euclidean Distance is a foundational concept in data analysis and clustering tasks.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 Distance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24" name="Google Shape;324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Widely used in text mining and recommendation systems.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quantifies the similarity of direction rather than magnitude, making it suitable for various data types.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Cosine Similarity helps identify similarities in content and preferences, making it valuable in diverse applications.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33" name="Google Shape;333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Jaccard Similarity is used to measure the similarity between sets.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calculates the size of the intersection divided by the size of the union of two sets.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Widely applied in text analysis, recommendation systems, and social network analysis.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Jaccard Similarity is effective for capturing shared elements in data, particularly in scenarios involving categorical or binary attributes.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Jaccard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42" name="Google Shape;342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Pearson Correlation Coefficient quantifies the linear relationship between two numeric variables.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measures the strength and direction of the linear association.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Widely used for analyzing correlation and dependence between variables.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Pearson's correlation is valuable in fields like statistics, economics, and social sciences for assessing relationships in data.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723810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mối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tuyến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+1, 0, -1)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51" name="Google Shape;351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measures are essential in various data-driven tasks.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 include: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Clustering: Grouping similar data points together.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Classification: Assigning data points to predefined categories.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Recommender Systems: Suggesting relevant items based on user preferences.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measures enable data-driven decision-making and personalized user experiences.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Data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id="360" name="Google Shape;360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Understanding: Crucial in data mining for insights and informed decisions.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Objects &amp; Attributes: Elements and characteristics of data.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Descriptive Statistics: Measures for summarization and analysis.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Visualization: Visual exploration and communication of data.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Similarity: Measuring data resemblance for various applications.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Measures: Euclidean, Cosine, Jaccard, and Pearson.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 Clustering, classification, recommendation, and more.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Harnessing data understanding and similarity for effective data analysis and decision-making.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Macintosh PowerPoint</Application>
  <PresentationFormat>On-screen Show (16:9)</PresentationFormat>
  <Paragraphs>114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Tahoma</vt:lpstr>
      <vt:lpstr>Times New Roman</vt:lpstr>
      <vt:lpstr>Arial</vt:lpstr>
      <vt:lpstr>Noto Sans Symbols</vt:lpstr>
      <vt:lpstr>Simple Light</vt:lpstr>
      <vt:lpstr>1_Blueprint</vt:lpstr>
      <vt:lpstr>Blueprint</vt:lpstr>
      <vt:lpstr>Chapter 1:  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  <vt:lpstr>Introduction to Data understanding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2026-01-06T03:52:33Z</dcterms:modified>
</cp:coreProperties>
</file>