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 id="2147483667" r:id="rId5"/>
    <p:sldMasterId id="214748366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Roboto"/>
      <p:regular r:id="rId25"/>
      <p:bold r:id="rId26"/>
      <p:italic r:id="rId27"/>
      <p:boldItalic r:id="rId28"/>
    </p:embeddedFont>
    <p:embeddedFont>
      <p:font typeface="Tahoma"/>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Tahoma-regular.fntdata"/><Relationship Id="rId7" Type="http://schemas.openxmlformats.org/officeDocument/2006/relationships/notesMaster" Target="notesMasters/notesMaster1.xml"/><Relationship Id="rId8" Type="http://schemas.openxmlformats.org/officeDocument/2006/relationships/slide" Target="slides/slide1.xml"/><Relationship Id="rId30" Type="http://schemas.openxmlformats.org/officeDocument/2006/relationships/font" Target="fonts/Tahoma-bold.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582b55a4a5_0_419: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g2582b55a4a5_0_419:notes"/>
          <p:cNvSpPr txBox="1"/>
          <p:nvPr>
            <p:ph idx="1" type="body"/>
          </p:nvPr>
        </p:nvSpPr>
        <p:spPr>
          <a:xfrm>
            <a:off x="913903" y="4343400"/>
            <a:ext cx="5030100" cy="41133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t/>
            </a:r>
            <a:endParaRPr/>
          </a:p>
        </p:txBody>
      </p:sp>
      <p:sp>
        <p:nvSpPr>
          <p:cNvPr id="233" name="Google Shape;233;g2582b55a4a5_0_419:notes"/>
          <p:cNvSpPr txBox="1"/>
          <p:nvPr/>
        </p:nvSpPr>
        <p:spPr>
          <a:xfrm>
            <a:off x="3886696" y="8686800"/>
            <a:ext cx="2971200" cy="457200"/>
          </a:xfrm>
          <a:prstGeom prst="rect">
            <a:avLst/>
          </a:prstGeom>
          <a:noFill/>
          <a:ln>
            <a:noFill/>
          </a:ln>
        </p:spPr>
        <p:txBody>
          <a:bodyPr anchorCtr="0" anchor="b" bIns="45550" lIns="91100" spcFirstLastPara="1" rIns="91100" wrap="square" tIns="4555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GB" sz="1200" u="none">
                <a:solidFill>
                  <a:srgbClr val="000000"/>
                </a:solidFill>
                <a:latin typeface="Tahoma"/>
                <a:ea typeface="Tahoma"/>
                <a:cs typeface="Tahoma"/>
                <a:sym typeface="Tahoma"/>
              </a:rPr>
              <a:t>‹#›</a:t>
            </a:fld>
            <a:endParaRPr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582b55a4a5_0_431: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2582b55a4a5_0_431: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582b55a4a5_0_628: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g2582b55a4a5_0_628: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582b55a4a5_0_639: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g2582b55a4a5_0_639: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582b55a568_0_2: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2582b55a568_0_2: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582b55a568_0_11: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2582b55a568_0_11: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582b55a568_0_19: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g2582b55a568_0_19: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582b55a568_0_27: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2582b55a568_0_27: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39d66e85bf_0_16: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g239d66e85bf_0_16: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39d66e85bf_0_35: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g239d66e85bf_0_35: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39d66e85bf_0_48: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g239d66e85bf_0_48: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39d66e85bf_0_67: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g239d66e85bf_0_67: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39d66e85bf_0_79: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g239d66e85bf_0_79: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39d66e85bf_0_106: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g239d66e85bf_0_106: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39d66e85bf_0_116: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g239d66e85bf_0_116: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582b55a568_0_35: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g2582b55a568_0_35: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4c72c83eb4_0_0:notes"/>
          <p:cNvSpPr txBox="1"/>
          <p:nvPr>
            <p:ph idx="1" type="body"/>
          </p:nvPr>
        </p:nvSpPr>
        <p:spPr>
          <a:xfrm>
            <a:off x="913903" y="4343400"/>
            <a:ext cx="5030100" cy="41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g24c72c83eb4_0_0:notes"/>
          <p:cNvSpPr/>
          <p:nvPr>
            <p:ph idx="2" type="sldImg"/>
          </p:nvPr>
        </p:nvSpPr>
        <p:spPr>
          <a:xfrm>
            <a:off x="429100" y="687314"/>
            <a:ext cx="60015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hart" type="txAndChart">
  <p:cSld name="TEXT_AND_CHART">
    <p:spTree>
      <p:nvGrpSpPr>
        <p:cNvPr id="50" name="Shape 50"/>
        <p:cNvGrpSpPr/>
        <p:nvPr/>
      </p:nvGrpSpPr>
      <p:grpSpPr>
        <a:xfrm>
          <a:off x="0" y="0"/>
          <a:ext cx="0" cy="0"/>
          <a:chOff x="0" y="0"/>
          <a:chExt cx="0" cy="0"/>
        </a:xfrm>
      </p:grpSpPr>
      <p:sp>
        <p:nvSpPr>
          <p:cNvPr id="51" name="Google Shape;51;p13"/>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52" name="Google Shape;52;p13"/>
          <p:cNvSpPr txBox="1"/>
          <p:nvPr>
            <p:ph idx="1" type="body"/>
          </p:nvPr>
        </p:nvSpPr>
        <p:spPr>
          <a:xfrm>
            <a:off x="838200" y="1428750"/>
            <a:ext cx="3810000" cy="3086100"/>
          </a:xfrm>
          <a:prstGeom prst="rect">
            <a:avLst/>
          </a:prstGeom>
          <a:noFill/>
          <a:ln>
            <a:noFill/>
          </a:ln>
        </p:spPr>
        <p:txBody>
          <a:bodyPr anchorCtr="0" anchor="t" bIns="45700" lIns="91425" spcFirstLastPara="1" rIns="91425" wrap="square" tIns="45700">
            <a:noAutofit/>
          </a:bodyPr>
          <a:lstStyle>
            <a:lvl1pPr indent="-297180" lvl="0" marL="457200" rtl="0" algn="l">
              <a:spcBef>
                <a:spcPts val="360"/>
              </a:spcBef>
              <a:spcAft>
                <a:spcPts val="0"/>
              </a:spcAft>
              <a:buSzPts val="1080"/>
              <a:buChar char="●"/>
              <a:defRPr/>
            </a:lvl1pPr>
            <a:lvl2pPr indent="-297180" lvl="1" marL="914400" rtl="0" algn="l">
              <a:spcBef>
                <a:spcPts val="360"/>
              </a:spcBef>
              <a:spcAft>
                <a:spcPts val="0"/>
              </a:spcAft>
              <a:buSzPts val="1080"/>
              <a:buChar char="○"/>
              <a:defRPr/>
            </a:lvl2pPr>
            <a:lvl3pPr indent="-337185" lvl="2" marL="1371600" rtl="0" algn="l">
              <a:spcBef>
                <a:spcPts val="360"/>
              </a:spcBef>
              <a:spcAft>
                <a:spcPts val="0"/>
              </a:spcAft>
              <a:buSzPts val="1710"/>
              <a:buChar char="■"/>
              <a:defRPr/>
            </a:lvl3pPr>
            <a:lvl4pPr indent="-302894" lvl="3" marL="1828800" rtl="0" algn="l">
              <a:spcBef>
                <a:spcPts val="360"/>
              </a:spcBef>
              <a:spcAft>
                <a:spcPts val="0"/>
              </a:spcAft>
              <a:buSzPts val="1170"/>
              <a:buChar char="●"/>
              <a:defRPr/>
            </a:lvl4pPr>
            <a:lvl5pPr indent="-297179" lvl="4" marL="2286000" rtl="0" algn="l">
              <a:spcBef>
                <a:spcPts val="360"/>
              </a:spcBef>
              <a:spcAft>
                <a:spcPts val="0"/>
              </a:spcAft>
              <a:buSzPts val="1080"/>
              <a:buChar char="○"/>
              <a:defRPr/>
            </a:lvl5pPr>
            <a:lvl6pPr indent="-297179" lvl="5" marL="2743200" rtl="0" algn="l">
              <a:spcBef>
                <a:spcPts val="360"/>
              </a:spcBef>
              <a:spcAft>
                <a:spcPts val="0"/>
              </a:spcAft>
              <a:buSzPts val="1080"/>
              <a:buChar char="■"/>
              <a:defRPr/>
            </a:lvl6pPr>
            <a:lvl7pPr indent="-297179" lvl="6" marL="3200400" rtl="0" algn="l">
              <a:spcBef>
                <a:spcPts val="360"/>
              </a:spcBef>
              <a:spcAft>
                <a:spcPts val="0"/>
              </a:spcAft>
              <a:buSzPts val="1080"/>
              <a:buChar char="●"/>
              <a:defRPr/>
            </a:lvl7pPr>
            <a:lvl8pPr indent="-297179" lvl="7" marL="3657600" rtl="0" algn="l">
              <a:spcBef>
                <a:spcPts val="360"/>
              </a:spcBef>
              <a:spcAft>
                <a:spcPts val="0"/>
              </a:spcAft>
              <a:buSzPts val="1080"/>
              <a:buChar char="○"/>
              <a:defRPr/>
            </a:lvl8pPr>
            <a:lvl9pPr indent="-297179" lvl="8" marL="4114800" rtl="0" algn="l">
              <a:spcBef>
                <a:spcPts val="360"/>
              </a:spcBef>
              <a:spcAft>
                <a:spcPts val="0"/>
              </a:spcAft>
              <a:buSzPts val="1080"/>
              <a:buChar char="■"/>
              <a:defRPr/>
            </a:lvl9pPr>
          </a:lstStyle>
          <a:p/>
        </p:txBody>
      </p:sp>
      <p:sp>
        <p:nvSpPr>
          <p:cNvPr id="53" name="Google Shape;53;p13"/>
          <p:cNvSpPr/>
          <p:nvPr>
            <p:ph idx="2" type="chart"/>
          </p:nvPr>
        </p:nvSpPr>
        <p:spPr>
          <a:xfrm>
            <a:off x="4800600" y="1428750"/>
            <a:ext cx="3810000" cy="30861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1920"/>
              <a:buFont typeface="Noto Sans Symbols"/>
              <a:buChar char="❑"/>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1680"/>
              <a:buFont typeface="Noto Sans Symbols"/>
              <a:buChar char="■"/>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hlink"/>
              </a:buClr>
              <a:buSzPts val="228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1300"/>
              <a:buFont typeface="Noto Sans Symbols"/>
              <a:buChar char="■"/>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54" name="Google Shape;54;p13"/>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5" name="Google Shape;55;p13"/>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6" name="Google Shape;56;p13"/>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sz="100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7" name="Shape 127"/>
        <p:cNvGrpSpPr/>
        <p:nvPr/>
      </p:nvGrpSpPr>
      <p:grpSpPr>
        <a:xfrm>
          <a:off x="0" y="0"/>
          <a:ext cx="0" cy="0"/>
          <a:chOff x="0" y="0"/>
          <a:chExt cx="0" cy="0"/>
        </a:xfrm>
      </p:grpSpPr>
      <p:sp>
        <p:nvSpPr>
          <p:cNvPr id="128" name="Google Shape;128;p15"/>
          <p:cNvSpPr txBox="1"/>
          <p:nvPr>
            <p:ph type="ctrTitle"/>
          </p:nvPr>
        </p:nvSpPr>
        <p:spPr>
          <a:xfrm>
            <a:off x="990600" y="131445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descr="Rectangle: Click to edit Master text styles&#10;Second level&#10;Third level&#10;Fourth level&#10;Fifth level" id="129" name="Google Shape;129;p15"/>
          <p:cNvSpPr txBox="1"/>
          <p:nvPr>
            <p:ph idx="1" type="subTitle"/>
          </p:nvPr>
        </p:nvSpPr>
        <p:spPr>
          <a:xfrm>
            <a:off x="990600" y="2482453"/>
            <a:ext cx="6400800" cy="1314600"/>
          </a:xfrm>
          <a:prstGeom prst="rect">
            <a:avLst/>
          </a:prstGeom>
          <a:noFill/>
          <a:ln>
            <a:noFill/>
          </a:ln>
        </p:spPr>
        <p:txBody>
          <a:bodyPr anchorCtr="0" anchor="t" bIns="45700" lIns="91425" spcFirstLastPara="1" rIns="91425" wrap="square" tIns="45700">
            <a:noAutofit/>
          </a:bodyPr>
          <a:lstStyle>
            <a:lvl1pPr lvl="0" rtl="0" algn="l">
              <a:spcBef>
                <a:spcPts val="640"/>
              </a:spcBef>
              <a:spcAft>
                <a:spcPts val="0"/>
              </a:spcAft>
              <a:buSzPts val="1920"/>
              <a:buFont typeface="Noto Sans Symbols"/>
              <a:buNone/>
              <a:defRPr/>
            </a:lvl1pPr>
            <a:lvl2pPr lvl="1" rtl="0" algn="l">
              <a:spcBef>
                <a:spcPts val="360"/>
              </a:spcBef>
              <a:spcAft>
                <a:spcPts val="0"/>
              </a:spcAft>
              <a:buSzPts val="1080"/>
              <a:buChar char="■"/>
              <a:defRPr/>
            </a:lvl2pPr>
            <a:lvl3pPr lvl="2" rtl="0" algn="l">
              <a:spcBef>
                <a:spcPts val="360"/>
              </a:spcBef>
              <a:spcAft>
                <a:spcPts val="0"/>
              </a:spcAft>
              <a:buSzPts val="1710"/>
              <a:buChar char="⬥"/>
              <a:defRPr/>
            </a:lvl3pPr>
            <a:lvl4pPr lvl="3" rtl="0" algn="l">
              <a:spcBef>
                <a:spcPts val="360"/>
              </a:spcBef>
              <a:spcAft>
                <a:spcPts val="0"/>
              </a:spcAft>
              <a:buSzPts val="1170"/>
              <a:buChar char="■"/>
              <a:defRPr/>
            </a:lvl4pPr>
            <a:lvl5pPr lvl="4" rtl="0" algn="l">
              <a:spcBef>
                <a:spcPts val="360"/>
              </a:spcBef>
              <a:spcAft>
                <a:spcPts val="0"/>
              </a:spcAft>
              <a:buSzPts val="1080"/>
              <a:buChar char="■"/>
              <a:defRPr/>
            </a:lvl5pPr>
            <a:lvl6pPr lvl="5" rtl="0" algn="l">
              <a:spcBef>
                <a:spcPts val="360"/>
              </a:spcBef>
              <a:spcAft>
                <a:spcPts val="0"/>
              </a:spcAft>
              <a:buSzPts val="1080"/>
              <a:buChar char="■"/>
              <a:defRPr/>
            </a:lvl6pPr>
            <a:lvl7pPr lvl="6" rtl="0" algn="l">
              <a:spcBef>
                <a:spcPts val="360"/>
              </a:spcBef>
              <a:spcAft>
                <a:spcPts val="0"/>
              </a:spcAft>
              <a:buSzPts val="1080"/>
              <a:buChar char="■"/>
              <a:defRPr/>
            </a:lvl7pPr>
            <a:lvl8pPr lvl="7" rtl="0" algn="l">
              <a:spcBef>
                <a:spcPts val="360"/>
              </a:spcBef>
              <a:spcAft>
                <a:spcPts val="0"/>
              </a:spcAft>
              <a:buSzPts val="1080"/>
              <a:buChar char="■"/>
              <a:defRPr/>
            </a:lvl8pPr>
            <a:lvl9pPr lvl="8" rtl="0" algn="l">
              <a:spcBef>
                <a:spcPts val="360"/>
              </a:spcBef>
              <a:spcAft>
                <a:spcPts val="0"/>
              </a:spcAft>
              <a:buSzPts val="1080"/>
              <a:buChar char="■"/>
              <a:defRPr/>
            </a:lvl9pPr>
          </a:lstStyle>
          <a:p/>
        </p:txBody>
      </p:sp>
      <p:sp>
        <p:nvSpPr>
          <p:cNvPr id="130" name="Google Shape;130;p15"/>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
        <p:nvSpPr>
          <p:cNvPr id="131" name="Google Shape;131;p15"/>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hart" type="txAndChart">
  <p:cSld name="TEXT_AND_CHART">
    <p:spTree>
      <p:nvGrpSpPr>
        <p:cNvPr id="199" name="Shape 199"/>
        <p:cNvGrpSpPr/>
        <p:nvPr/>
      </p:nvGrpSpPr>
      <p:grpSpPr>
        <a:xfrm>
          <a:off x="0" y="0"/>
          <a:ext cx="0" cy="0"/>
          <a:chOff x="0" y="0"/>
          <a:chExt cx="0" cy="0"/>
        </a:xfrm>
      </p:grpSpPr>
      <p:sp>
        <p:nvSpPr>
          <p:cNvPr id="200" name="Google Shape;200;p17"/>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01" name="Google Shape;201;p17"/>
          <p:cNvSpPr txBox="1"/>
          <p:nvPr>
            <p:ph idx="1" type="body"/>
          </p:nvPr>
        </p:nvSpPr>
        <p:spPr>
          <a:xfrm>
            <a:off x="838200" y="1428750"/>
            <a:ext cx="3810000" cy="3086100"/>
          </a:xfrm>
          <a:prstGeom prst="rect">
            <a:avLst/>
          </a:prstGeom>
          <a:noFill/>
          <a:ln>
            <a:noFill/>
          </a:ln>
        </p:spPr>
        <p:txBody>
          <a:bodyPr anchorCtr="0" anchor="t" bIns="45700" lIns="91425" spcFirstLastPara="1" rIns="91425" wrap="square" tIns="45700">
            <a:noAutofit/>
          </a:bodyPr>
          <a:lstStyle>
            <a:lvl1pPr indent="-297180" lvl="0" marL="457200" rtl="0" algn="l">
              <a:spcBef>
                <a:spcPts val="360"/>
              </a:spcBef>
              <a:spcAft>
                <a:spcPts val="0"/>
              </a:spcAft>
              <a:buSzPts val="1080"/>
              <a:buChar char="❑"/>
              <a:defRPr/>
            </a:lvl1pPr>
            <a:lvl2pPr indent="-297180" lvl="1" marL="914400" rtl="0" algn="l">
              <a:spcBef>
                <a:spcPts val="360"/>
              </a:spcBef>
              <a:spcAft>
                <a:spcPts val="0"/>
              </a:spcAft>
              <a:buSzPts val="1080"/>
              <a:buChar char="■"/>
              <a:defRPr/>
            </a:lvl2pPr>
            <a:lvl3pPr indent="-337185" lvl="2" marL="1371600" rtl="0" algn="l">
              <a:spcBef>
                <a:spcPts val="360"/>
              </a:spcBef>
              <a:spcAft>
                <a:spcPts val="0"/>
              </a:spcAft>
              <a:buSzPts val="1710"/>
              <a:buChar char="⬥"/>
              <a:defRPr/>
            </a:lvl3pPr>
            <a:lvl4pPr indent="-302894" lvl="3" marL="1828800" rtl="0" algn="l">
              <a:spcBef>
                <a:spcPts val="360"/>
              </a:spcBef>
              <a:spcAft>
                <a:spcPts val="0"/>
              </a:spcAft>
              <a:buSzPts val="1170"/>
              <a:buChar char="■"/>
              <a:defRPr/>
            </a:lvl4pPr>
            <a:lvl5pPr indent="-297179" lvl="4" marL="2286000" rtl="0" algn="l">
              <a:spcBef>
                <a:spcPts val="360"/>
              </a:spcBef>
              <a:spcAft>
                <a:spcPts val="0"/>
              </a:spcAft>
              <a:buSzPts val="1080"/>
              <a:buChar char="■"/>
              <a:defRPr/>
            </a:lvl5pPr>
            <a:lvl6pPr indent="-297179" lvl="5" marL="2743200" rtl="0" algn="l">
              <a:spcBef>
                <a:spcPts val="360"/>
              </a:spcBef>
              <a:spcAft>
                <a:spcPts val="0"/>
              </a:spcAft>
              <a:buSzPts val="1080"/>
              <a:buChar char="■"/>
              <a:defRPr/>
            </a:lvl6pPr>
            <a:lvl7pPr indent="-297179" lvl="6" marL="3200400" rtl="0" algn="l">
              <a:spcBef>
                <a:spcPts val="360"/>
              </a:spcBef>
              <a:spcAft>
                <a:spcPts val="0"/>
              </a:spcAft>
              <a:buSzPts val="1080"/>
              <a:buChar char="■"/>
              <a:defRPr/>
            </a:lvl7pPr>
            <a:lvl8pPr indent="-297179" lvl="7" marL="3657600" rtl="0" algn="l">
              <a:spcBef>
                <a:spcPts val="360"/>
              </a:spcBef>
              <a:spcAft>
                <a:spcPts val="0"/>
              </a:spcAft>
              <a:buSzPts val="1080"/>
              <a:buChar char="■"/>
              <a:defRPr/>
            </a:lvl8pPr>
            <a:lvl9pPr indent="-297179" lvl="8" marL="4114800" rtl="0" algn="l">
              <a:spcBef>
                <a:spcPts val="360"/>
              </a:spcBef>
              <a:spcAft>
                <a:spcPts val="0"/>
              </a:spcAft>
              <a:buSzPts val="1080"/>
              <a:buChar char="■"/>
              <a:defRPr/>
            </a:lvl9pPr>
          </a:lstStyle>
          <a:p/>
        </p:txBody>
      </p:sp>
      <p:sp>
        <p:nvSpPr>
          <p:cNvPr id="202" name="Google Shape;202;p17"/>
          <p:cNvSpPr/>
          <p:nvPr>
            <p:ph idx="2" type="chart"/>
          </p:nvPr>
        </p:nvSpPr>
        <p:spPr>
          <a:xfrm>
            <a:off x="4800600" y="1428750"/>
            <a:ext cx="3810000" cy="30861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1920"/>
              <a:buFont typeface="Noto Sans Symbols"/>
              <a:buChar char="❑"/>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1680"/>
              <a:buFont typeface="Noto Sans Symbols"/>
              <a:buChar char="■"/>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hlink"/>
              </a:buClr>
              <a:buSzPts val="228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1300"/>
              <a:buFont typeface="Noto Sans Symbols"/>
              <a:buChar char="■"/>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203" name="Google Shape;203;p17"/>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04" name="Google Shape;204;p17"/>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05" name="Google Shape;205;p17"/>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06" name="Shape 206"/>
        <p:cNvGrpSpPr/>
        <p:nvPr/>
      </p:nvGrpSpPr>
      <p:grpSpPr>
        <a:xfrm>
          <a:off x="0" y="0"/>
          <a:ext cx="0" cy="0"/>
          <a:chOff x="0" y="0"/>
          <a:chExt cx="0" cy="0"/>
        </a:xfrm>
      </p:grpSpPr>
      <p:sp>
        <p:nvSpPr>
          <p:cNvPr id="207" name="Google Shape;207;p18"/>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08" name="Google Shape;208;p18"/>
          <p:cNvSpPr txBox="1"/>
          <p:nvPr>
            <p:ph idx="1" type="body"/>
          </p:nvPr>
        </p:nvSpPr>
        <p:spPr>
          <a:xfrm>
            <a:off x="838200" y="1428750"/>
            <a:ext cx="3810000" cy="3086100"/>
          </a:xfrm>
          <a:prstGeom prst="rect">
            <a:avLst/>
          </a:prstGeom>
          <a:noFill/>
          <a:ln>
            <a:noFill/>
          </a:ln>
        </p:spPr>
        <p:txBody>
          <a:bodyPr anchorCtr="0" anchor="t" bIns="45700" lIns="91425" spcFirstLastPara="1" rIns="91425" wrap="square" tIns="45700">
            <a:noAutofit/>
          </a:bodyPr>
          <a:lstStyle>
            <a:lvl1pPr indent="-297180" lvl="0" marL="457200" rtl="0" algn="l">
              <a:spcBef>
                <a:spcPts val="360"/>
              </a:spcBef>
              <a:spcAft>
                <a:spcPts val="0"/>
              </a:spcAft>
              <a:buSzPts val="1080"/>
              <a:buChar char="❑"/>
              <a:defRPr/>
            </a:lvl1pPr>
            <a:lvl2pPr indent="-297180" lvl="1" marL="914400" rtl="0" algn="l">
              <a:spcBef>
                <a:spcPts val="360"/>
              </a:spcBef>
              <a:spcAft>
                <a:spcPts val="0"/>
              </a:spcAft>
              <a:buSzPts val="1080"/>
              <a:buChar char="■"/>
              <a:defRPr/>
            </a:lvl2pPr>
            <a:lvl3pPr indent="-337185" lvl="2" marL="1371600" rtl="0" algn="l">
              <a:spcBef>
                <a:spcPts val="360"/>
              </a:spcBef>
              <a:spcAft>
                <a:spcPts val="0"/>
              </a:spcAft>
              <a:buSzPts val="1710"/>
              <a:buChar char="⬥"/>
              <a:defRPr/>
            </a:lvl3pPr>
            <a:lvl4pPr indent="-302894" lvl="3" marL="1828800" rtl="0" algn="l">
              <a:spcBef>
                <a:spcPts val="360"/>
              </a:spcBef>
              <a:spcAft>
                <a:spcPts val="0"/>
              </a:spcAft>
              <a:buSzPts val="1170"/>
              <a:buChar char="■"/>
              <a:defRPr/>
            </a:lvl4pPr>
            <a:lvl5pPr indent="-297179" lvl="4" marL="2286000" rtl="0" algn="l">
              <a:spcBef>
                <a:spcPts val="360"/>
              </a:spcBef>
              <a:spcAft>
                <a:spcPts val="0"/>
              </a:spcAft>
              <a:buSzPts val="1080"/>
              <a:buChar char="■"/>
              <a:defRPr/>
            </a:lvl5pPr>
            <a:lvl6pPr indent="-297179" lvl="5" marL="2743200" rtl="0" algn="l">
              <a:spcBef>
                <a:spcPts val="360"/>
              </a:spcBef>
              <a:spcAft>
                <a:spcPts val="0"/>
              </a:spcAft>
              <a:buSzPts val="1080"/>
              <a:buChar char="■"/>
              <a:defRPr/>
            </a:lvl6pPr>
            <a:lvl7pPr indent="-297179" lvl="6" marL="3200400" rtl="0" algn="l">
              <a:spcBef>
                <a:spcPts val="360"/>
              </a:spcBef>
              <a:spcAft>
                <a:spcPts val="0"/>
              </a:spcAft>
              <a:buSzPts val="1080"/>
              <a:buChar char="■"/>
              <a:defRPr/>
            </a:lvl7pPr>
            <a:lvl8pPr indent="-297179" lvl="7" marL="3657600" rtl="0" algn="l">
              <a:spcBef>
                <a:spcPts val="360"/>
              </a:spcBef>
              <a:spcAft>
                <a:spcPts val="0"/>
              </a:spcAft>
              <a:buSzPts val="1080"/>
              <a:buChar char="■"/>
              <a:defRPr/>
            </a:lvl8pPr>
            <a:lvl9pPr indent="-297179" lvl="8" marL="4114800" rtl="0" algn="l">
              <a:spcBef>
                <a:spcPts val="360"/>
              </a:spcBef>
              <a:spcAft>
                <a:spcPts val="0"/>
              </a:spcAft>
              <a:buSzPts val="1080"/>
              <a:buChar char="■"/>
              <a:defRPr/>
            </a:lvl9pPr>
          </a:lstStyle>
          <a:p/>
        </p:txBody>
      </p:sp>
      <p:sp>
        <p:nvSpPr>
          <p:cNvPr id="209" name="Google Shape;209;p18"/>
          <p:cNvSpPr txBox="1"/>
          <p:nvPr>
            <p:ph idx="2" type="body"/>
          </p:nvPr>
        </p:nvSpPr>
        <p:spPr>
          <a:xfrm>
            <a:off x="4800600" y="1428750"/>
            <a:ext cx="3810000" cy="3086100"/>
          </a:xfrm>
          <a:prstGeom prst="rect">
            <a:avLst/>
          </a:prstGeom>
          <a:noFill/>
          <a:ln>
            <a:noFill/>
          </a:ln>
        </p:spPr>
        <p:txBody>
          <a:bodyPr anchorCtr="0" anchor="t" bIns="45700" lIns="91425" spcFirstLastPara="1" rIns="91425" wrap="square" tIns="45700">
            <a:noAutofit/>
          </a:bodyPr>
          <a:lstStyle>
            <a:lvl1pPr indent="-297180" lvl="0" marL="457200" rtl="0" algn="l">
              <a:spcBef>
                <a:spcPts val="360"/>
              </a:spcBef>
              <a:spcAft>
                <a:spcPts val="0"/>
              </a:spcAft>
              <a:buSzPts val="1080"/>
              <a:buChar char="❑"/>
              <a:defRPr/>
            </a:lvl1pPr>
            <a:lvl2pPr indent="-297180" lvl="1" marL="914400" rtl="0" algn="l">
              <a:spcBef>
                <a:spcPts val="360"/>
              </a:spcBef>
              <a:spcAft>
                <a:spcPts val="0"/>
              </a:spcAft>
              <a:buSzPts val="1080"/>
              <a:buChar char="■"/>
              <a:defRPr/>
            </a:lvl2pPr>
            <a:lvl3pPr indent="-337185" lvl="2" marL="1371600" rtl="0" algn="l">
              <a:spcBef>
                <a:spcPts val="360"/>
              </a:spcBef>
              <a:spcAft>
                <a:spcPts val="0"/>
              </a:spcAft>
              <a:buSzPts val="1710"/>
              <a:buChar char="⬥"/>
              <a:defRPr/>
            </a:lvl3pPr>
            <a:lvl4pPr indent="-302894" lvl="3" marL="1828800" rtl="0" algn="l">
              <a:spcBef>
                <a:spcPts val="360"/>
              </a:spcBef>
              <a:spcAft>
                <a:spcPts val="0"/>
              </a:spcAft>
              <a:buSzPts val="1170"/>
              <a:buChar char="■"/>
              <a:defRPr/>
            </a:lvl4pPr>
            <a:lvl5pPr indent="-297179" lvl="4" marL="2286000" rtl="0" algn="l">
              <a:spcBef>
                <a:spcPts val="360"/>
              </a:spcBef>
              <a:spcAft>
                <a:spcPts val="0"/>
              </a:spcAft>
              <a:buSzPts val="1080"/>
              <a:buChar char="■"/>
              <a:defRPr/>
            </a:lvl5pPr>
            <a:lvl6pPr indent="-297179" lvl="5" marL="2743200" rtl="0" algn="l">
              <a:spcBef>
                <a:spcPts val="360"/>
              </a:spcBef>
              <a:spcAft>
                <a:spcPts val="0"/>
              </a:spcAft>
              <a:buSzPts val="1080"/>
              <a:buChar char="■"/>
              <a:defRPr/>
            </a:lvl6pPr>
            <a:lvl7pPr indent="-297179" lvl="6" marL="3200400" rtl="0" algn="l">
              <a:spcBef>
                <a:spcPts val="360"/>
              </a:spcBef>
              <a:spcAft>
                <a:spcPts val="0"/>
              </a:spcAft>
              <a:buSzPts val="1080"/>
              <a:buChar char="■"/>
              <a:defRPr/>
            </a:lvl7pPr>
            <a:lvl8pPr indent="-297179" lvl="7" marL="3657600" rtl="0" algn="l">
              <a:spcBef>
                <a:spcPts val="360"/>
              </a:spcBef>
              <a:spcAft>
                <a:spcPts val="0"/>
              </a:spcAft>
              <a:buSzPts val="1080"/>
              <a:buChar char="■"/>
              <a:defRPr/>
            </a:lvl8pPr>
            <a:lvl9pPr indent="-297179" lvl="8" marL="4114800" rtl="0" algn="l">
              <a:spcBef>
                <a:spcPts val="360"/>
              </a:spcBef>
              <a:spcAft>
                <a:spcPts val="0"/>
              </a:spcAft>
              <a:buSzPts val="1080"/>
              <a:buChar char="■"/>
              <a:defRPr/>
            </a:lvl9pPr>
          </a:lstStyle>
          <a:p/>
        </p:txBody>
      </p:sp>
      <p:sp>
        <p:nvSpPr>
          <p:cNvPr id="210" name="Google Shape;210;p18"/>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11" name="Google Shape;211;p18"/>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12" name="Google Shape;212;p18"/>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3" name="Shape 213"/>
        <p:cNvGrpSpPr/>
        <p:nvPr/>
      </p:nvGrpSpPr>
      <p:grpSpPr>
        <a:xfrm>
          <a:off x="0" y="0"/>
          <a:ext cx="0" cy="0"/>
          <a:chOff x="0" y="0"/>
          <a:chExt cx="0" cy="0"/>
        </a:xfrm>
      </p:grpSpPr>
      <p:sp>
        <p:nvSpPr>
          <p:cNvPr id="214" name="Google Shape;214;p19"/>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15" name="Google Shape;215;p19"/>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16" name="Google Shape;216;p19"/>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7" name="Shape 217"/>
        <p:cNvGrpSpPr/>
        <p:nvPr/>
      </p:nvGrpSpPr>
      <p:grpSpPr>
        <a:xfrm>
          <a:off x="0" y="0"/>
          <a:ext cx="0" cy="0"/>
          <a:chOff x="0" y="0"/>
          <a:chExt cx="0" cy="0"/>
        </a:xfrm>
      </p:grpSpPr>
      <p:sp>
        <p:nvSpPr>
          <p:cNvPr id="218" name="Google Shape;218;p20"/>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19" name="Google Shape;219;p20"/>
          <p:cNvSpPr txBox="1"/>
          <p:nvPr>
            <p:ph idx="1" type="body"/>
          </p:nvPr>
        </p:nvSpPr>
        <p:spPr>
          <a:xfrm>
            <a:off x="838200" y="1428750"/>
            <a:ext cx="3810000" cy="3086100"/>
          </a:xfrm>
          <a:prstGeom prst="rect">
            <a:avLst/>
          </a:prstGeom>
          <a:noFill/>
          <a:ln>
            <a:noFill/>
          </a:ln>
        </p:spPr>
        <p:txBody>
          <a:bodyPr anchorCtr="0" anchor="t" bIns="45700" lIns="91425" spcFirstLastPara="1" rIns="91425" wrap="square" tIns="45700">
            <a:noAutofit/>
          </a:bodyPr>
          <a:lstStyle>
            <a:lvl1pPr indent="-335280" lvl="0" marL="457200" rtl="0" algn="l">
              <a:spcBef>
                <a:spcPts val="560"/>
              </a:spcBef>
              <a:spcAft>
                <a:spcPts val="0"/>
              </a:spcAft>
              <a:buSzPts val="1680"/>
              <a:buChar char="❑"/>
              <a:defRPr sz="2800"/>
            </a:lvl1pPr>
            <a:lvl2pPr indent="-320040" lvl="1" marL="914400" rtl="0" algn="l">
              <a:spcBef>
                <a:spcPts val="480"/>
              </a:spcBef>
              <a:spcAft>
                <a:spcPts val="0"/>
              </a:spcAft>
              <a:buSzPts val="1440"/>
              <a:buChar char="■"/>
              <a:defRPr sz="2400"/>
            </a:lvl2pPr>
            <a:lvl3pPr indent="-349250" lvl="2" marL="1371600" rtl="0" algn="l">
              <a:spcBef>
                <a:spcPts val="400"/>
              </a:spcBef>
              <a:spcAft>
                <a:spcPts val="0"/>
              </a:spcAft>
              <a:buSzPts val="1900"/>
              <a:buChar char="⬥"/>
              <a:defRPr sz="2000"/>
            </a:lvl3pPr>
            <a:lvl4pPr indent="-302894" lvl="3" marL="1828800" rtl="0" algn="l">
              <a:spcBef>
                <a:spcPts val="360"/>
              </a:spcBef>
              <a:spcAft>
                <a:spcPts val="0"/>
              </a:spcAft>
              <a:buSzPts val="1170"/>
              <a:buChar char="■"/>
              <a:defRPr sz="1800"/>
            </a:lvl4pPr>
            <a:lvl5pPr indent="-297179" lvl="4" marL="2286000" rtl="0" algn="l">
              <a:spcBef>
                <a:spcPts val="360"/>
              </a:spcBef>
              <a:spcAft>
                <a:spcPts val="0"/>
              </a:spcAft>
              <a:buSzPts val="1080"/>
              <a:buChar char="■"/>
              <a:defRPr sz="1800"/>
            </a:lvl5pPr>
            <a:lvl6pPr indent="-297179" lvl="5" marL="2743200" rtl="0" algn="l">
              <a:spcBef>
                <a:spcPts val="360"/>
              </a:spcBef>
              <a:spcAft>
                <a:spcPts val="0"/>
              </a:spcAft>
              <a:buSzPts val="1080"/>
              <a:buChar char="■"/>
              <a:defRPr sz="1800"/>
            </a:lvl6pPr>
            <a:lvl7pPr indent="-297179" lvl="6" marL="3200400" rtl="0" algn="l">
              <a:spcBef>
                <a:spcPts val="360"/>
              </a:spcBef>
              <a:spcAft>
                <a:spcPts val="0"/>
              </a:spcAft>
              <a:buSzPts val="1080"/>
              <a:buChar char="■"/>
              <a:defRPr sz="1800"/>
            </a:lvl7pPr>
            <a:lvl8pPr indent="-297179" lvl="7" marL="3657600" rtl="0" algn="l">
              <a:spcBef>
                <a:spcPts val="360"/>
              </a:spcBef>
              <a:spcAft>
                <a:spcPts val="0"/>
              </a:spcAft>
              <a:buSzPts val="1080"/>
              <a:buChar char="■"/>
              <a:defRPr sz="1800"/>
            </a:lvl8pPr>
            <a:lvl9pPr indent="-297179" lvl="8" marL="4114800" rtl="0" algn="l">
              <a:spcBef>
                <a:spcPts val="360"/>
              </a:spcBef>
              <a:spcAft>
                <a:spcPts val="0"/>
              </a:spcAft>
              <a:buSzPts val="1080"/>
              <a:buChar char="■"/>
              <a:defRPr sz="1800"/>
            </a:lvl9pPr>
          </a:lstStyle>
          <a:p/>
        </p:txBody>
      </p:sp>
      <p:sp>
        <p:nvSpPr>
          <p:cNvPr id="220" name="Google Shape;220;p20"/>
          <p:cNvSpPr txBox="1"/>
          <p:nvPr>
            <p:ph idx="2" type="body"/>
          </p:nvPr>
        </p:nvSpPr>
        <p:spPr>
          <a:xfrm>
            <a:off x="4800600" y="1428750"/>
            <a:ext cx="3810000" cy="3086100"/>
          </a:xfrm>
          <a:prstGeom prst="rect">
            <a:avLst/>
          </a:prstGeom>
          <a:noFill/>
          <a:ln>
            <a:noFill/>
          </a:ln>
        </p:spPr>
        <p:txBody>
          <a:bodyPr anchorCtr="0" anchor="t" bIns="45700" lIns="91425" spcFirstLastPara="1" rIns="91425" wrap="square" tIns="45700">
            <a:noAutofit/>
          </a:bodyPr>
          <a:lstStyle>
            <a:lvl1pPr indent="-335280" lvl="0" marL="457200" rtl="0" algn="l">
              <a:spcBef>
                <a:spcPts val="560"/>
              </a:spcBef>
              <a:spcAft>
                <a:spcPts val="0"/>
              </a:spcAft>
              <a:buSzPts val="1680"/>
              <a:buChar char="❑"/>
              <a:defRPr sz="2800"/>
            </a:lvl1pPr>
            <a:lvl2pPr indent="-320040" lvl="1" marL="914400" rtl="0" algn="l">
              <a:spcBef>
                <a:spcPts val="480"/>
              </a:spcBef>
              <a:spcAft>
                <a:spcPts val="0"/>
              </a:spcAft>
              <a:buSzPts val="1440"/>
              <a:buChar char="■"/>
              <a:defRPr sz="2400"/>
            </a:lvl2pPr>
            <a:lvl3pPr indent="-349250" lvl="2" marL="1371600" rtl="0" algn="l">
              <a:spcBef>
                <a:spcPts val="400"/>
              </a:spcBef>
              <a:spcAft>
                <a:spcPts val="0"/>
              </a:spcAft>
              <a:buSzPts val="1900"/>
              <a:buChar char="⬥"/>
              <a:defRPr sz="2000"/>
            </a:lvl3pPr>
            <a:lvl4pPr indent="-302894" lvl="3" marL="1828800" rtl="0" algn="l">
              <a:spcBef>
                <a:spcPts val="360"/>
              </a:spcBef>
              <a:spcAft>
                <a:spcPts val="0"/>
              </a:spcAft>
              <a:buSzPts val="1170"/>
              <a:buChar char="■"/>
              <a:defRPr sz="1800"/>
            </a:lvl4pPr>
            <a:lvl5pPr indent="-297179" lvl="4" marL="2286000" rtl="0" algn="l">
              <a:spcBef>
                <a:spcPts val="360"/>
              </a:spcBef>
              <a:spcAft>
                <a:spcPts val="0"/>
              </a:spcAft>
              <a:buSzPts val="1080"/>
              <a:buChar char="■"/>
              <a:defRPr sz="1800"/>
            </a:lvl5pPr>
            <a:lvl6pPr indent="-297179" lvl="5" marL="2743200" rtl="0" algn="l">
              <a:spcBef>
                <a:spcPts val="360"/>
              </a:spcBef>
              <a:spcAft>
                <a:spcPts val="0"/>
              </a:spcAft>
              <a:buSzPts val="1080"/>
              <a:buChar char="■"/>
              <a:defRPr sz="1800"/>
            </a:lvl6pPr>
            <a:lvl7pPr indent="-297179" lvl="6" marL="3200400" rtl="0" algn="l">
              <a:spcBef>
                <a:spcPts val="360"/>
              </a:spcBef>
              <a:spcAft>
                <a:spcPts val="0"/>
              </a:spcAft>
              <a:buSzPts val="1080"/>
              <a:buChar char="■"/>
              <a:defRPr sz="1800"/>
            </a:lvl7pPr>
            <a:lvl8pPr indent="-297179" lvl="7" marL="3657600" rtl="0" algn="l">
              <a:spcBef>
                <a:spcPts val="360"/>
              </a:spcBef>
              <a:spcAft>
                <a:spcPts val="0"/>
              </a:spcAft>
              <a:buSzPts val="1080"/>
              <a:buChar char="■"/>
              <a:defRPr sz="1800"/>
            </a:lvl8pPr>
            <a:lvl9pPr indent="-297179" lvl="8" marL="4114800" rtl="0" algn="l">
              <a:spcBef>
                <a:spcPts val="360"/>
              </a:spcBef>
              <a:spcAft>
                <a:spcPts val="0"/>
              </a:spcAft>
              <a:buSzPts val="1080"/>
              <a:buChar char="■"/>
              <a:defRPr sz="1800"/>
            </a:lvl9pPr>
          </a:lstStyle>
          <a:p/>
        </p:txBody>
      </p:sp>
      <p:sp>
        <p:nvSpPr>
          <p:cNvPr id="221" name="Google Shape;221;p20"/>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22" name="Google Shape;222;p20"/>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23" name="Google Shape;223;p20"/>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4" name="Shape 224"/>
        <p:cNvGrpSpPr/>
        <p:nvPr/>
      </p:nvGrpSpPr>
      <p:grpSpPr>
        <a:xfrm>
          <a:off x="0" y="0"/>
          <a:ext cx="0" cy="0"/>
          <a:chOff x="0" y="0"/>
          <a:chExt cx="0" cy="0"/>
        </a:xfrm>
      </p:grpSpPr>
      <p:sp>
        <p:nvSpPr>
          <p:cNvPr id="225" name="Google Shape;225;p21"/>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26" name="Google Shape;226;p21"/>
          <p:cNvSpPr txBox="1"/>
          <p:nvPr>
            <p:ph idx="1" type="body"/>
          </p:nvPr>
        </p:nvSpPr>
        <p:spPr>
          <a:xfrm>
            <a:off x="838200" y="1428750"/>
            <a:ext cx="7772400" cy="3086100"/>
          </a:xfrm>
          <a:prstGeom prst="rect">
            <a:avLst/>
          </a:prstGeom>
          <a:noFill/>
          <a:ln>
            <a:noFill/>
          </a:ln>
        </p:spPr>
        <p:txBody>
          <a:bodyPr anchorCtr="0" anchor="t" bIns="45700" lIns="91425" spcFirstLastPara="1" rIns="91425" wrap="square" tIns="45700">
            <a:noAutofit/>
          </a:bodyPr>
          <a:lstStyle>
            <a:lvl1pPr indent="-297180" lvl="0" marL="457200" rtl="0" algn="l">
              <a:spcBef>
                <a:spcPts val="360"/>
              </a:spcBef>
              <a:spcAft>
                <a:spcPts val="0"/>
              </a:spcAft>
              <a:buSzPts val="1080"/>
              <a:buChar char="❑"/>
              <a:defRPr/>
            </a:lvl1pPr>
            <a:lvl2pPr indent="-297180" lvl="1" marL="914400" rtl="0" algn="l">
              <a:spcBef>
                <a:spcPts val="360"/>
              </a:spcBef>
              <a:spcAft>
                <a:spcPts val="0"/>
              </a:spcAft>
              <a:buSzPts val="1080"/>
              <a:buChar char="■"/>
              <a:defRPr/>
            </a:lvl2pPr>
            <a:lvl3pPr indent="-337185" lvl="2" marL="1371600" rtl="0" algn="l">
              <a:spcBef>
                <a:spcPts val="360"/>
              </a:spcBef>
              <a:spcAft>
                <a:spcPts val="0"/>
              </a:spcAft>
              <a:buSzPts val="1710"/>
              <a:buChar char="⬥"/>
              <a:defRPr/>
            </a:lvl3pPr>
            <a:lvl4pPr indent="-302894" lvl="3" marL="1828800" rtl="0" algn="l">
              <a:spcBef>
                <a:spcPts val="360"/>
              </a:spcBef>
              <a:spcAft>
                <a:spcPts val="0"/>
              </a:spcAft>
              <a:buSzPts val="1170"/>
              <a:buChar char="■"/>
              <a:defRPr/>
            </a:lvl4pPr>
            <a:lvl5pPr indent="-297179" lvl="4" marL="2286000" rtl="0" algn="l">
              <a:spcBef>
                <a:spcPts val="360"/>
              </a:spcBef>
              <a:spcAft>
                <a:spcPts val="0"/>
              </a:spcAft>
              <a:buSzPts val="1080"/>
              <a:buChar char="■"/>
              <a:defRPr/>
            </a:lvl5pPr>
            <a:lvl6pPr indent="-297179" lvl="5" marL="2743200" rtl="0" algn="l">
              <a:spcBef>
                <a:spcPts val="360"/>
              </a:spcBef>
              <a:spcAft>
                <a:spcPts val="0"/>
              </a:spcAft>
              <a:buSzPts val="1080"/>
              <a:buChar char="■"/>
              <a:defRPr/>
            </a:lvl6pPr>
            <a:lvl7pPr indent="-297179" lvl="6" marL="3200400" rtl="0" algn="l">
              <a:spcBef>
                <a:spcPts val="360"/>
              </a:spcBef>
              <a:spcAft>
                <a:spcPts val="0"/>
              </a:spcAft>
              <a:buSzPts val="1080"/>
              <a:buChar char="■"/>
              <a:defRPr/>
            </a:lvl7pPr>
            <a:lvl8pPr indent="-297179" lvl="7" marL="3657600" rtl="0" algn="l">
              <a:spcBef>
                <a:spcPts val="360"/>
              </a:spcBef>
              <a:spcAft>
                <a:spcPts val="0"/>
              </a:spcAft>
              <a:buSzPts val="1080"/>
              <a:buChar char="■"/>
              <a:defRPr/>
            </a:lvl8pPr>
            <a:lvl9pPr indent="-297179" lvl="8" marL="4114800" rtl="0" algn="l">
              <a:spcBef>
                <a:spcPts val="360"/>
              </a:spcBef>
              <a:spcAft>
                <a:spcPts val="0"/>
              </a:spcAft>
              <a:buSzPts val="1080"/>
              <a:buChar char="■"/>
              <a:defRPr/>
            </a:lvl9pPr>
          </a:lstStyle>
          <a:p/>
        </p:txBody>
      </p:sp>
      <p:sp>
        <p:nvSpPr>
          <p:cNvPr id="227" name="Google Shape;227;p21"/>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28" name="Google Shape;228;p21"/>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sz="14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29" name="Google Shape;229;p21"/>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4.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 name="Shape 57"/>
        <p:cNvGrpSpPr/>
        <p:nvPr/>
      </p:nvGrpSpPr>
      <p:grpSpPr>
        <a:xfrm>
          <a:off x="0" y="0"/>
          <a:ext cx="0" cy="0"/>
          <a:chOff x="0" y="0"/>
          <a:chExt cx="0" cy="0"/>
        </a:xfrm>
      </p:grpSpPr>
      <p:grpSp>
        <p:nvGrpSpPr>
          <p:cNvPr id="58" name="Google Shape;58;p14"/>
          <p:cNvGrpSpPr/>
          <p:nvPr/>
        </p:nvGrpSpPr>
        <p:grpSpPr>
          <a:xfrm>
            <a:off x="-136525" y="0"/>
            <a:ext cx="9204325" cy="5029200"/>
            <a:chOff x="-86" y="0"/>
            <a:chExt cx="5798" cy="4224"/>
          </a:xfrm>
        </p:grpSpPr>
        <p:grpSp>
          <p:nvGrpSpPr>
            <p:cNvPr id="59" name="Google Shape;59;p14"/>
            <p:cNvGrpSpPr/>
            <p:nvPr/>
          </p:nvGrpSpPr>
          <p:grpSpPr>
            <a:xfrm>
              <a:off x="0" y="0"/>
              <a:ext cx="5712" cy="4224"/>
              <a:chOff x="0" y="0"/>
              <a:chExt cx="5712" cy="4224"/>
            </a:xfrm>
          </p:grpSpPr>
          <p:sp>
            <p:nvSpPr>
              <p:cNvPr id="60" name="Google Shape;60;p14"/>
              <p:cNvSpPr txBox="1"/>
              <p:nvPr/>
            </p:nvSpPr>
            <p:spPr>
              <a:xfrm>
                <a:off x="2112" y="0"/>
                <a:ext cx="3600" cy="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nvGrpSpPr>
              <p:cNvPr id="61" name="Google Shape;61;p14"/>
              <p:cNvGrpSpPr/>
              <p:nvPr/>
            </p:nvGrpSpPr>
            <p:grpSpPr>
              <a:xfrm>
                <a:off x="0" y="0"/>
                <a:ext cx="5700" cy="4224"/>
                <a:chOff x="0" y="0"/>
                <a:chExt cx="5700" cy="4224"/>
              </a:xfrm>
            </p:grpSpPr>
            <p:cxnSp>
              <p:nvCxnSpPr>
                <p:cNvPr id="62" name="Google Shape;62;p14"/>
                <p:cNvCxnSpPr/>
                <p:nvPr/>
              </p:nvCxnSpPr>
              <p:spPr>
                <a:xfrm>
                  <a:off x="0" y="19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3" name="Google Shape;63;p14"/>
                <p:cNvCxnSpPr/>
                <p:nvPr/>
              </p:nvCxnSpPr>
              <p:spPr>
                <a:xfrm>
                  <a:off x="0" y="38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4" name="Google Shape;64;p14"/>
                <p:cNvCxnSpPr/>
                <p:nvPr/>
              </p:nvCxnSpPr>
              <p:spPr>
                <a:xfrm>
                  <a:off x="0" y="57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5" name="Google Shape;65;p14"/>
                <p:cNvCxnSpPr/>
                <p:nvPr/>
              </p:nvCxnSpPr>
              <p:spPr>
                <a:xfrm>
                  <a:off x="0" y="76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6" name="Google Shape;66;p14"/>
                <p:cNvCxnSpPr/>
                <p:nvPr/>
              </p:nvCxnSpPr>
              <p:spPr>
                <a:xfrm>
                  <a:off x="0" y="96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 name="Google Shape;67;p14"/>
                <p:cNvCxnSpPr/>
                <p:nvPr/>
              </p:nvCxnSpPr>
              <p:spPr>
                <a:xfrm>
                  <a:off x="0" y="115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 name="Google Shape;68;p14"/>
                <p:cNvCxnSpPr/>
                <p:nvPr/>
              </p:nvCxnSpPr>
              <p:spPr>
                <a:xfrm>
                  <a:off x="0" y="134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9" name="Google Shape;69;p14"/>
                <p:cNvCxnSpPr/>
                <p:nvPr/>
              </p:nvCxnSpPr>
              <p:spPr>
                <a:xfrm>
                  <a:off x="0" y="153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0" name="Google Shape;70;p14"/>
                <p:cNvCxnSpPr/>
                <p:nvPr/>
              </p:nvCxnSpPr>
              <p:spPr>
                <a:xfrm>
                  <a:off x="0" y="172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1" name="Google Shape;71;p14"/>
                <p:cNvCxnSpPr/>
                <p:nvPr/>
              </p:nvCxnSpPr>
              <p:spPr>
                <a:xfrm>
                  <a:off x="0" y="192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2" name="Google Shape;72;p14"/>
                <p:cNvCxnSpPr/>
                <p:nvPr/>
              </p:nvCxnSpPr>
              <p:spPr>
                <a:xfrm>
                  <a:off x="0" y="211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3" name="Google Shape;73;p14"/>
                <p:cNvCxnSpPr/>
                <p:nvPr/>
              </p:nvCxnSpPr>
              <p:spPr>
                <a:xfrm>
                  <a:off x="0" y="230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 name="Google Shape;74;p14"/>
                <p:cNvCxnSpPr/>
                <p:nvPr/>
              </p:nvCxnSpPr>
              <p:spPr>
                <a:xfrm>
                  <a:off x="0" y="249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 name="Google Shape;75;p14"/>
                <p:cNvCxnSpPr/>
                <p:nvPr/>
              </p:nvCxnSpPr>
              <p:spPr>
                <a:xfrm>
                  <a:off x="0" y="268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 name="Google Shape;76;p14"/>
                <p:cNvCxnSpPr/>
                <p:nvPr/>
              </p:nvCxnSpPr>
              <p:spPr>
                <a:xfrm>
                  <a:off x="0" y="288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7" name="Google Shape;77;p14"/>
                <p:cNvCxnSpPr/>
                <p:nvPr/>
              </p:nvCxnSpPr>
              <p:spPr>
                <a:xfrm>
                  <a:off x="0" y="307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8" name="Google Shape;78;p14"/>
                <p:cNvCxnSpPr/>
                <p:nvPr/>
              </p:nvCxnSpPr>
              <p:spPr>
                <a:xfrm>
                  <a:off x="0" y="326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9" name="Google Shape;79;p14"/>
                <p:cNvCxnSpPr/>
                <p:nvPr/>
              </p:nvCxnSpPr>
              <p:spPr>
                <a:xfrm>
                  <a:off x="0" y="345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0" name="Google Shape;80;p14"/>
                <p:cNvCxnSpPr/>
                <p:nvPr/>
              </p:nvCxnSpPr>
              <p:spPr>
                <a:xfrm>
                  <a:off x="0" y="364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1" name="Google Shape;81;p14"/>
                <p:cNvCxnSpPr/>
                <p:nvPr/>
              </p:nvCxnSpPr>
              <p:spPr>
                <a:xfrm>
                  <a:off x="0" y="384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 name="Google Shape;82;p14"/>
                <p:cNvCxnSpPr/>
                <p:nvPr/>
              </p:nvCxnSpPr>
              <p:spPr>
                <a:xfrm>
                  <a:off x="0" y="403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 name="Google Shape;83;p14"/>
                <p:cNvCxnSpPr/>
                <p:nvPr/>
              </p:nvCxnSpPr>
              <p:spPr>
                <a:xfrm>
                  <a:off x="0" y="422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4" name="Google Shape;84;p14"/>
                <p:cNvCxnSpPr/>
                <p:nvPr/>
              </p:nvCxnSpPr>
              <p:spPr>
                <a:xfrm>
                  <a:off x="19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85" name="Google Shape;85;p14"/>
                <p:cNvCxnSpPr/>
                <p:nvPr/>
              </p:nvCxnSpPr>
              <p:spPr>
                <a:xfrm>
                  <a:off x="38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86" name="Google Shape;86;p14"/>
                <p:cNvCxnSpPr/>
                <p:nvPr/>
              </p:nvCxnSpPr>
              <p:spPr>
                <a:xfrm>
                  <a:off x="57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87" name="Google Shape;87;p14"/>
                <p:cNvCxnSpPr/>
                <p:nvPr/>
              </p:nvCxnSpPr>
              <p:spPr>
                <a:xfrm>
                  <a:off x="76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88" name="Google Shape;88;p14"/>
                <p:cNvCxnSpPr/>
                <p:nvPr/>
              </p:nvCxnSpPr>
              <p:spPr>
                <a:xfrm>
                  <a:off x="96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89" name="Google Shape;89;p14"/>
                <p:cNvCxnSpPr/>
                <p:nvPr/>
              </p:nvCxnSpPr>
              <p:spPr>
                <a:xfrm>
                  <a:off x="115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0" name="Google Shape;90;p14"/>
                <p:cNvCxnSpPr/>
                <p:nvPr/>
              </p:nvCxnSpPr>
              <p:spPr>
                <a:xfrm>
                  <a:off x="134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1" name="Google Shape;91;p14"/>
                <p:cNvCxnSpPr/>
                <p:nvPr/>
              </p:nvCxnSpPr>
              <p:spPr>
                <a:xfrm>
                  <a:off x="153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2" name="Google Shape;92;p14"/>
                <p:cNvCxnSpPr/>
                <p:nvPr/>
              </p:nvCxnSpPr>
              <p:spPr>
                <a:xfrm>
                  <a:off x="172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3" name="Google Shape;93;p14"/>
                <p:cNvCxnSpPr/>
                <p:nvPr/>
              </p:nvCxnSpPr>
              <p:spPr>
                <a:xfrm>
                  <a:off x="192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4" name="Google Shape;94;p14"/>
                <p:cNvCxnSpPr/>
                <p:nvPr/>
              </p:nvCxnSpPr>
              <p:spPr>
                <a:xfrm>
                  <a:off x="211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5" name="Google Shape;95;p14"/>
                <p:cNvCxnSpPr/>
                <p:nvPr/>
              </p:nvCxnSpPr>
              <p:spPr>
                <a:xfrm>
                  <a:off x="230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6" name="Google Shape;96;p14"/>
                <p:cNvCxnSpPr/>
                <p:nvPr/>
              </p:nvCxnSpPr>
              <p:spPr>
                <a:xfrm>
                  <a:off x="249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7" name="Google Shape;97;p14"/>
                <p:cNvCxnSpPr/>
                <p:nvPr/>
              </p:nvCxnSpPr>
              <p:spPr>
                <a:xfrm>
                  <a:off x="268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8" name="Google Shape;98;p14"/>
                <p:cNvCxnSpPr/>
                <p:nvPr/>
              </p:nvCxnSpPr>
              <p:spPr>
                <a:xfrm>
                  <a:off x="288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99" name="Google Shape;99;p14"/>
                <p:cNvCxnSpPr/>
                <p:nvPr/>
              </p:nvCxnSpPr>
              <p:spPr>
                <a:xfrm>
                  <a:off x="307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 name="Google Shape;100;p14"/>
                <p:cNvCxnSpPr/>
                <p:nvPr/>
              </p:nvCxnSpPr>
              <p:spPr>
                <a:xfrm>
                  <a:off x="326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1" name="Google Shape;101;p14"/>
                <p:cNvCxnSpPr/>
                <p:nvPr/>
              </p:nvCxnSpPr>
              <p:spPr>
                <a:xfrm>
                  <a:off x="345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2" name="Google Shape;102;p14"/>
                <p:cNvCxnSpPr/>
                <p:nvPr/>
              </p:nvCxnSpPr>
              <p:spPr>
                <a:xfrm>
                  <a:off x="364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 name="Google Shape;103;p14"/>
                <p:cNvCxnSpPr/>
                <p:nvPr/>
              </p:nvCxnSpPr>
              <p:spPr>
                <a:xfrm>
                  <a:off x="384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 name="Google Shape;104;p14"/>
                <p:cNvCxnSpPr/>
                <p:nvPr/>
              </p:nvCxnSpPr>
              <p:spPr>
                <a:xfrm>
                  <a:off x="403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 name="Google Shape;105;p14"/>
                <p:cNvCxnSpPr/>
                <p:nvPr/>
              </p:nvCxnSpPr>
              <p:spPr>
                <a:xfrm>
                  <a:off x="422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 name="Google Shape;106;p14"/>
                <p:cNvCxnSpPr/>
                <p:nvPr/>
              </p:nvCxnSpPr>
              <p:spPr>
                <a:xfrm>
                  <a:off x="441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 name="Google Shape;107;p14"/>
                <p:cNvCxnSpPr/>
                <p:nvPr/>
              </p:nvCxnSpPr>
              <p:spPr>
                <a:xfrm>
                  <a:off x="460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 name="Google Shape;108;p14"/>
                <p:cNvCxnSpPr/>
                <p:nvPr/>
              </p:nvCxnSpPr>
              <p:spPr>
                <a:xfrm>
                  <a:off x="480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09" name="Google Shape;109;p14"/>
                <p:cNvCxnSpPr/>
                <p:nvPr/>
              </p:nvCxnSpPr>
              <p:spPr>
                <a:xfrm>
                  <a:off x="499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10" name="Google Shape;110;p14"/>
                <p:cNvCxnSpPr/>
                <p:nvPr/>
              </p:nvCxnSpPr>
              <p:spPr>
                <a:xfrm>
                  <a:off x="518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 name="Google Shape;111;p14"/>
                <p:cNvCxnSpPr/>
                <p:nvPr/>
              </p:nvCxnSpPr>
              <p:spPr>
                <a:xfrm>
                  <a:off x="537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 name="Google Shape;112;p14"/>
                <p:cNvCxnSpPr/>
                <p:nvPr/>
              </p:nvCxnSpPr>
              <p:spPr>
                <a:xfrm>
                  <a:off x="5568" y="0"/>
                  <a:ext cx="0" cy="4200"/>
                </a:xfrm>
                <a:prstGeom prst="straightConnector1">
                  <a:avLst/>
                </a:prstGeom>
                <a:noFill/>
                <a:ln cap="flat" cmpd="sng" w="9525">
                  <a:solidFill>
                    <a:schemeClr val="folHlink"/>
                  </a:solidFill>
                  <a:prstDash val="solid"/>
                  <a:miter lim="800000"/>
                  <a:headEnd len="med" w="med" type="none"/>
                  <a:tailEnd len="med" w="med" type="none"/>
                </a:ln>
              </p:spPr>
            </p:cxnSp>
          </p:grpSp>
          <p:cxnSp>
            <p:nvCxnSpPr>
              <p:cNvPr id="113" name="Google Shape;113;p14"/>
              <p:cNvCxnSpPr/>
              <p:nvPr/>
            </p:nvCxnSpPr>
            <p:spPr>
              <a:xfrm>
                <a:off x="5568" y="0"/>
                <a:ext cx="0" cy="1500"/>
              </a:xfrm>
              <a:prstGeom prst="straightConnector1">
                <a:avLst/>
              </a:prstGeom>
              <a:noFill/>
              <a:ln cap="flat" cmpd="sng" w="9525">
                <a:solidFill>
                  <a:schemeClr val="hlink"/>
                </a:solidFill>
                <a:prstDash val="solid"/>
                <a:miter lim="800000"/>
                <a:headEnd len="med" w="med" type="none"/>
                <a:tailEnd len="med" w="med" type="none"/>
              </a:ln>
            </p:spPr>
          </p:cxnSp>
        </p:grpSp>
        <p:grpSp>
          <p:nvGrpSpPr>
            <p:cNvPr id="114" name="Google Shape;114;p14"/>
            <p:cNvGrpSpPr/>
            <p:nvPr/>
          </p:nvGrpSpPr>
          <p:grpSpPr>
            <a:xfrm>
              <a:off x="-86" y="559"/>
              <a:ext cx="4281" cy="1800"/>
              <a:chOff x="-86" y="559"/>
              <a:chExt cx="4281" cy="1800"/>
            </a:xfrm>
          </p:grpSpPr>
          <p:cxnSp>
            <p:nvCxnSpPr>
              <p:cNvPr id="115" name="Google Shape;115;p14"/>
              <p:cNvCxnSpPr/>
              <p:nvPr/>
            </p:nvCxnSpPr>
            <p:spPr>
              <a:xfrm>
                <a:off x="506" y="559"/>
                <a:ext cx="0" cy="1800"/>
              </a:xfrm>
              <a:prstGeom prst="straightConnector1">
                <a:avLst/>
              </a:prstGeom>
              <a:noFill/>
              <a:ln cap="flat" cmpd="sng" w="9525">
                <a:solidFill>
                  <a:schemeClr val="hlink"/>
                </a:solidFill>
                <a:prstDash val="solid"/>
                <a:miter lim="800000"/>
                <a:headEnd len="med" w="med" type="none"/>
                <a:tailEnd len="med" w="med" type="none"/>
              </a:ln>
            </p:spPr>
          </p:cxnSp>
          <p:cxnSp>
            <p:nvCxnSpPr>
              <p:cNvPr id="116" name="Google Shape;116;p14"/>
              <p:cNvCxnSpPr/>
              <p:nvPr/>
            </p:nvCxnSpPr>
            <p:spPr>
              <a:xfrm rot="10800000">
                <a:off x="-86" y="1925"/>
                <a:ext cx="3300" cy="0"/>
              </a:xfrm>
              <a:prstGeom prst="straightConnector1">
                <a:avLst/>
              </a:prstGeom>
              <a:noFill/>
              <a:ln cap="flat" cmpd="sng" w="9525">
                <a:solidFill>
                  <a:schemeClr val="hlink"/>
                </a:solidFill>
                <a:prstDash val="solid"/>
                <a:miter lim="800000"/>
                <a:headEnd len="med" w="med" type="none"/>
                <a:tailEnd len="med" w="med" type="none"/>
              </a:ln>
            </p:spPr>
          </p:cxnSp>
          <p:cxnSp>
            <p:nvCxnSpPr>
              <p:cNvPr id="117" name="Google Shape;117;p14"/>
              <p:cNvCxnSpPr/>
              <p:nvPr/>
            </p:nvCxnSpPr>
            <p:spPr>
              <a:xfrm rot="10800000">
                <a:off x="295" y="939"/>
                <a:ext cx="3900" cy="0"/>
              </a:xfrm>
              <a:prstGeom prst="straightConnector1">
                <a:avLst/>
              </a:prstGeom>
              <a:noFill/>
              <a:ln cap="flat" cmpd="sng" w="9525">
                <a:solidFill>
                  <a:schemeClr val="hlink"/>
                </a:solidFill>
                <a:prstDash val="solid"/>
                <a:miter lim="800000"/>
                <a:headEnd len="med" w="med" type="none"/>
                <a:tailEnd len="med" w="med" type="none"/>
              </a:ln>
            </p:spPr>
          </p:cxnSp>
          <p:sp>
            <p:nvSpPr>
              <p:cNvPr id="118" name="Google Shape;118;p14"/>
              <p:cNvSpPr/>
              <p:nvPr/>
            </p:nvSpPr>
            <p:spPr>
              <a:xfrm flipH="1" rot="-5400000">
                <a:off x="425" y="860"/>
                <a:ext cx="108" cy="108"/>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grpSp>
          <p:nvGrpSpPr>
            <p:cNvPr id="119" name="Google Shape;119;p14"/>
            <p:cNvGrpSpPr/>
            <p:nvPr/>
          </p:nvGrpSpPr>
          <p:grpSpPr>
            <a:xfrm>
              <a:off x="1480" y="1952"/>
              <a:ext cx="3900" cy="1800"/>
              <a:chOff x="1480" y="1952"/>
              <a:chExt cx="3900" cy="1800"/>
            </a:xfrm>
          </p:grpSpPr>
          <p:cxnSp>
            <p:nvCxnSpPr>
              <p:cNvPr id="120" name="Google Shape;120;p14"/>
              <p:cNvCxnSpPr/>
              <p:nvPr/>
            </p:nvCxnSpPr>
            <p:spPr>
              <a:xfrm>
                <a:off x="1480" y="3442"/>
                <a:ext cx="3900" cy="0"/>
              </a:xfrm>
              <a:prstGeom prst="straightConnector1">
                <a:avLst/>
              </a:prstGeom>
              <a:noFill/>
              <a:ln cap="flat" cmpd="sng" w="9525">
                <a:solidFill>
                  <a:schemeClr val="hlink"/>
                </a:solidFill>
                <a:prstDash val="solid"/>
                <a:miter lim="800000"/>
                <a:headEnd len="med" w="med" type="none"/>
                <a:tailEnd len="med" w="med" type="none"/>
              </a:ln>
            </p:spPr>
          </p:cxnSp>
          <p:cxnSp>
            <p:nvCxnSpPr>
              <p:cNvPr id="121" name="Google Shape;121;p14"/>
              <p:cNvCxnSpPr/>
              <p:nvPr/>
            </p:nvCxnSpPr>
            <p:spPr>
              <a:xfrm>
                <a:off x="5172" y="1952"/>
                <a:ext cx="0" cy="1800"/>
              </a:xfrm>
              <a:prstGeom prst="straightConnector1">
                <a:avLst/>
              </a:prstGeom>
              <a:noFill/>
              <a:ln cap="flat" cmpd="sng" w="9525">
                <a:solidFill>
                  <a:schemeClr val="hlink"/>
                </a:solidFill>
                <a:prstDash val="solid"/>
                <a:miter lim="800000"/>
                <a:headEnd len="med" w="med" type="none"/>
                <a:tailEnd len="med" w="med" type="none"/>
              </a:ln>
            </p:spPr>
          </p:cxnSp>
          <p:sp>
            <p:nvSpPr>
              <p:cNvPr id="122" name="Google Shape;122;p14"/>
              <p:cNvSpPr/>
              <p:nvPr/>
            </p:nvSpPr>
            <p:spPr>
              <a:xfrm rot="5400000">
                <a:off x="5145" y="3347"/>
                <a:ext cx="108" cy="108"/>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grpSp>
      <p:sp>
        <p:nvSpPr>
          <p:cNvPr id="123" name="Google Shape;123;p14"/>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descr="Rectangle: Click to edit Master text styles &#10;Second level &#10;Third level &#10;Fourth level &#10;Fifth level" id="124" name="Google Shape;124;p14"/>
          <p:cNvSpPr txBox="1"/>
          <p:nvPr>
            <p:ph idx="1" type="body"/>
          </p:nvPr>
        </p:nvSpPr>
        <p:spPr>
          <a:xfrm>
            <a:off x="838200" y="1428750"/>
            <a:ext cx="7772400" cy="30861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dk1"/>
              </a:buClr>
              <a:buSzPts val="1920"/>
              <a:buFont typeface="Noto Sans Symbols"/>
              <a:buChar char="❑"/>
              <a:defRPr b="0" i="0" sz="3200" u="none" cap="none" strike="noStrike">
                <a:solidFill>
                  <a:schemeClr val="dk1"/>
                </a:solidFill>
                <a:latin typeface="Times New Roman"/>
                <a:ea typeface="Times New Roman"/>
                <a:cs typeface="Times New Roman"/>
                <a:sym typeface="Times New Roman"/>
              </a:defRPr>
            </a:lvl1pPr>
            <a:lvl2pPr indent="-335280" lvl="1" marL="914400" marR="0" rtl="0" algn="l">
              <a:spcBef>
                <a:spcPts val="560"/>
              </a:spcBef>
              <a:spcAft>
                <a:spcPts val="0"/>
              </a:spcAft>
              <a:buClr>
                <a:schemeClr val="dk1"/>
              </a:buClr>
              <a:buSzPts val="1680"/>
              <a:buFont typeface="Noto Sans Symbols"/>
              <a:buChar char="■"/>
              <a:defRPr b="0" i="0" sz="2800" u="none" cap="none" strike="noStrike">
                <a:solidFill>
                  <a:schemeClr val="dk1"/>
                </a:solidFill>
                <a:latin typeface="Times New Roman"/>
                <a:ea typeface="Times New Roman"/>
                <a:cs typeface="Times New Roman"/>
                <a:sym typeface="Times New Roman"/>
              </a:defRPr>
            </a:lvl2pPr>
            <a:lvl3pPr indent="-373380" lvl="2" marL="1371600" marR="0" rtl="0" algn="l">
              <a:spcBef>
                <a:spcPts val="480"/>
              </a:spcBef>
              <a:spcAft>
                <a:spcPts val="0"/>
              </a:spcAft>
              <a:buClr>
                <a:schemeClr val="hlink"/>
              </a:buClr>
              <a:buSzPts val="228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11150" lvl="3" marL="1828800" marR="0" rtl="0" algn="l">
              <a:spcBef>
                <a:spcPts val="400"/>
              </a:spcBef>
              <a:spcAft>
                <a:spcPts val="0"/>
              </a:spcAft>
              <a:buClr>
                <a:schemeClr val="dk1"/>
              </a:buClr>
              <a:buSzPts val="1300"/>
              <a:buFont typeface="Noto Sans Symbols"/>
              <a:buChar char="■"/>
              <a:defRPr b="0" i="0" sz="2000" u="none" cap="none" strike="noStrike">
                <a:solidFill>
                  <a:schemeClr val="dk1"/>
                </a:solidFill>
                <a:latin typeface="Times New Roman"/>
                <a:ea typeface="Times New Roman"/>
                <a:cs typeface="Times New Roman"/>
                <a:sym typeface="Times New Roman"/>
              </a:defRPr>
            </a:lvl4pPr>
            <a:lvl5pPr indent="-304800" lvl="4" marL="22860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04800" lvl="5" marL="27432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6pPr>
            <a:lvl7pPr indent="-304800" lvl="6" marL="32004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7pPr>
            <a:lvl8pPr indent="-304800" lvl="7" marL="36576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8pPr>
            <a:lvl9pPr indent="-304800" lvl="8" marL="41148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5" name="Google Shape;125;p14"/>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solidFill>
                <a:srgbClr val="000000"/>
              </a:solidFill>
              <a:latin typeface="Arial"/>
              <a:ea typeface="Arial"/>
              <a:cs typeface="Arial"/>
              <a:sym typeface="Arial"/>
            </a:endParaRPr>
          </a:p>
        </p:txBody>
      </p:sp>
      <p:sp>
        <p:nvSpPr>
          <p:cNvPr id="126" name="Google Shape;126;p14"/>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grpSp>
        <p:nvGrpSpPr>
          <p:cNvPr id="133" name="Google Shape;133;p16"/>
          <p:cNvGrpSpPr/>
          <p:nvPr/>
        </p:nvGrpSpPr>
        <p:grpSpPr>
          <a:xfrm>
            <a:off x="0" y="0"/>
            <a:ext cx="9067800" cy="5029200"/>
            <a:chOff x="0" y="0"/>
            <a:chExt cx="5712" cy="4224"/>
          </a:xfrm>
        </p:grpSpPr>
        <p:grpSp>
          <p:nvGrpSpPr>
            <p:cNvPr id="134" name="Google Shape;134;p16"/>
            <p:cNvGrpSpPr/>
            <p:nvPr/>
          </p:nvGrpSpPr>
          <p:grpSpPr>
            <a:xfrm>
              <a:off x="0" y="0"/>
              <a:ext cx="5700" cy="4224"/>
              <a:chOff x="0" y="0"/>
              <a:chExt cx="5700" cy="4224"/>
            </a:xfrm>
          </p:grpSpPr>
          <p:grpSp>
            <p:nvGrpSpPr>
              <p:cNvPr id="135" name="Google Shape;135;p16"/>
              <p:cNvGrpSpPr/>
              <p:nvPr/>
            </p:nvGrpSpPr>
            <p:grpSpPr>
              <a:xfrm>
                <a:off x="0" y="192"/>
                <a:ext cx="5700" cy="4032"/>
                <a:chOff x="0" y="192"/>
                <a:chExt cx="5700" cy="4032"/>
              </a:xfrm>
            </p:grpSpPr>
            <p:cxnSp>
              <p:nvCxnSpPr>
                <p:cNvPr id="136" name="Google Shape;136;p16"/>
                <p:cNvCxnSpPr/>
                <p:nvPr/>
              </p:nvCxnSpPr>
              <p:spPr>
                <a:xfrm>
                  <a:off x="0" y="19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37" name="Google Shape;137;p16"/>
                <p:cNvCxnSpPr/>
                <p:nvPr/>
              </p:nvCxnSpPr>
              <p:spPr>
                <a:xfrm>
                  <a:off x="0" y="38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38" name="Google Shape;138;p16"/>
                <p:cNvCxnSpPr/>
                <p:nvPr/>
              </p:nvCxnSpPr>
              <p:spPr>
                <a:xfrm>
                  <a:off x="0" y="57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39" name="Google Shape;139;p16"/>
                <p:cNvCxnSpPr/>
                <p:nvPr/>
              </p:nvCxnSpPr>
              <p:spPr>
                <a:xfrm>
                  <a:off x="0" y="76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0" name="Google Shape;140;p16"/>
                <p:cNvCxnSpPr/>
                <p:nvPr/>
              </p:nvCxnSpPr>
              <p:spPr>
                <a:xfrm>
                  <a:off x="0" y="96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1" name="Google Shape;141;p16"/>
                <p:cNvCxnSpPr/>
                <p:nvPr/>
              </p:nvCxnSpPr>
              <p:spPr>
                <a:xfrm>
                  <a:off x="0" y="115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2" name="Google Shape;142;p16"/>
                <p:cNvCxnSpPr/>
                <p:nvPr/>
              </p:nvCxnSpPr>
              <p:spPr>
                <a:xfrm>
                  <a:off x="0" y="134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3" name="Google Shape;143;p16"/>
                <p:cNvCxnSpPr/>
                <p:nvPr/>
              </p:nvCxnSpPr>
              <p:spPr>
                <a:xfrm>
                  <a:off x="0" y="153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4" name="Google Shape;144;p16"/>
                <p:cNvCxnSpPr/>
                <p:nvPr/>
              </p:nvCxnSpPr>
              <p:spPr>
                <a:xfrm>
                  <a:off x="0" y="172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5" name="Google Shape;145;p16"/>
                <p:cNvCxnSpPr/>
                <p:nvPr/>
              </p:nvCxnSpPr>
              <p:spPr>
                <a:xfrm>
                  <a:off x="0" y="192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6" name="Google Shape;146;p16"/>
                <p:cNvCxnSpPr/>
                <p:nvPr/>
              </p:nvCxnSpPr>
              <p:spPr>
                <a:xfrm>
                  <a:off x="0" y="211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7" name="Google Shape;147;p16"/>
                <p:cNvCxnSpPr/>
                <p:nvPr/>
              </p:nvCxnSpPr>
              <p:spPr>
                <a:xfrm>
                  <a:off x="0" y="230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8" name="Google Shape;148;p16"/>
                <p:cNvCxnSpPr/>
                <p:nvPr/>
              </p:nvCxnSpPr>
              <p:spPr>
                <a:xfrm>
                  <a:off x="0" y="249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49" name="Google Shape;149;p16"/>
                <p:cNvCxnSpPr/>
                <p:nvPr/>
              </p:nvCxnSpPr>
              <p:spPr>
                <a:xfrm>
                  <a:off x="0" y="268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0" name="Google Shape;150;p16"/>
                <p:cNvCxnSpPr/>
                <p:nvPr/>
              </p:nvCxnSpPr>
              <p:spPr>
                <a:xfrm>
                  <a:off x="0" y="288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1" name="Google Shape;151;p16"/>
                <p:cNvCxnSpPr/>
                <p:nvPr/>
              </p:nvCxnSpPr>
              <p:spPr>
                <a:xfrm>
                  <a:off x="0" y="307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2" name="Google Shape;152;p16"/>
                <p:cNvCxnSpPr/>
                <p:nvPr/>
              </p:nvCxnSpPr>
              <p:spPr>
                <a:xfrm>
                  <a:off x="0" y="3264"/>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3" name="Google Shape;153;p16"/>
                <p:cNvCxnSpPr/>
                <p:nvPr/>
              </p:nvCxnSpPr>
              <p:spPr>
                <a:xfrm>
                  <a:off x="0" y="3456"/>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4" name="Google Shape;154;p16"/>
                <p:cNvCxnSpPr/>
                <p:nvPr/>
              </p:nvCxnSpPr>
              <p:spPr>
                <a:xfrm>
                  <a:off x="0" y="3648"/>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5" name="Google Shape;155;p16"/>
                <p:cNvCxnSpPr/>
                <p:nvPr/>
              </p:nvCxnSpPr>
              <p:spPr>
                <a:xfrm>
                  <a:off x="0" y="3840"/>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6" name="Google Shape;156;p16"/>
                <p:cNvCxnSpPr/>
                <p:nvPr/>
              </p:nvCxnSpPr>
              <p:spPr>
                <a:xfrm>
                  <a:off x="0" y="4032"/>
                  <a:ext cx="570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57" name="Google Shape;157;p16"/>
                <p:cNvCxnSpPr/>
                <p:nvPr/>
              </p:nvCxnSpPr>
              <p:spPr>
                <a:xfrm>
                  <a:off x="0" y="4224"/>
                  <a:ext cx="570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58" name="Google Shape;158;p16"/>
              <p:cNvGrpSpPr/>
              <p:nvPr/>
            </p:nvGrpSpPr>
            <p:grpSpPr>
              <a:xfrm>
                <a:off x="192" y="0"/>
                <a:ext cx="5376" cy="4200"/>
                <a:chOff x="192" y="0"/>
                <a:chExt cx="5376" cy="4200"/>
              </a:xfrm>
            </p:grpSpPr>
            <p:cxnSp>
              <p:nvCxnSpPr>
                <p:cNvPr id="159" name="Google Shape;159;p16"/>
                <p:cNvCxnSpPr/>
                <p:nvPr/>
              </p:nvCxnSpPr>
              <p:spPr>
                <a:xfrm>
                  <a:off x="19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0" name="Google Shape;160;p16"/>
                <p:cNvCxnSpPr/>
                <p:nvPr/>
              </p:nvCxnSpPr>
              <p:spPr>
                <a:xfrm>
                  <a:off x="38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1" name="Google Shape;161;p16"/>
                <p:cNvCxnSpPr/>
                <p:nvPr/>
              </p:nvCxnSpPr>
              <p:spPr>
                <a:xfrm>
                  <a:off x="57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2" name="Google Shape;162;p16"/>
                <p:cNvCxnSpPr/>
                <p:nvPr/>
              </p:nvCxnSpPr>
              <p:spPr>
                <a:xfrm>
                  <a:off x="76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3" name="Google Shape;163;p16"/>
                <p:cNvCxnSpPr/>
                <p:nvPr/>
              </p:nvCxnSpPr>
              <p:spPr>
                <a:xfrm>
                  <a:off x="96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4" name="Google Shape;164;p16"/>
                <p:cNvCxnSpPr/>
                <p:nvPr/>
              </p:nvCxnSpPr>
              <p:spPr>
                <a:xfrm>
                  <a:off x="115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5" name="Google Shape;165;p16"/>
                <p:cNvCxnSpPr/>
                <p:nvPr/>
              </p:nvCxnSpPr>
              <p:spPr>
                <a:xfrm>
                  <a:off x="134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6" name="Google Shape;166;p16"/>
                <p:cNvCxnSpPr/>
                <p:nvPr/>
              </p:nvCxnSpPr>
              <p:spPr>
                <a:xfrm>
                  <a:off x="153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7" name="Google Shape;167;p16"/>
                <p:cNvCxnSpPr/>
                <p:nvPr/>
              </p:nvCxnSpPr>
              <p:spPr>
                <a:xfrm>
                  <a:off x="172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8" name="Google Shape;168;p16"/>
                <p:cNvCxnSpPr/>
                <p:nvPr/>
              </p:nvCxnSpPr>
              <p:spPr>
                <a:xfrm>
                  <a:off x="192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69" name="Google Shape;169;p16"/>
                <p:cNvCxnSpPr/>
                <p:nvPr/>
              </p:nvCxnSpPr>
              <p:spPr>
                <a:xfrm>
                  <a:off x="211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0" name="Google Shape;170;p16"/>
                <p:cNvCxnSpPr/>
                <p:nvPr/>
              </p:nvCxnSpPr>
              <p:spPr>
                <a:xfrm>
                  <a:off x="230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1" name="Google Shape;171;p16"/>
                <p:cNvCxnSpPr/>
                <p:nvPr/>
              </p:nvCxnSpPr>
              <p:spPr>
                <a:xfrm>
                  <a:off x="249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2" name="Google Shape;172;p16"/>
                <p:cNvCxnSpPr/>
                <p:nvPr/>
              </p:nvCxnSpPr>
              <p:spPr>
                <a:xfrm>
                  <a:off x="268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3" name="Google Shape;173;p16"/>
                <p:cNvCxnSpPr/>
                <p:nvPr/>
              </p:nvCxnSpPr>
              <p:spPr>
                <a:xfrm>
                  <a:off x="288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4" name="Google Shape;174;p16"/>
                <p:cNvCxnSpPr/>
                <p:nvPr/>
              </p:nvCxnSpPr>
              <p:spPr>
                <a:xfrm>
                  <a:off x="307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5" name="Google Shape;175;p16"/>
                <p:cNvCxnSpPr/>
                <p:nvPr/>
              </p:nvCxnSpPr>
              <p:spPr>
                <a:xfrm>
                  <a:off x="326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6" name="Google Shape;176;p16"/>
                <p:cNvCxnSpPr/>
                <p:nvPr/>
              </p:nvCxnSpPr>
              <p:spPr>
                <a:xfrm>
                  <a:off x="345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7" name="Google Shape;177;p16"/>
                <p:cNvCxnSpPr/>
                <p:nvPr/>
              </p:nvCxnSpPr>
              <p:spPr>
                <a:xfrm>
                  <a:off x="364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8" name="Google Shape;178;p16"/>
                <p:cNvCxnSpPr/>
                <p:nvPr/>
              </p:nvCxnSpPr>
              <p:spPr>
                <a:xfrm>
                  <a:off x="384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79" name="Google Shape;179;p16"/>
                <p:cNvCxnSpPr/>
                <p:nvPr/>
              </p:nvCxnSpPr>
              <p:spPr>
                <a:xfrm>
                  <a:off x="403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0" name="Google Shape;180;p16"/>
                <p:cNvCxnSpPr/>
                <p:nvPr/>
              </p:nvCxnSpPr>
              <p:spPr>
                <a:xfrm>
                  <a:off x="422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1" name="Google Shape;181;p16"/>
                <p:cNvCxnSpPr/>
                <p:nvPr/>
              </p:nvCxnSpPr>
              <p:spPr>
                <a:xfrm>
                  <a:off x="441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2" name="Google Shape;182;p16"/>
                <p:cNvCxnSpPr/>
                <p:nvPr/>
              </p:nvCxnSpPr>
              <p:spPr>
                <a:xfrm>
                  <a:off x="4608"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3" name="Google Shape;183;p16"/>
                <p:cNvCxnSpPr/>
                <p:nvPr/>
              </p:nvCxnSpPr>
              <p:spPr>
                <a:xfrm>
                  <a:off x="4800"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4" name="Google Shape;184;p16"/>
                <p:cNvCxnSpPr/>
                <p:nvPr/>
              </p:nvCxnSpPr>
              <p:spPr>
                <a:xfrm>
                  <a:off x="4992"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5" name="Google Shape;185;p16"/>
                <p:cNvCxnSpPr/>
                <p:nvPr/>
              </p:nvCxnSpPr>
              <p:spPr>
                <a:xfrm>
                  <a:off x="5184"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6" name="Google Shape;186;p16"/>
                <p:cNvCxnSpPr/>
                <p:nvPr/>
              </p:nvCxnSpPr>
              <p:spPr>
                <a:xfrm>
                  <a:off x="5376" y="0"/>
                  <a:ext cx="0" cy="4200"/>
                </a:xfrm>
                <a:prstGeom prst="straightConnector1">
                  <a:avLst/>
                </a:prstGeom>
                <a:noFill/>
                <a:ln cap="flat" cmpd="sng" w="9525">
                  <a:solidFill>
                    <a:schemeClr val="folHlink"/>
                  </a:solidFill>
                  <a:prstDash val="solid"/>
                  <a:miter lim="800000"/>
                  <a:headEnd len="med" w="med" type="none"/>
                  <a:tailEnd len="med" w="med" type="none"/>
                </a:ln>
              </p:spPr>
            </p:cxnSp>
            <p:cxnSp>
              <p:nvCxnSpPr>
                <p:cNvPr id="187" name="Google Shape;187;p16"/>
                <p:cNvCxnSpPr/>
                <p:nvPr/>
              </p:nvCxnSpPr>
              <p:spPr>
                <a:xfrm>
                  <a:off x="5568" y="0"/>
                  <a:ext cx="0" cy="420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88" name="Google Shape;188;p16"/>
            <p:cNvSpPr txBox="1"/>
            <p:nvPr/>
          </p:nvSpPr>
          <p:spPr>
            <a:xfrm>
              <a:off x="2112" y="0"/>
              <a:ext cx="3600" cy="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cxnSp>
          <p:nvCxnSpPr>
            <p:cNvPr id="189" name="Google Shape;189;p16"/>
            <p:cNvCxnSpPr/>
            <p:nvPr/>
          </p:nvCxnSpPr>
          <p:spPr>
            <a:xfrm>
              <a:off x="5568" y="0"/>
              <a:ext cx="0" cy="1500"/>
            </a:xfrm>
            <a:prstGeom prst="straightConnector1">
              <a:avLst/>
            </a:prstGeom>
            <a:noFill/>
            <a:ln cap="flat" cmpd="sng" w="9525">
              <a:solidFill>
                <a:schemeClr val="hlink"/>
              </a:solidFill>
              <a:prstDash val="solid"/>
              <a:miter lim="800000"/>
              <a:headEnd len="med" w="med" type="none"/>
              <a:tailEnd len="med" w="med" type="none"/>
            </a:ln>
          </p:spPr>
        </p:cxnSp>
        <p:grpSp>
          <p:nvGrpSpPr>
            <p:cNvPr id="190" name="Google Shape;190;p16"/>
            <p:cNvGrpSpPr/>
            <p:nvPr/>
          </p:nvGrpSpPr>
          <p:grpSpPr>
            <a:xfrm>
              <a:off x="316" y="892"/>
              <a:ext cx="1069" cy="1529"/>
              <a:chOff x="204" y="916"/>
              <a:chExt cx="2100" cy="3004"/>
            </a:xfrm>
          </p:grpSpPr>
          <p:cxnSp>
            <p:nvCxnSpPr>
              <p:cNvPr id="191" name="Google Shape;191;p16"/>
              <p:cNvCxnSpPr/>
              <p:nvPr/>
            </p:nvCxnSpPr>
            <p:spPr>
              <a:xfrm rot="10800000">
                <a:off x="204" y="1038"/>
                <a:ext cx="2100" cy="0"/>
              </a:xfrm>
              <a:prstGeom prst="straightConnector1">
                <a:avLst/>
              </a:prstGeom>
              <a:noFill/>
              <a:ln cap="flat" cmpd="sng" w="9525">
                <a:solidFill>
                  <a:schemeClr val="hlink"/>
                </a:solidFill>
                <a:prstDash val="solid"/>
                <a:miter lim="800000"/>
                <a:headEnd len="med" w="med" type="none"/>
                <a:tailEnd len="med" w="med" type="none"/>
              </a:ln>
            </p:spPr>
          </p:cxnSp>
          <p:cxnSp>
            <p:nvCxnSpPr>
              <p:cNvPr id="192" name="Google Shape;192;p16"/>
              <p:cNvCxnSpPr/>
              <p:nvPr/>
            </p:nvCxnSpPr>
            <p:spPr>
              <a:xfrm>
                <a:off x="336" y="920"/>
                <a:ext cx="0" cy="3000"/>
              </a:xfrm>
              <a:prstGeom prst="straightConnector1">
                <a:avLst/>
              </a:prstGeom>
              <a:noFill/>
              <a:ln cap="flat" cmpd="sng" w="9525">
                <a:solidFill>
                  <a:schemeClr val="hlink"/>
                </a:solidFill>
                <a:prstDash val="solid"/>
                <a:miter lim="800000"/>
                <a:headEnd len="med" w="med" type="none"/>
                <a:tailEnd len="med" w="med" type="none"/>
              </a:ln>
            </p:spPr>
          </p:cxnSp>
          <p:sp>
            <p:nvSpPr>
              <p:cNvPr id="193" name="Google Shape;193;p16"/>
              <p:cNvSpPr/>
              <p:nvPr/>
            </p:nvSpPr>
            <p:spPr>
              <a:xfrm flipH="1">
                <a:off x="240" y="916"/>
                <a:ext cx="216" cy="216"/>
              </a:xfrm>
              <a:custGeom>
                <a:rect b="b" l="l" r="r" t="t"/>
                <a:pathLst>
                  <a:path extrusionOk="0" fill="none"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grpSp>
      <p:sp>
        <p:nvSpPr>
          <p:cNvPr id="194" name="Google Shape;194;p16"/>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l">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descr="Rectangle: Click to edit Master text styles &#10;Second level &#10;Third level &#10;Fourth level &#10;Fifth level" id="195" name="Google Shape;195;p16"/>
          <p:cNvSpPr txBox="1"/>
          <p:nvPr>
            <p:ph idx="1" type="body"/>
          </p:nvPr>
        </p:nvSpPr>
        <p:spPr>
          <a:xfrm>
            <a:off x="838200" y="1428750"/>
            <a:ext cx="7772400" cy="30861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dk1"/>
              </a:buClr>
              <a:buSzPts val="1920"/>
              <a:buFont typeface="Noto Sans Symbols"/>
              <a:buChar char="❑"/>
              <a:defRPr b="0" i="0" sz="3200" u="none" cap="none" strike="noStrike">
                <a:solidFill>
                  <a:schemeClr val="dk1"/>
                </a:solidFill>
                <a:latin typeface="Times New Roman"/>
                <a:ea typeface="Times New Roman"/>
                <a:cs typeface="Times New Roman"/>
                <a:sym typeface="Times New Roman"/>
              </a:defRPr>
            </a:lvl1pPr>
            <a:lvl2pPr indent="-335280" lvl="1" marL="914400" marR="0" rtl="0" algn="l">
              <a:spcBef>
                <a:spcPts val="560"/>
              </a:spcBef>
              <a:spcAft>
                <a:spcPts val="0"/>
              </a:spcAft>
              <a:buClr>
                <a:schemeClr val="dk1"/>
              </a:buClr>
              <a:buSzPts val="1680"/>
              <a:buFont typeface="Noto Sans Symbols"/>
              <a:buChar char="■"/>
              <a:defRPr b="0" i="0" sz="2800" u="none" cap="none" strike="noStrike">
                <a:solidFill>
                  <a:schemeClr val="dk1"/>
                </a:solidFill>
                <a:latin typeface="Times New Roman"/>
                <a:ea typeface="Times New Roman"/>
                <a:cs typeface="Times New Roman"/>
                <a:sym typeface="Times New Roman"/>
              </a:defRPr>
            </a:lvl2pPr>
            <a:lvl3pPr indent="-373380" lvl="2" marL="1371600" marR="0" rtl="0" algn="l">
              <a:spcBef>
                <a:spcPts val="480"/>
              </a:spcBef>
              <a:spcAft>
                <a:spcPts val="0"/>
              </a:spcAft>
              <a:buClr>
                <a:schemeClr val="hlink"/>
              </a:buClr>
              <a:buSzPts val="228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11150" lvl="3" marL="1828800" marR="0" rtl="0" algn="l">
              <a:spcBef>
                <a:spcPts val="400"/>
              </a:spcBef>
              <a:spcAft>
                <a:spcPts val="0"/>
              </a:spcAft>
              <a:buClr>
                <a:schemeClr val="dk1"/>
              </a:buClr>
              <a:buSzPts val="1300"/>
              <a:buFont typeface="Noto Sans Symbols"/>
              <a:buChar char="■"/>
              <a:defRPr b="0" i="0" sz="2000" u="none" cap="none" strike="noStrike">
                <a:solidFill>
                  <a:schemeClr val="dk1"/>
                </a:solidFill>
                <a:latin typeface="Times New Roman"/>
                <a:ea typeface="Times New Roman"/>
                <a:cs typeface="Times New Roman"/>
                <a:sym typeface="Times New Roman"/>
              </a:defRPr>
            </a:lvl4pPr>
            <a:lvl5pPr indent="-304800" lvl="4" marL="22860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04800" lvl="5" marL="27432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6pPr>
            <a:lvl7pPr indent="-304800" lvl="6" marL="32004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7pPr>
            <a:lvl8pPr indent="-304800" lvl="7" marL="36576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8pPr>
            <a:lvl9pPr indent="-304800" lvl="8" marL="4114800" marR="0" rtl="0" algn="l">
              <a:spcBef>
                <a:spcPts val="400"/>
              </a:spcBef>
              <a:spcAft>
                <a:spcPts val="0"/>
              </a:spcAft>
              <a:buClr>
                <a:schemeClr val="hlink"/>
              </a:buClr>
              <a:buSzPts val="1200"/>
              <a:buFont typeface="Noto Sans Symbols"/>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96" name="Google Shape;196;p16"/>
          <p:cNvSpPr txBox="1"/>
          <p:nvPr>
            <p:ph idx="10" type="dt"/>
          </p:nvPr>
        </p:nvSpPr>
        <p:spPr>
          <a:xfrm>
            <a:off x="76200" y="4686300"/>
            <a:ext cx="3505200" cy="3429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197" name="Google Shape;197;p16"/>
          <p:cNvSpPr txBox="1"/>
          <p:nvPr>
            <p:ph idx="11" type="ftr"/>
          </p:nvPr>
        </p:nvSpPr>
        <p:spPr>
          <a:xfrm>
            <a:off x="3581400" y="4686300"/>
            <a:ext cx="2895600" cy="3429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198" name="Google Shape;198;p16"/>
          <p:cNvSpPr txBox="1"/>
          <p:nvPr>
            <p:ph idx="12" type="sldNum"/>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GB"/>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https://www.fusioncharts.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hyperlink" Target="https://www.fusioncharts.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hyperlink" Target="https://www.fusioncharts.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hyperlink" Target="https://www.fusioncharts.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hyperlink" Target="https://www.fusioncharts.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hyperlink" Target="https://www.fusioncharts.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hyperlink" Target="https://www.fusioncharts.com/" TargetMode="External"/><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hyperlink" Target="https://www.fusioncharts.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2"/>
          <p:cNvSpPr txBox="1"/>
          <p:nvPr>
            <p:ph type="ctrTitle"/>
          </p:nvPr>
        </p:nvSpPr>
        <p:spPr>
          <a:xfrm>
            <a:off x="1193275" y="143105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GB" sz="3600" u="none">
                <a:solidFill>
                  <a:schemeClr val="dk2"/>
                </a:solidFill>
                <a:latin typeface="Times New Roman"/>
                <a:ea typeface="Times New Roman"/>
                <a:cs typeface="Times New Roman"/>
                <a:sym typeface="Times New Roman"/>
              </a:rPr>
              <a:t>Chapter 2: </a:t>
            </a:r>
            <a:br>
              <a:rPr b="0" i="0" lang="en-GB" sz="3600" u="none">
                <a:solidFill>
                  <a:schemeClr val="dk2"/>
                </a:solidFill>
                <a:latin typeface="Times New Roman"/>
                <a:ea typeface="Times New Roman"/>
                <a:cs typeface="Times New Roman"/>
                <a:sym typeface="Times New Roman"/>
              </a:rPr>
            </a:br>
            <a:r>
              <a:rPr lang="en-GB" sz="3600"/>
              <a:t>Data Visualization</a:t>
            </a:r>
            <a:endParaRPr sz="3600"/>
          </a:p>
        </p:txBody>
      </p:sp>
      <p:pic>
        <p:nvPicPr>
          <p:cNvPr id="236" name="Google Shape;236;p22"/>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3"/>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b="0" i="0" lang="en-GB" sz="3600" u="none">
                <a:solidFill>
                  <a:schemeClr val="dk2"/>
                </a:solidFill>
                <a:latin typeface="Times New Roman"/>
                <a:ea typeface="Times New Roman"/>
                <a:cs typeface="Times New Roman"/>
                <a:sym typeface="Times New Roman"/>
              </a:rPr>
              <a:t>Objective</a:t>
            </a:r>
            <a:endParaRPr sz="3600"/>
          </a:p>
        </p:txBody>
      </p:sp>
      <p:sp>
        <p:nvSpPr>
          <p:cNvPr descr="Rectangle: Click to edit Master text styles &#10;Second level &#10;Third level &#10;Fourth level &#10;Fifth level" id="242" name="Google Shape;242;p23"/>
          <p:cNvSpPr txBox="1"/>
          <p:nvPr>
            <p:ph idx="1" type="body"/>
          </p:nvPr>
        </p:nvSpPr>
        <p:spPr>
          <a:xfrm>
            <a:off x="762000" y="1288256"/>
            <a:ext cx="7953300" cy="3086100"/>
          </a:xfrm>
          <a:prstGeom prst="rect">
            <a:avLst/>
          </a:prstGeom>
          <a:noFill/>
          <a:ln>
            <a:noFill/>
          </a:ln>
        </p:spPr>
        <p:txBody>
          <a:bodyPr anchorCtr="0" anchor="t" bIns="45700" lIns="91425" spcFirstLastPara="1" rIns="91425" wrap="square" tIns="45700">
            <a:noAutofit/>
          </a:bodyPr>
          <a:lstStyle/>
          <a:p>
            <a:pPr indent="-373380" lvl="0" marL="342900" marR="0" rtl="0" algn="just">
              <a:lnSpc>
                <a:spcPct val="100000"/>
              </a:lnSpc>
              <a:spcBef>
                <a:spcPts val="440"/>
              </a:spcBef>
              <a:spcAft>
                <a:spcPts val="0"/>
              </a:spcAft>
              <a:buClr>
                <a:srgbClr val="999999"/>
              </a:buClr>
              <a:buSzPts val="1800"/>
              <a:buChar char="●"/>
            </a:pPr>
            <a:r>
              <a:rPr lang="en-GB" sz="1800">
                <a:solidFill>
                  <a:srgbClr val="999999"/>
                </a:solidFill>
              </a:rPr>
              <a:t>Understand the concept and importance of data visualization in the context of data mining.</a:t>
            </a:r>
            <a:endParaRPr sz="1800">
              <a:solidFill>
                <a:srgbClr val="999999"/>
              </a:solidFill>
            </a:endParaRPr>
          </a:p>
          <a:p>
            <a:pPr indent="-373380" lvl="0" marL="342900" marR="0" rtl="0" algn="just">
              <a:lnSpc>
                <a:spcPct val="100000"/>
              </a:lnSpc>
              <a:spcBef>
                <a:spcPts val="440"/>
              </a:spcBef>
              <a:spcAft>
                <a:spcPts val="0"/>
              </a:spcAft>
              <a:buClr>
                <a:srgbClr val="999999"/>
              </a:buClr>
              <a:buSzPts val="1800"/>
              <a:buChar char="●"/>
            </a:pPr>
            <a:r>
              <a:rPr lang="en-GB" sz="1800">
                <a:solidFill>
                  <a:srgbClr val="999999"/>
                </a:solidFill>
              </a:rPr>
              <a:t>Explore the goals and benefits of using data visualization techniques.</a:t>
            </a:r>
            <a:endParaRPr sz="1800">
              <a:solidFill>
                <a:srgbClr val="999999"/>
              </a:solidFill>
            </a:endParaRPr>
          </a:p>
          <a:p>
            <a:pPr indent="-373380" lvl="0" marL="342900" marR="0" rtl="0" algn="just">
              <a:lnSpc>
                <a:spcPct val="100000"/>
              </a:lnSpc>
              <a:spcBef>
                <a:spcPts val="440"/>
              </a:spcBef>
              <a:spcAft>
                <a:spcPts val="0"/>
              </a:spcAft>
              <a:buClr>
                <a:srgbClr val="999999"/>
              </a:buClr>
              <a:buSzPts val="1800"/>
              <a:buChar char="●"/>
            </a:pPr>
            <a:r>
              <a:rPr lang="en-GB" sz="1800">
                <a:solidFill>
                  <a:srgbClr val="999999"/>
                </a:solidFill>
              </a:rPr>
              <a:t>Learn various techniques for numerical data, including line charts, bar charts, scatter plots, etc.</a:t>
            </a:r>
            <a:endParaRPr sz="1800">
              <a:solidFill>
                <a:srgbClr val="999999"/>
              </a:solidFill>
            </a:endParaRPr>
          </a:p>
          <a:p>
            <a:pPr indent="-373380" lvl="0" marL="342900" marR="0" rtl="0" algn="just">
              <a:lnSpc>
                <a:spcPct val="100000"/>
              </a:lnSpc>
              <a:spcBef>
                <a:spcPts val="440"/>
              </a:spcBef>
              <a:spcAft>
                <a:spcPts val="0"/>
              </a:spcAft>
              <a:buSzPts val="1800"/>
              <a:buChar char="●"/>
            </a:pPr>
            <a:r>
              <a:rPr lang="en-GB" sz="1800">
                <a:solidFill>
                  <a:srgbClr val="1F1F1F"/>
                </a:solidFill>
              </a:rPr>
              <a:t>Understand the techniques specific to non-numerical data, such as pie charts, word clouds, network graphs, etc.</a:t>
            </a:r>
            <a:endParaRPr sz="1800">
              <a:solidFill>
                <a:srgbClr val="1F1F1F"/>
              </a:solidFill>
            </a:endParaRPr>
          </a:p>
          <a:p>
            <a:pPr indent="-373380" lvl="0" marL="342900" marR="0" rtl="0" algn="just">
              <a:lnSpc>
                <a:spcPct val="100000"/>
              </a:lnSpc>
              <a:spcBef>
                <a:spcPts val="440"/>
              </a:spcBef>
              <a:spcAft>
                <a:spcPts val="0"/>
              </a:spcAft>
              <a:buClr>
                <a:srgbClr val="999999"/>
              </a:buClr>
              <a:buSzPts val="1800"/>
              <a:buChar char="●"/>
            </a:pPr>
            <a:r>
              <a:rPr lang="en-GB" sz="1800">
                <a:solidFill>
                  <a:srgbClr val="999999"/>
                </a:solidFill>
              </a:rPr>
              <a:t>Gain insights into the visualization of dashboards, including the components, design principles, and interactive features.</a:t>
            </a:r>
            <a:endParaRPr b="0" i="0" sz="1800" u="none">
              <a:solidFill>
                <a:srgbClr val="999999"/>
              </a:solidFill>
              <a:latin typeface="Times New Roman"/>
              <a:ea typeface="Times New Roman"/>
              <a:cs typeface="Times New Roman"/>
              <a:sym typeface="Times New Roman"/>
            </a:endParaRPr>
          </a:p>
        </p:txBody>
      </p:sp>
      <p:pic>
        <p:nvPicPr>
          <p:cNvPr id="243" name="Google Shape;243;p23"/>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44" name="Google Shape;244;p23"/>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4"/>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Visualization of Non-Numerical Data</a:t>
            </a:r>
            <a:endParaRPr sz="3600"/>
          </a:p>
        </p:txBody>
      </p:sp>
      <p:sp>
        <p:nvSpPr>
          <p:cNvPr descr="Rectangle: Click to edit Master text styles &#10;Second level &#10;Third level &#10;Fourth level &#10;Fifth level" id="250" name="Google Shape;250;p24"/>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73380" lvl="0" marL="342900" marR="0" rtl="0" algn="just">
              <a:lnSpc>
                <a:spcPct val="100000"/>
              </a:lnSpc>
              <a:spcBef>
                <a:spcPts val="440"/>
              </a:spcBef>
              <a:spcAft>
                <a:spcPts val="0"/>
              </a:spcAft>
              <a:buSzPts val="1800"/>
              <a:buChar char="●"/>
            </a:pPr>
            <a:r>
              <a:rPr lang="en-GB" sz="1800">
                <a:solidFill>
                  <a:srgbClr val="1F1F1F"/>
                </a:solidFill>
              </a:rPr>
              <a:t>Non-numerical data, also known as categorical data, consists of qualitative or descriptive information that cannot be measured on a numerical scale. Visualizing non-numerical data helps us understand the distribution, proportions, and relationships between different categories or groups.</a:t>
            </a:r>
            <a:endParaRPr sz="1800">
              <a:solidFill>
                <a:srgbClr val="1F1F1F"/>
              </a:solidFill>
            </a:endParaRPr>
          </a:p>
        </p:txBody>
      </p:sp>
      <p:pic>
        <p:nvPicPr>
          <p:cNvPr id="251" name="Google Shape;251;p24"/>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52" name="Google Shape;252;p24"/>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253" name="Google Shape;253;p24"/>
          <p:cNvSpPr txBox="1"/>
          <p:nvPr/>
        </p:nvSpPr>
        <p:spPr>
          <a:xfrm>
            <a:off x="762000" y="1184875"/>
            <a:ext cx="41976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Non - Numerical Data</a:t>
            </a:r>
            <a:endParaRPr b="1" i="1">
              <a:solidFill>
                <a:srgbClr val="0B5394"/>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5"/>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4400"/>
              <a:buFont typeface="Times New Roman"/>
              <a:buNone/>
            </a:pPr>
            <a:r>
              <a:rPr lang="en-GB" sz="3600"/>
              <a:t>Visualization of Non-Numerical Data</a:t>
            </a:r>
            <a:endParaRPr sz="3600"/>
          </a:p>
        </p:txBody>
      </p:sp>
      <p:sp>
        <p:nvSpPr>
          <p:cNvPr descr="Rectangle: Click to edit Master text styles &#10;Second level &#10;Third level &#10;Fourth level &#10;Fifth level" id="259" name="Google Shape;259;p25"/>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73380" lvl="0" marL="342900" marR="0" rtl="0" algn="just">
              <a:lnSpc>
                <a:spcPct val="100000"/>
              </a:lnSpc>
              <a:spcBef>
                <a:spcPts val="440"/>
              </a:spcBef>
              <a:spcAft>
                <a:spcPts val="0"/>
              </a:spcAft>
              <a:buSzPts val="1800"/>
              <a:buChar char="●"/>
            </a:pPr>
            <a:r>
              <a:rPr lang="en-GB" sz="1800">
                <a:solidFill>
                  <a:srgbClr val="1F1F1F"/>
                </a:solidFill>
              </a:rPr>
              <a:t>Pie charts display the proportion of each category as slices of a circular pie. The size of each slice represents the relative frequency or proportion of the category.</a:t>
            </a:r>
            <a:endParaRPr sz="1800">
              <a:solidFill>
                <a:srgbClr val="1F1F1F"/>
              </a:solidFill>
            </a:endParaRPr>
          </a:p>
          <a:p>
            <a:pPr indent="-373380" lvl="0" marL="342900" marR="0" rtl="0" algn="just">
              <a:lnSpc>
                <a:spcPct val="100000"/>
              </a:lnSpc>
              <a:spcBef>
                <a:spcPts val="440"/>
              </a:spcBef>
              <a:spcAft>
                <a:spcPts val="0"/>
              </a:spcAft>
              <a:buSzPts val="1800"/>
              <a:buChar char="●"/>
            </a:pPr>
            <a:r>
              <a:rPr lang="en-GB" sz="1800">
                <a:solidFill>
                  <a:srgbClr val="1F1F1F"/>
                </a:solidFill>
              </a:rPr>
              <a:t>Donut charts are similar to pie charts but with a hole in the center, allowing additional information or labels to be placed there.</a:t>
            </a:r>
            <a:endParaRPr sz="1800">
              <a:solidFill>
                <a:srgbClr val="1F1F1F"/>
              </a:solidFill>
            </a:endParaRPr>
          </a:p>
        </p:txBody>
      </p:sp>
      <p:pic>
        <p:nvPicPr>
          <p:cNvPr id="260" name="Google Shape;260;p25"/>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61" name="Google Shape;261;p25"/>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262" name="Google Shape;262;p25"/>
          <p:cNvSpPr txBox="1"/>
          <p:nvPr/>
        </p:nvSpPr>
        <p:spPr>
          <a:xfrm>
            <a:off x="762000" y="1184875"/>
            <a:ext cx="7953300" cy="795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Pie Charts and Donut Charts</a:t>
            </a:r>
            <a:endParaRPr sz="1200">
              <a:solidFill>
                <a:srgbClr val="374151"/>
              </a:solidFill>
              <a:highlight>
                <a:srgbClr val="F7F7F8"/>
              </a:highlight>
              <a:latin typeface="Roboto"/>
              <a:ea typeface="Roboto"/>
              <a:cs typeface="Roboto"/>
              <a:sym typeface="Roboto"/>
            </a:endParaRPr>
          </a:p>
          <a:p>
            <a:pPr indent="0" lvl="0" marL="0" marR="0" rtl="0" algn="just">
              <a:lnSpc>
                <a:spcPct val="100000"/>
              </a:lnSpc>
              <a:spcBef>
                <a:spcPts val="440"/>
              </a:spcBef>
              <a:spcAft>
                <a:spcPts val="0"/>
              </a:spcAft>
              <a:buNone/>
            </a:pPr>
            <a:r>
              <a:t/>
            </a:r>
            <a:endParaRPr b="1" i="1" sz="1800">
              <a:solidFill>
                <a:srgbClr val="0B5394"/>
              </a:solidFill>
              <a:latin typeface="Times New Roman"/>
              <a:ea typeface="Times New Roman"/>
              <a:cs typeface="Times New Roman"/>
              <a:sym typeface="Times New Roman"/>
            </a:endParaRPr>
          </a:p>
        </p:txBody>
      </p:sp>
      <p:pic>
        <p:nvPicPr>
          <p:cNvPr id="263" name="Google Shape;263;p25"/>
          <p:cNvPicPr preferRelativeResize="0"/>
          <p:nvPr/>
        </p:nvPicPr>
        <p:blipFill>
          <a:blip r:embed="rId4">
            <a:alphaModFix/>
          </a:blip>
          <a:stretch>
            <a:fillRect/>
          </a:stretch>
        </p:blipFill>
        <p:spPr>
          <a:xfrm>
            <a:off x="2938850" y="2917775"/>
            <a:ext cx="4295573" cy="2013550"/>
          </a:xfrm>
          <a:prstGeom prst="rect">
            <a:avLst/>
          </a:prstGeom>
          <a:noFill/>
          <a:ln>
            <a:noFill/>
          </a:ln>
        </p:spPr>
      </p:pic>
      <p:sp>
        <p:nvSpPr>
          <p:cNvPr id="264" name="Google Shape;264;p25"/>
          <p:cNvSpPr txBox="1"/>
          <p:nvPr/>
        </p:nvSpPr>
        <p:spPr>
          <a:xfrm>
            <a:off x="674125" y="4615275"/>
            <a:ext cx="850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Times New Roman"/>
                <a:ea typeface="Times New Roman"/>
                <a:cs typeface="Times New Roman"/>
                <a:sym typeface="Times New Roman"/>
              </a:rPr>
              <a:t>[Credit: </a:t>
            </a:r>
            <a:r>
              <a:rPr lang="en-GB" u="sng">
                <a:solidFill>
                  <a:srgbClr val="6F89F7"/>
                </a:solidFill>
                <a:latin typeface="Times New Roman"/>
                <a:ea typeface="Times New Roman"/>
                <a:cs typeface="Times New Roman"/>
                <a:sym typeface="Times New Roman"/>
                <a:hlinkClick r:id="rId5">
                  <a:extLst>
                    <a:ext uri="{A12FA001-AC4F-418D-AE19-62706E023703}">
                      <ahyp:hlinkClr val="tx"/>
                    </a:ext>
                  </a:extLst>
                </a:hlinkClick>
              </a:rPr>
              <a:t>https://www.fusioncharts.com/</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6"/>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4400"/>
              <a:buFont typeface="Times New Roman"/>
              <a:buNone/>
            </a:pPr>
            <a:r>
              <a:rPr lang="en-GB" sz="3600"/>
              <a:t>Visualization of Non-Numerical Data</a:t>
            </a:r>
            <a:endParaRPr sz="3600"/>
          </a:p>
        </p:txBody>
      </p:sp>
      <p:sp>
        <p:nvSpPr>
          <p:cNvPr descr="Rectangle: Click to edit Master text styles &#10;Second level &#10;Third level &#10;Fourth level &#10;Fifth level" id="270" name="Google Shape;270;p26"/>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73380" lvl="0" marL="342900" marR="0" rtl="0" algn="just">
              <a:lnSpc>
                <a:spcPct val="100000"/>
              </a:lnSpc>
              <a:spcBef>
                <a:spcPts val="440"/>
              </a:spcBef>
              <a:spcAft>
                <a:spcPts val="0"/>
              </a:spcAft>
              <a:buSzPts val="1800"/>
              <a:buChar char="●"/>
            </a:pPr>
            <a:r>
              <a:rPr lang="en-GB" sz="1800">
                <a:solidFill>
                  <a:srgbClr val="1F1F1F"/>
                </a:solidFill>
              </a:rPr>
              <a:t>Stacked bar charts show the composition of a category by stacking rectangular bars on top of each other. Each bar segment represents a different subcategory, and the length of the segment represents its proportion.</a:t>
            </a:r>
            <a:endParaRPr sz="1800">
              <a:solidFill>
                <a:srgbClr val="1F1F1F"/>
              </a:solidFill>
            </a:endParaRPr>
          </a:p>
        </p:txBody>
      </p:sp>
      <p:pic>
        <p:nvPicPr>
          <p:cNvPr id="271" name="Google Shape;271;p26"/>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72" name="Google Shape;272;p26"/>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273" name="Google Shape;273;p26"/>
          <p:cNvSpPr txBox="1"/>
          <p:nvPr/>
        </p:nvSpPr>
        <p:spPr>
          <a:xfrm>
            <a:off x="762000" y="1184875"/>
            <a:ext cx="7953300" cy="795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Stacked Bar Charts</a:t>
            </a:r>
            <a:endParaRPr sz="1200">
              <a:solidFill>
                <a:srgbClr val="374151"/>
              </a:solidFill>
              <a:highlight>
                <a:srgbClr val="F7F7F8"/>
              </a:highlight>
              <a:latin typeface="Roboto"/>
              <a:ea typeface="Roboto"/>
              <a:cs typeface="Roboto"/>
              <a:sym typeface="Roboto"/>
            </a:endParaRPr>
          </a:p>
          <a:p>
            <a:pPr indent="0" lvl="0" marL="0" marR="0" rtl="0" algn="just">
              <a:lnSpc>
                <a:spcPct val="100000"/>
              </a:lnSpc>
              <a:spcBef>
                <a:spcPts val="440"/>
              </a:spcBef>
              <a:spcAft>
                <a:spcPts val="0"/>
              </a:spcAft>
              <a:buNone/>
            </a:pPr>
            <a:r>
              <a:t/>
            </a:r>
            <a:endParaRPr b="1" i="1" sz="1800">
              <a:solidFill>
                <a:srgbClr val="0B5394"/>
              </a:solidFill>
              <a:latin typeface="Times New Roman"/>
              <a:ea typeface="Times New Roman"/>
              <a:cs typeface="Times New Roman"/>
              <a:sym typeface="Times New Roman"/>
            </a:endParaRPr>
          </a:p>
        </p:txBody>
      </p:sp>
      <p:pic>
        <p:nvPicPr>
          <p:cNvPr id="274" name="Google Shape;274;p26"/>
          <p:cNvPicPr preferRelativeResize="0"/>
          <p:nvPr/>
        </p:nvPicPr>
        <p:blipFill>
          <a:blip r:embed="rId4">
            <a:alphaModFix/>
          </a:blip>
          <a:stretch>
            <a:fillRect/>
          </a:stretch>
        </p:blipFill>
        <p:spPr>
          <a:xfrm>
            <a:off x="4013298" y="2571748"/>
            <a:ext cx="4016400" cy="2302975"/>
          </a:xfrm>
          <a:prstGeom prst="rect">
            <a:avLst/>
          </a:prstGeom>
          <a:noFill/>
          <a:ln>
            <a:noFill/>
          </a:ln>
        </p:spPr>
      </p:pic>
      <p:sp>
        <p:nvSpPr>
          <p:cNvPr id="275" name="Google Shape;275;p26"/>
          <p:cNvSpPr txBox="1"/>
          <p:nvPr/>
        </p:nvSpPr>
        <p:spPr>
          <a:xfrm>
            <a:off x="674125" y="4615275"/>
            <a:ext cx="850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Times New Roman"/>
                <a:ea typeface="Times New Roman"/>
                <a:cs typeface="Times New Roman"/>
                <a:sym typeface="Times New Roman"/>
              </a:rPr>
              <a:t>[Credit: </a:t>
            </a:r>
            <a:r>
              <a:rPr lang="en-GB" u="sng">
                <a:solidFill>
                  <a:srgbClr val="6F89F7"/>
                </a:solidFill>
                <a:latin typeface="Times New Roman"/>
                <a:ea typeface="Times New Roman"/>
                <a:cs typeface="Times New Roman"/>
                <a:sym typeface="Times New Roman"/>
                <a:hlinkClick r:id="rId5">
                  <a:extLst>
                    <a:ext uri="{A12FA001-AC4F-418D-AE19-62706E023703}">
                      <ahyp:hlinkClr val="tx"/>
                    </a:ext>
                  </a:extLst>
                </a:hlinkClick>
              </a:rPr>
              <a:t>https://www.fusioncharts.com/</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7"/>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4400"/>
              <a:buFont typeface="Times New Roman"/>
              <a:buNone/>
            </a:pPr>
            <a:r>
              <a:rPr lang="en-GB" sz="3600"/>
              <a:t>Visualization of Non-Numerical Data</a:t>
            </a:r>
            <a:endParaRPr sz="3600"/>
          </a:p>
        </p:txBody>
      </p:sp>
      <p:sp>
        <p:nvSpPr>
          <p:cNvPr descr="Rectangle: Click to edit Master text styles &#10;Second level &#10;Third level &#10;Fourth level &#10;Fifth level" id="281" name="Google Shape;281;p27"/>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73380" lvl="0" marL="342900" marR="0" rtl="0" algn="just">
              <a:lnSpc>
                <a:spcPct val="100000"/>
              </a:lnSpc>
              <a:spcBef>
                <a:spcPts val="440"/>
              </a:spcBef>
              <a:spcAft>
                <a:spcPts val="0"/>
              </a:spcAft>
              <a:buSzPts val="1800"/>
              <a:buChar char="●"/>
            </a:pPr>
            <a:r>
              <a:rPr lang="en-GB" sz="1800">
                <a:solidFill>
                  <a:srgbClr val="1F1F1F"/>
                </a:solidFill>
              </a:rPr>
              <a:t>Word clouds visually represent textual data, such as keywords or word frequencies, by displaying the words in different sizes based on their frequency or importance.</a:t>
            </a:r>
            <a:endParaRPr sz="1800">
              <a:solidFill>
                <a:srgbClr val="1F1F1F"/>
              </a:solidFill>
            </a:endParaRPr>
          </a:p>
          <a:p>
            <a:pPr indent="-373380" lvl="0" marL="342900" marR="0" rtl="0" algn="just">
              <a:lnSpc>
                <a:spcPct val="100000"/>
              </a:lnSpc>
              <a:spcBef>
                <a:spcPts val="440"/>
              </a:spcBef>
              <a:spcAft>
                <a:spcPts val="0"/>
              </a:spcAft>
              <a:buSzPts val="1800"/>
              <a:buChar char="●"/>
            </a:pPr>
            <a:r>
              <a:rPr lang="en-GB" sz="1800">
                <a:solidFill>
                  <a:srgbClr val="1F1F1F"/>
                </a:solidFill>
              </a:rPr>
              <a:t>Tag clouds are similar to word clouds but display tags or labels in varying font sizes to represent their frequency or significance.</a:t>
            </a:r>
            <a:endParaRPr sz="1800">
              <a:solidFill>
                <a:srgbClr val="1F1F1F"/>
              </a:solidFill>
            </a:endParaRPr>
          </a:p>
        </p:txBody>
      </p:sp>
      <p:pic>
        <p:nvPicPr>
          <p:cNvPr id="282" name="Google Shape;282;p27"/>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83" name="Google Shape;283;p27"/>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284" name="Google Shape;284;p27"/>
          <p:cNvSpPr txBox="1"/>
          <p:nvPr/>
        </p:nvSpPr>
        <p:spPr>
          <a:xfrm>
            <a:off x="762000" y="1184875"/>
            <a:ext cx="7953300" cy="795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Word Clouds and Tag Clouds</a:t>
            </a:r>
            <a:endParaRPr sz="1200">
              <a:solidFill>
                <a:srgbClr val="374151"/>
              </a:solidFill>
              <a:highlight>
                <a:srgbClr val="F7F7F8"/>
              </a:highlight>
              <a:latin typeface="Roboto"/>
              <a:ea typeface="Roboto"/>
              <a:cs typeface="Roboto"/>
              <a:sym typeface="Roboto"/>
            </a:endParaRPr>
          </a:p>
          <a:p>
            <a:pPr indent="0" lvl="0" marL="0" marR="0" rtl="0" algn="just">
              <a:lnSpc>
                <a:spcPct val="100000"/>
              </a:lnSpc>
              <a:spcBef>
                <a:spcPts val="440"/>
              </a:spcBef>
              <a:spcAft>
                <a:spcPts val="0"/>
              </a:spcAft>
              <a:buNone/>
            </a:pPr>
            <a:r>
              <a:t/>
            </a:r>
            <a:endParaRPr b="1" i="1" sz="1800">
              <a:solidFill>
                <a:srgbClr val="0B5394"/>
              </a:solidFill>
              <a:latin typeface="Times New Roman"/>
              <a:ea typeface="Times New Roman"/>
              <a:cs typeface="Times New Roman"/>
              <a:sym typeface="Times New Roman"/>
            </a:endParaRPr>
          </a:p>
        </p:txBody>
      </p:sp>
      <p:pic>
        <p:nvPicPr>
          <p:cNvPr id="285" name="Google Shape;285;p27"/>
          <p:cNvPicPr preferRelativeResize="0"/>
          <p:nvPr/>
        </p:nvPicPr>
        <p:blipFill>
          <a:blip r:embed="rId4">
            <a:alphaModFix/>
          </a:blip>
          <a:stretch>
            <a:fillRect/>
          </a:stretch>
        </p:blipFill>
        <p:spPr>
          <a:xfrm>
            <a:off x="4000227" y="3089250"/>
            <a:ext cx="3607976" cy="2054250"/>
          </a:xfrm>
          <a:prstGeom prst="rect">
            <a:avLst/>
          </a:prstGeom>
          <a:noFill/>
          <a:ln>
            <a:noFill/>
          </a:ln>
        </p:spPr>
      </p:pic>
      <p:sp>
        <p:nvSpPr>
          <p:cNvPr id="286" name="Google Shape;286;p27"/>
          <p:cNvSpPr txBox="1"/>
          <p:nvPr/>
        </p:nvSpPr>
        <p:spPr>
          <a:xfrm>
            <a:off x="674125" y="4615275"/>
            <a:ext cx="850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Times New Roman"/>
                <a:ea typeface="Times New Roman"/>
                <a:cs typeface="Times New Roman"/>
                <a:sym typeface="Times New Roman"/>
              </a:rPr>
              <a:t>[Credit: </a:t>
            </a:r>
            <a:r>
              <a:rPr lang="en-GB" u="sng">
                <a:solidFill>
                  <a:srgbClr val="6F89F7"/>
                </a:solidFill>
                <a:latin typeface="Times New Roman"/>
                <a:ea typeface="Times New Roman"/>
                <a:cs typeface="Times New Roman"/>
                <a:sym typeface="Times New Roman"/>
                <a:hlinkClick r:id="rId5">
                  <a:extLst>
                    <a:ext uri="{A12FA001-AC4F-418D-AE19-62706E023703}">
                      <ahyp:hlinkClr val="tx"/>
                    </a:ext>
                  </a:extLst>
                </a:hlinkClick>
              </a:rPr>
              <a:t>https://www.fusioncharts.com/</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8"/>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4400"/>
              <a:buFont typeface="Times New Roman"/>
              <a:buNone/>
            </a:pPr>
            <a:r>
              <a:rPr lang="en-GB" sz="3600"/>
              <a:t>Visualization of Non-Numerical Data</a:t>
            </a:r>
            <a:endParaRPr sz="3600"/>
          </a:p>
        </p:txBody>
      </p:sp>
      <p:sp>
        <p:nvSpPr>
          <p:cNvPr descr="Rectangle: Click to edit Master text styles &#10;Second level &#10;Third level &#10;Fourth level &#10;Fifth level" id="292" name="Google Shape;292;p28"/>
          <p:cNvSpPr txBox="1"/>
          <p:nvPr>
            <p:ph idx="1" type="body"/>
          </p:nvPr>
        </p:nvSpPr>
        <p:spPr>
          <a:xfrm>
            <a:off x="762000" y="1552150"/>
            <a:ext cx="4556100" cy="3180600"/>
          </a:xfrm>
          <a:prstGeom prst="rect">
            <a:avLst/>
          </a:prstGeom>
          <a:noFill/>
          <a:ln>
            <a:noFill/>
          </a:ln>
        </p:spPr>
        <p:txBody>
          <a:bodyPr anchorCtr="0" anchor="t" bIns="45700" lIns="91425" spcFirstLastPara="1" rIns="91425" wrap="square" tIns="45700">
            <a:noAutofit/>
          </a:bodyPr>
          <a:lstStyle/>
          <a:p>
            <a:pPr indent="-373380" lvl="0" marL="342900" marR="0" rtl="0" algn="just">
              <a:lnSpc>
                <a:spcPct val="100000"/>
              </a:lnSpc>
              <a:spcBef>
                <a:spcPts val="440"/>
              </a:spcBef>
              <a:spcAft>
                <a:spcPts val="0"/>
              </a:spcAft>
              <a:buSzPts val="1800"/>
              <a:buChar char="●"/>
            </a:pPr>
            <a:r>
              <a:rPr lang="en-GB" sz="1800">
                <a:solidFill>
                  <a:srgbClr val="1F1F1F"/>
                </a:solidFill>
              </a:rPr>
              <a:t>Chord diagrams display the relationships and flows between different entities or categories. They use arcs or ribbons to connect the entities, with the width of the arcs representing the strength or frequency of the connections.</a:t>
            </a:r>
            <a:endParaRPr sz="1800">
              <a:solidFill>
                <a:srgbClr val="1F1F1F"/>
              </a:solidFill>
            </a:endParaRPr>
          </a:p>
          <a:p>
            <a:pPr indent="-373380" lvl="0" marL="342900" marR="0" rtl="0" algn="just">
              <a:lnSpc>
                <a:spcPct val="100000"/>
              </a:lnSpc>
              <a:spcBef>
                <a:spcPts val="440"/>
              </a:spcBef>
              <a:spcAft>
                <a:spcPts val="0"/>
              </a:spcAft>
              <a:buSzPts val="1800"/>
              <a:buChar char="●"/>
            </a:pPr>
            <a:r>
              <a:rPr lang="en-GB" sz="1800">
                <a:solidFill>
                  <a:srgbClr val="1F1F1F"/>
                </a:solidFill>
              </a:rPr>
              <a:t>Network graphs (or node-link diagrams) represent relationships between entities as nodes (vertices) connected by edges (lines). They are effective for visualizing complex networks or social relationships.</a:t>
            </a:r>
            <a:endParaRPr sz="1800">
              <a:solidFill>
                <a:srgbClr val="1F1F1F"/>
              </a:solidFill>
            </a:endParaRPr>
          </a:p>
        </p:txBody>
      </p:sp>
      <p:pic>
        <p:nvPicPr>
          <p:cNvPr id="293" name="Google Shape;293;p28"/>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294" name="Google Shape;294;p28"/>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295" name="Google Shape;295;p28"/>
          <p:cNvSpPr txBox="1"/>
          <p:nvPr/>
        </p:nvSpPr>
        <p:spPr>
          <a:xfrm>
            <a:off x="762000" y="1184875"/>
            <a:ext cx="7953300" cy="795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Chord Diagrams and Network Graphs</a:t>
            </a:r>
            <a:endParaRPr sz="1200">
              <a:solidFill>
                <a:srgbClr val="374151"/>
              </a:solidFill>
              <a:highlight>
                <a:srgbClr val="F7F7F8"/>
              </a:highlight>
              <a:latin typeface="Roboto"/>
              <a:ea typeface="Roboto"/>
              <a:cs typeface="Roboto"/>
              <a:sym typeface="Roboto"/>
            </a:endParaRPr>
          </a:p>
          <a:p>
            <a:pPr indent="0" lvl="0" marL="0" marR="0" rtl="0" algn="just">
              <a:lnSpc>
                <a:spcPct val="100000"/>
              </a:lnSpc>
              <a:spcBef>
                <a:spcPts val="440"/>
              </a:spcBef>
              <a:spcAft>
                <a:spcPts val="0"/>
              </a:spcAft>
              <a:buNone/>
            </a:pPr>
            <a:r>
              <a:t/>
            </a:r>
            <a:endParaRPr b="1" i="1" sz="1800">
              <a:solidFill>
                <a:srgbClr val="0B5394"/>
              </a:solidFill>
              <a:latin typeface="Times New Roman"/>
              <a:ea typeface="Times New Roman"/>
              <a:cs typeface="Times New Roman"/>
              <a:sym typeface="Times New Roman"/>
            </a:endParaRPr>
          </a:p>
        </p:txBody>
      </p:sp>
      <p:pic>
        <p:nvPicPr>
          <p:cNvPr id="296" name="Google Shape;296;p28"/>
          <p:cNvPicPr preferRelativeResize="0"/>
          <p:nvPr/>
        </p:nvPicPr>
        <p:blipFill>
          <a:blip r:embed="rId4">
            <a:alphaModFix/>
          </a:blip>
          <a:stretch>
            <a:fillRect/>
          </a:stretch>
        </p:blipFill>
        <p:spPr>
          <a:xfrm>
            <a:off x="5440375" y="1504999"/>
            <a:ext cx="3274925" cy="3274925"/>
          </a:xfrm>
          <a:prstGeom prst="rect">
            <a:avLst/>
          </a:prstGeom>
          <a:noFill/>
          <a:ln>
            <a:noFill/>
          </a:ln>
        </p:spPr>
      </p:pic>
      <p:sp>
        <p:nvSpPr>
          <p:cNvPr id="297" name="Google Shape;297;p28"/>
          <p:cNvSpPr txBox="1"/>
          <p:nvPr/>
        </p:nvSpPr>
        <p:spPr>
          <a:xfrm>
            <a:off x="674125" y="4615275"/>
            <a:ext cx="850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Times New Roman"/>
                <a:ea typeface="Times New Roman"/>
                <a:cs typeface="Times New Roman"/>
                <a:sym typeface="Times New Roman"/>
              </a:rPr>
              <a:t>[Credit: </a:t>
            </a:r>
            <a:r>
              <a:rPr lang="en-GB" u="sng">
                <a:solidFill>
                  <a:srgbClr val="6F89F7"/>
                </a:solidFill>
                <a:latin typeface="Times New Roman"/>
                <a:ea typeface="Times New Roman"/>
                <a:cs typeface="Times New Roman"/>
                <a:sym typeface="Times New Roman"/>
                <a:hlinkClick r:id="rId5">
                  <a:extLst>
                    <a:ext uri="{A12FA001-AC4F-418D-AE19-62706E023703}">
                      <ahyp:hlinkClr val="tx"/>
                    </a:ext>
                  </a:extLst>
                </a:hlinkClick>
              </a:rPr>
              <a:t>https://www.fusioncharts.com/</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9"/>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4400"/>
              <a:buFont typeface="Times New Roman"/>
              <a:buNone/>
            </a:pPr>
            <a:r>
              <a:rPr lang="en-GB" sz="3600"/>
              <a:t>Visualization of Non-Numerical Data</a:t>
            </a:r>
            <a:endParaRPr sz="3600"/>
          </a:p>
        </p:txBody>
      </p:sp>
      <p:sp>
        <p:nvSpPr>
          <p:cNvPr descr="Rectangle: Click to edit Master text styles &#10;Second level &#10;Third level &#10;Fourth level &#10;Fifth level" id="303" name="Google Shape;303;p29"/>
          <p:cNvSpPr txBox="1"/>
          <p:nvPr>
            <p:ph idx="1" type="body"/>
          </p:nvPr>
        </p:nvSpPr>
        <p:spPr>
          <a:xfrm>
            <a:off x="762000" y="1572600"/>
            <a:ext cx="4892400" cy="3570900"/>
          </a:xfrm>
          <a:prstGeom prst="rect">
            <a:avLst/>
          </a:prstGeom>
          <a:noFill/>
          <a:ln>
            <a:noFill/>
          </a:ln>
        </p:spPr>
        <p:txBody>
          <a:bodyPr anchorCtr="0" anchor="t" bIns="45700" lIns="91425" spcFirstLastPara="1" rIns="91425" wrap="square" tIns="45700">
            <a:noAutofit/>
          </a:bodyPr>
          <a:lstStyle/>
          <a:p>
            <a:pPr indent="-373380" lvl="0" marL="342900" marR="0" rtl="0" algn="just">
              <a:lnSpc>
                <a:spcPct val="100000"/>
              </a:lnSpc>
              <a:spcBef>
                <a:spcPts val="440"/>
              </a:spcBef>
              <a:spcAft>
                <a:spcPts val="0"/>
              </a:spcAft>
              <a:buSzPts val="1800"/>
              <a:buChar char="●"/>
            </a:pPr>
            <a:r>
              <a:rPr lang="en-GB" sz="1800">
                <a:solidFill>
                  <a:srgbClr val="1F1F1F"/>
                </a:solidFill>
              </a:rPr>
              <a:t>Tree diagrams represent hierarchical structures or relationships by using a branching structure with nodes. Each level represents a different category, and the size or color of the nodes can represent additional information.</a:t>
            </a:r>
            <a:endParaRPr sz="1800">
              <a:solidFill>
                <a:srgbClr val="1F1F1F"/>
              </a:solidFill>
            </a:endParaRPr>
          </a:p>
          <a:p>
            <a:pPr indent="-373380" lvl="0" marL="342900" marR="0" rtl="0" algn="just">
              <a:lnSpc>
                <a:spcPct val="100000"/>
              </a:lnSpc>
              <a:spcBef>
                <a:spcPts val="440"/>
              </a:spcBef>
              <a:spcAft>
                <a:spcPts val="0"/>
              </a:spcAft>
              <a:buSzPts val="1800"/>
              <a:buChar char="●"/>
            </a:pPr>
            <a:r>
              <a:rPr lang="en-GB" sz="1800">
                <a:solidFill>
                  <a:srgbClr val="1F1F1F"/>
                </a:solidFill>
              </a:rPr>
              <a:t>Sunburst charts are an extension of tree diagrams where the hierarchy is displayed as concentric circles. The size or angle of each sector represents the proportion or value associated with the category.</a:t>
            </a:r>
            <a:endParaRPr sz="1800">
              <a:solidFill>
                <a:srgbClr val="1F1F1F"/>
              </a:solidFill>
            </a:endParaRPr>
          </a:p>
        </p:txBody>
      </p:sp>
      <p:pic>
        <p:nvPicPr>
          <p:cNvPr id="304" name="Google Shape;304;p29"/>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05" name="Google Shape;305;p29"/>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06" name="Google Shape;306;p29"/>
          <p:cNvSpPr txBox="1"/>
          <p:nvPr/>
        </p:nvSpPr>
        <p:spPr>
          <a:xfrm>
            <a:off x="762000" y="1184875"/>
            <a:ext cx="7953300" cy="795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Tree Diagrams and Sunburst Charts</a:t>
            </a:r>
            <a:endParaRPr sz="1200">
              <a:solidFill>
                <a:srgbClr val="374151"/>
              </a:solidFill>
              <a:highlight>
                <a:srgbClr val="F7F7F8"/>
              </a:highlight>
              <a:latin typeface="Roboto"/>
              <a:ea typeface="Roboto"/>
              <a:cs typeface="Roboto"/>
              <a:sym typeface="Roboto"/>
            </a:endParaRPr>
          </a:p>
          <a:p>
            <a:pPr indent="0" lvl="0" marL="0" marR="0" rtl="0" algn="just">
              <a:lnSpc>
                <a:spcPct val="100000"/>
              </a:lnSpc>
              <a:spcBef>
                <a:spcPts val="440"/>
              </a:spcBef>
              <a:spcAft>
                <a:spcPts val="0"/>
              </a:spcAft>
              <a:buNone/>
            </a:pPr>
            <a:r>
              <a:t/>
            </a:r>
            <a:endParaRPr b="1" i="1" sz="1800">
              <a:solidFill>
                <a:srgbClr val="0B5394"/>
              </a:solidFill>
              <a:latin typeface="Times New Roman"/>
              <a:ea typeface="Times New Roman"/>
              <a:cs typeface="Times New Roman"/>
              <a:sym typeface="Times New Roman"/>
            </a:endParaRPr>
          </a:p>
        </p:txBody>
      </p:sp>
      <p:pic>
        <p:nvPicPr>
          <p:cNvPr id="307" name="Google Shape;307;p29"/>
          <p:cNvPicPr preferRelativeResize="0"/>
          <p:nvPr/>
        </p:nvPicPr>
        <p:blipFill>
          <a:blip r:embed="rId4">
            <a:alphaModFix/>
          </a:blip>
          <a:stretch>
            <a:fillRect/>
          </a:stretch>
        </p:blipFill>
        <p:spPr>
          <a:xfrm>
            <a:off x="5734500" y="1572600"/>
            <a:ext cx="3002675" cy="3002675"/>
          </a:xfrm>
          <a:prstGeom prst="rect">
            <a:avLst/>
          </a:prstGeom>
          <a:noFill/>
          <a:ln>
            <a:noFill/>
          </a:ln>
        </p:spPr>
      </p:pic>
      <p:sp>
        <p:nvSpPr>
          <p:cNvPr id="308" name="Google Shape;308;p29"/>
          <p:cNvSpPr txBox="1"/>
          <p:nvPr/>
        </p:nvSpPr>
        <p:spPr>
          <a:xfrm>
            <a:off x="674125" y="4615275"/>
            <a:ext cx="850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Times New Roman"/>
                <a:ea typeface="Times New Roman"/>
                <a:cs typeface="Times New Roman"/>
                <a:sym typeface="Times New Roman"/>
              </a:rPr>
              <a:t>[Credit: </a:t>
            </a:r>
            <a:r>
              <a:rPr lang="en-GB" u="sng">
                <a:solidFill>
                  <a:srgbClr val="6F89F7"/>
                </a:solidFill>
                <a:latin typeface="Times New Roman"/>
                <a:ea typeface="Times New Roman"/>
                <a:cs typeface="Times New Roman"/>
                <a:sym typeface="Times New Roman"/>
                <a:hlinkClick r:id="rId5">
                  <a:extLst>
                    <a:ext uri="{A12FA001-AC4F-418D-AE19-62706E023703}">
                      <ahyp:hlinkClr val="tx"/>
                    </a:ext>
                  </a:extLst>
                </a:hlinkClick>
              </a:rPr>
              <a:t>https://www.fusioncharts.com/</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0"/>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4400"/>
              <a:buFont typeface="Times New Roman"/>
              <a:buNone/>
            </a:pPr>
            <a:r>
              <a:rPr lang="en-GB" sz="3600"/>
              <a:t>Visualization of Non-Numerical Data</a:t>
            </a:r>
            <a:endParaRPr sz="3600"/>
          </a:p>
        </p:txBody>
      </p:sp>
      <p:sp>
        <p:nvSpPr>
          <p:cNvPr descr="Rectangle: Click to edit Master text styles &#10;Second level &#10;Third level &#10;Fourth level &#10;Fifth level" id="314" name="Google Shape;314;p30"/>
          <p:cNvSpPr txBox="1"/>
          <p:nvPr>
            <p:ph idx="1" type="body"/>
          </p:nvPr>
        </p:nvSpPr>
        <p:spPr>
          <a:xfrm>
            <a:off x="762000" y="1572600"/>
            <a:ext cx="7848600" cy="3570900"/>
          </a:xfrm>
          <a:prstGeom prst="rect">
            <a:avLst/>
          </a:prstGeom>
          <a:noFill/>
          <a:ln>
            <a:noFill/>
          </a:ln>
        </p:spPr>
        <p:txBody>
          <a:bodyPr anchorCtr="0" anchor="t" bIns="45700" lIns="91425" spcFirstLastPara="1" rIns="91425" wrap="square" tIns="45700">
            <a:noAutofit/>
          </a:bodyPr>
          <a:lstStyle/>
          <a:p>
            <a:pPr indent="-342900" lvl="0" marL="457200" marR="0" rtl="0" algn="just">
              <a:lnSpc>
                <a:spcPct val="100000"/>
              </a:lnSpc>
              <a:spcBef>
                <a:spcPts val="440"/>
              </a:spcBef>
              <a:spcAft>
                <a:spcPts val="0"/>
              </a:spcAft>
              <a:buClr>
                <a:srgbClr val="1F1F1F"/>
              </a:buClr>
              <a:buSzPts val="1800"/>
              <a:buChar char="●"/>
            </a:pPr>
            <a:r>
              <a:rPr lang="en-GB" sz="1800">
                <a:solidFill>
                  <a:srgbClr val="1F1F1F"/>
                </a:solidFill>
              </a:rPr>
              <a:t>Dimensionality reduction technique used to transform high-dimensional data into a lower-dimensional space while retaining most of the original data variability.</a:t>
            </a:r>
            <a:endParaRPr sz="1800">
              <a:solidFill>
                <a:srgbClr val="1F1F1F"/>
              </a:solidFill>
            </a:endParaRPr>
          </a:p>
          <a:p>
            <a:pPr indent="-342900" lvl="0" marL="457200" marR="0" rtl="0" algn="just">
              <a:lnSpc>
                <a:spcPct val="100000"/>
              </a:lnSpc>
              <a:spcBef>
                <a:spcPts val="0"/>
              </a:spcBef>
              <a:spcAft>
                <a:spcPts val="0"/>
              </a:spcAft>
              <a:buClr>
                <a:srgbClr val="1F1F1F"/>
              </a:buClr>
              <a:buSzPts val="1800"/>
              <a:buChar char="●"/>
            </a:pPr>
            <a:r>
              <a:rPr lang="en-GB" sz="1800">
                <a:solidFill>
                  <a:srgbClr val="1F1F1F"/>
                </a:solidFill>
              </a:rPr>
              <a:t>Steps of PCA:</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Standardize the data</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Compute the covariance matrix</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Calculate the eigenvectors and eigenvalues</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Choose the principal components</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Project the data</a:t>
            </a:r>
            <a:endParaRPr sz="1800">
              <a:solidFill>
                <a:srgbClr val="1F1F1F"/>
              </a:solidFill>
            </a:endParaRPr>
          </a:p>
        </p:txBody>
      </p:sp>
      <p:pic>
        <p:nvPicPr>
          <p:cNvPr id="315" name="Google Shape;315;p30"/>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16" name="Google Shape;316;p30"/>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17" name="Google Shape;317;p30"/>
          <p:cNvSpPr txBox="1"/>
          <p:nvPr/>
        </p:nvSpPr>
        <p:spPr>
          <a:xfrm>
            <a:off x="762000" y="1184875"/>
            <a:ext cx="7953300" cy="8877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1800"/>
              </a:spcBef>
              <a:spcAft>
                <a:spcPts val="0"/>
              </a:spcAft>
              <a:buNone/>
            </a:pPr>
            <a:r>
              <a:rPr b="1" i="1" lang="en-GB" sz="1800">
                <a:solidFill>
                  <a:srgbClr val="0B5394"/>
                </a:solidFill>
                <a:latin typeface="Times New Roman"/>
                <a:ea typeface="Times New Roman"/>
                <a:cs typeface="Times New Roman"/>
                <a:sym typeface="Times New Roman"/>
              </a:rPr>
              <a:t>Methods for Visualizing High-Dimensional Dat</a:t>
            </a:r>
            <a:r>
              <a:rPr b="1" i="1" lang="en-GB" sz="1800">
                <a:solidFill>
                  <a:srgbClr val="0B5394"/>
                </a:solidFill>
                <a:latin typeface="Times New Roman"/>
                <a:ea typeface="Times New Roman"/>
                <a:cs typeface="Times New Roman"/>
                <a:sym typeface="Times New Roman"/>
              </a:rPr>
              <a:t>a: Principal Component Analysis</a:t>
            </a:r>
            <a:endParaRPr b="1" i="1" sz="1800">
              <a:solidFill>
                <a:srgbClr val="0B5394"/>
              </a:solidFill>
              <a:latin typeface="Times New Roman"/>
              <a:ea typeface="Times New Roman"/>
              <a:cs typeface="Times New Roman"/>
              <a:sym typeface="Times New Roman"/>
            </a:endParaRPr>
          </a:p>
          <a:p>
            <a:pPr indent="0" lvl="0" marL="0" marR="0" rtl="0" algn="just">
              <a:lnSpc>
                <a:spcPct val="100000"/>
              </a:lnSpc>
              <a:spcBef>
                <a:spcPts val="440"/>
              </a:spcBef>
              <a:spcAft>
                <a:spcPts val="0"/>
              </a:spcAft>
              <a:buNone/>
            </a:pPr>
            <a:r>
              <a:t/>
            </a:r>
            <a:endParaRPr b="1" i="1" sz="1800">
              <a:solidFill>
                <a:srgbClr val="0B5394"/>
              </a:solidFill>
              <a:latin typeface="Times New Roman"/>
              <a:ea typeface="Times New Roman"/>
              <a:cs typeface="Times New Roman"/>
              <a:sym typeface="Times New Roman"/>
            </a:endParaRPr>
          </a:p>
        </p:txBody>
      </p:sp>
      <p:pic>
        <p:nvPicPr>
          <p:cNvPr id="318" name="Google Shape;318;p30"/>
          <p:cNvPicPr preferRelativeResize="0"/>
          <p:nvPr/>
        </p:nvPicPr>
        <p:blipFill>
          <a:blip r:embed="rId4">
            <a:alphaModFix/>
          </a:blip>
          <a:stretch>
            <a:fillRect/>
          </a:stretch>
        </p:blipFill>
        <p:spPr>
          <a:xfrm>
            <a:off x="6056125" y="2240325"/>
            <a:ext cx="2476500" cy="1847850"/>
          </a:xfrm>
          <a:prstGeom prst="rect">
            <a:avLst/>
          </a:prstGeom>
          <a:noFill/>
          <a:ln>
            <a:noFill/>
          </a:ln>
        </p:spPr>
      </p:pic>
      <p:sp>
        <p:nvSpPr>
          <p:cNvPr id="319" name="Google Shape;319;p30"/>
          <p:cNvSpPr txBox="1"/>
          <p:nvPr/>
        </p:nvSpPr>
        <p:spPr>
          <a:xfrm>
            <a:off x="674125" y="4615275"/>
            <a:ext cx="850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Times New Roman"/>
                <a:ea typeface="Times New Roman"/>
                <a:cs typeface="Times New Roman"/>
                <a:sym typeface="Times New Roman"/>
              </a:rPr>
              <a:t>[Credit: </a:t>
            </a:r>
            <a:r>
              <a:rPr lang="en-GB" u="sng">
                <a:solidFill>
                  <a:srgbClr val="6F89F7"/>
                </a:solidFill>
                <a:latin typeface="Times New Roman"/>
                <a:ea typeface="Times New Roman"/>
                <a:cs typeface="Times New Roman"/>
                <a:sym typeface="Times New Roman"/>
                <a:hlinkClick r:id="rId5">
                  <a:extLst>
                    <a:ext uri="{A12FA001-AC4F-418D-AE19-62706E023703}">
                      <ahyp:hlinkClr val="tx"/>
                    </a:ext>
                  </a:extLst>
                </a:hlinkClick>
              </a:rPr>
              <a:t>https://www.fusioncharts.com/</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1"/>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4400"/>
              <a:buFont typeface="Times New Roman"/>
              <a:buNone/>
            </a:pPr>
            <a:r>
              <a:rPr lang="en-GB" sz="3600"/>
              <a:t>Visualization of Non-Numerical Data</a:t>
            </a:r>
            <a:endParaRPr sz="3600"/>
          </a:p>
        </p:txBody>
      </p:sp>
      <p:sp>
        <p:nvSpPr>
          <p:cNvPr descr="Rectangle: Click to edit Master text styles &#10;Second level &#10;Third level &#10;Fourth level &#10;Fifth level" id="325" name="Google Shape;325;p31"/>
          <p:cNvSpPr txBox="1"/>
          <p:nvPr>
            <p:ph idx="1" type="body"/>
          </p:nvPr>
        </p:nvSpPr>
        <p:spPr>
          <a:xfrm>
            <a:off x="762000" y="1572600"/>
            <a:ext cx="7848600" cy="3570900"/>
          </a:xfrm>
          <a:prstGeom prst="rect">
            <a:avLst/>
          </a:prstGeom>
          <a:noFill/>
          <a:ln>
            <a:noFill/>
          </a:ln>
        </p:spPr>
        <p:txBody>
          <a:bodyPr anchorCtr="0" anchor="t" bIns="45700" lIns="91425" spcFirstLastPara="1" rIns="91425" wrap="square" tIns="45700">
            <a:noAutofit/>
          </a:bodyPr>
          <a:lstStyle/>
          <a:p>
            <a:pPr indent="-342900" lvl="0" marL="457200" marR="0" rtl="0" algn="just">
              <a:lnSpc>
                <a:spcPct val="100000"/>
              </a:lnSpc>
              <a:spcBef>
                <a:spcPts val="440"/>
              </a:spcBef>
              <a:spcAft>
                <a:spcPts val="0"/>
              </a:spcAft>
              <a:buClr>
                <a:srgbClr val="1F1F1F"/>
              </a:buClr>
              <a:buSzPts val="1800"/>
              <a:buChar char="●"/>
            </a:pPr>
            <a:r>
              <a:rPr lang="en-GB" sz="1800">
                <a:solidFill>
                  <a:srgbClr val="1F1F1F"/>
                </a:solidFill>
              </a:rPr>
              <a:t>T</a:t>
            </a:r>
            <a:r>
              <a:rPr lang="en-GB" sz="1800">
                <a:solidFill>
                  <a:srgbClr val="1F1F1F"/>
                </a:solidFill>
              </a:rPr>
              <a:t>echnique used to visualize similarities and dissimilarities between data points in a lower-dimensional space.</a:t>
            </a:r>
            <a:endParaRPr sz="1800">
              <a:solidFill>
                <a:srgbClr val="1F1F1F"/>
              </a:solidFill>
            </a:endParaRPr>
          </a:p>
          <a:p>
            <a:pPr indent="-342900" lvl="0" marL="457200" marR="0" rtl="0" algn="just">
              <a:lnSpc>
                <a:spcPct val="100000"/>
              </a:lnSpc>
              <a:spcBef>
                <a:spcPts val="0"/>
              </a:spcBef>
              <a:spcAft>
                <a:spcPts val="0"/>
              </a:spcAft>
              <a:buClr>
                <a:srgbClr val="1F1F1F"/>
              </a:buClr>
              <a:buSzPts val="1800"/>
              <a:buChar char="●"/>
            </a:pPr>
            <a:r>
              <a:rPr lang="en-GB" sz="1800">
                <a:solidFill>
                  <a:srgbClr val="1F1F1F"/>
                </a:solidFill>
              </a:rPr>
              <a:t>Steps of MDS:</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Define the distance matrix: Computing the pairwise distances or dissimilarities between data points.</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Apply dimensionality reduction: Finding a lower-dimensional representation that preserves the pairwise distances as closely as possible.</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Metric vs. Non-metric MDS: Metric MDS preserves the actual distances, while non-metric MDS preserves the rank order of distances.</a:t>
            </a:r>
            <a:endParaRPr sz="1800">
              <a:solidFill>
                <a:srgbClr val="1F1F1F"/>
              </a:solidFill>
            </a:endParaRPr>
          </a:p>
        </p:txBody>
      </p:sp>
      <p:pic>
        <p:nvPicPr>
          <p:cNvPr id="326" name="Google Shape;326;p31"/>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27" name="Google Shape;327;p31"/>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28" name="Google Shape;328;p31"/>
          <p:cNvSpPr txBox="1"/>
          <p:nvPr/>
        </p:nvSpPr>
        <p:spPr>
          <a:xfrm>
            <a:off x="762000" y="1184875"/>
            <a:ext cx="7953300" cy="8877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1800"/>
              </a:spcBef>
              <a:spcAft>
                <a:spcPts val="0"/>
              </a:spcAft>
              <a:buNone/>
            </a:pPr>
            <a:r>
              <a:rPr b="1" i="1" lang="en-GB" sz="1800">
                <a:solidFill>
                  <a:srgbClr val="0B5394"/>
                </a:solidFill>
                <a:latin typeface="Times New Roman"/>
                <a:ea typeface="Times New Roman"/>
                <a:cs typeface="Times New Roman"/>
                <a:sym typeface="Times New Roman"/>
              </a:rPr>
              <a:t>Methods for Visualizing High-Dimensional Data: Multidimensional Scaling</a:t>
            </a:r>
            <a:endParaRPr b="1" i="1" sz="1800">
              <a:solidFill>
                <a:srgbClr val="0B5394"/>
              </a:solidFill>
              <a:latin typeface="Times New Roman"/>
              <a:ea typeface="Times New Roman"/>
              <a:cs typeface="Times New Roman"/>
              <a:sym typeface="Times New Roman"/>
            </a:endParaRPr>
          </a:p>
          <a:p>
            <a:pPr indent="0" lvl="0" marL="0" marR="0" rtl="0" algn="just">
              <a:lnSpc>
                <a:spcPct val="100000"/>
              </a:lnSpc>
              <a:spcBef>
                <a:spcPts val="440"/>
              </a:spcBef>
              <a:spcAft>
                <a:spcPts val="0"/>
              </a:spcAft>
              <a:buNone/>
            </a:pPr>
            <a:r>
              <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2"/>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4400"/>
              <a:buFont typeface="Times New Roman"/>
              <a:buNone/>
            </a:pPr>
            <a:r>
              <a:rPr lang="en-GB" sz="3600"/>
              <a:t>Visualization of Non-Numerical Data</a:t>
            </a:r>
            <a:endParaRPr sz="3600"/>
          </a:p>
        </p:txBody>
      </p:sp>
      <p:pic>
        <p:nvPicPr>
          <p:cNvPr id="334" name="Google Shape;334;p32"/>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35" name="Google Shape;335;p32"/>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36" name="Google Shape;336;p32"/>
          <p:cNvSpPr txBox="1"/>
          <p:nvPr/>
        </p:nvSpPr>
        <p:spPr>
          <a:xfrm>
            <a:off x="762000" y="1184875"/>
            <a:ext cx="7953300" cy="8877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1800"/>
              </a:spcBef>
              <a:spcAft>
                <a:spcPts val="0"/>
              </a:spcAft>
              <a:buNone/>
            </a:pPr>
            <a:r>
              <a:rPr b="1" i="1" lang="en-GB" sz="1800">
                <a:solidFill>
                  <a:srgbClr val="0B5394"/>
                </a:solidFill>
                <a:latin typeface="Times New Roman"/>
                <a:ea typeface="Times New Roman"/>
                <a:cs typeface="Times New Roman"/>
                <a:sym typeface="Times New Roman"/>
              </a:rPr>
              <a:t>Methods for Visualizing High-Dimensional Data: Multidimensional Scaling</a:t>
            </a:r>
            <a:endParaRPr b="1" i="1" sz="1800">
              <a:solidFill>
                <a:srgbClr val="0B5394"/>
              </a:solidFill>
              <a:latin typeface="Times New Roman"/>
              <a:ea typeface="Times New Roman"/>
              <a:cs typeface="Times New Roman"/>
              <a:sym typeface="Times New Roman"/>
            </a:endParaRPr>
          </a:p>
          <a:p>
            <a:pPr indent="0" lvl="0" marL="0" marR="0" rtl="0" algn="just">
              <a:lnSpc>
                <a:spcPct val="100000"/>
              </a:lnSpc>
              <a:spcBef>
                <a:spcPts val="440"/>
              </a:spcBef>
              <a:spcAft>
                <a:spcPts val="0"/>
              </a:spcAft>
              <a:buNone/>
            </a:pPr>
            <a:r>
              <a:t/>
            </a:r>
            <a:endParaRPr b="1" i="1" sz="1800">
              <a:solidFill>
                <a:srgbClr val="0B5394"/>
              </a:solidFill>
              <a:latin typeface="Times New Roman"/>
              <a:ea typeface="Times New Roman"/>
              <a:cs typeface="Times New Roman"/>
              <a:sym typeface="Times New Roman"/>
            </a:endParaRPr>
          </a:p>
        </p:txBody>
      </p:sp>
      <p:sp>
        <p:nvSpPr>
          <p:cNvPr id="337" name="Google Shape;337;p32"/>
          <p:cNvSpPr txBox="1"/>
          <p:nvPr/>
        </p:nvSpPr>
        <p:spPr>
          <a:xfrm>
            <a:off x="674125" y="4615275"/>
            <a:ext cx="850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Times New Roman"/>
                <a:ea typeface="Times New Roman"/>
                <a:cs typeface="Times New Roman"/>
                <a:sym typeface="Times New Roman"/>
              </a:rPr>
              <a:t>[Credit: </a:t>
            </a:r>
            <a:r>
              <a:rPr lang="en-GB" u="sng">
                <a:solidFill>
                  <a:srgbClr val="6F89F7"/>
                </a:solidFill>
                <a:latin typeface="Times New Roman"/>
                <a:ea typeface="Times New Roman"/>
                <a:cs typeface="Times New Roman"/>
                <a:sym typeface="Times New Roman"/>
                <a:hlinkClick r:id="rId4">
                  <a:extLst>
                    <a:ext uri="{A12FA001-AC4F-418D-AE19-62706E023703}">
                      <ahyp:hlinkClr val="tx"/>
                    </a:ext>
                  </a:extLst>
                </a:hlinkClick>
              </a:rPr>
              <a:t>https://www.fusioncharts.com/</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pic>
        <p:nvPicPr>
          <p:cNvPr id="338" name="Google Shape;338;p32"/>
          <p:cNvPicPr preferRelativeResize="0"/>
          <p:nvPr/>
        </p:nvPicPr>
        <p:blipFill>
          <a:blip r:embed="rId5">
            <a:alphaModFix/>
          </a:blip>
          <a:stretch>
            <a:fillRect/>
          </a:stretch>
        </p:blipFill>
        <p:spPr>
          <a:xfrm>
            <a:off x="1739088" y="1657875"/>
            <a:ext cx="5033024" cy="2765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3"/>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4400"/>
              <a:buFont typeface="Times New Roman"/>
              <a:buNone/>
            </a:pPr>
            <a:r>
              <a:rPr lang="en-GB" sz="3600"/>
              <a:t>Visualization of Non-Numerical Data</a:t>
            </a:r>
            <a:endParaRPr sz="3600"/>
          </a:p>
        </p:txBody>
      </p:sp>
      <p:sp>
        <p:nvSpPr>
          <p:cNvPr descr="Rectangle: Click to edit Master text styles &#10;Second level &#10;Third level &#10;Fourth level &#10;Fifth level" id="344" name="Google Shape;344;p33"/>
          <p:cNvSpPr txBox="1"/>
          <p:nvPr>
            <p:ph idx="1" type="body"/>
          </p:nvPr>
        </p:nvSpPr>
        <p:spPr>
          <a:xfrm>
            <a:off x="762000" y="1572600"/>
            <a:ext cx="7848600" cy="3570900"/>
          </a:xfrm>
          <a:prstGeom prst="rect">
            <a:avLst/>
          </a:prstGeom>
          <a:noFill/>
          <a:ln>
            <a:noFill/>
          </a:ln>
        </p:spPr>
        <p:txBody>
          <a:bodyPr anchorCtr="0" anchor="t" bIns="45700" lIns="91425" spcFirstLastPara="1" rIns="91425" wrap="square" tIns="45700">
            <a:noAutofit/>
          </a:bodyPr>
          <a:lstStyle/>
          <a:p>
            <a:pPr indent="-342900" lvl="0" marL="457200" marR="0" rtl="0" algn="just">
              <a:lnSpc>
                <a:spcPct val="100000"/>
              </a:lnSpc>
              <a:spcBef>
                <a:spcPts val="440"/>
              </a:spcBef>
              <a:spcAft>
                <a:spcPts val="0"/>
              </a:spcAft>
              <a:buClr>
                <a:srgbClr val="1F1F1F"/>
              </a:buClr>
              <a:buSzPts val="1800"/>
              <a:buChar char="●"/>
            </a:pPr>
            <a:r>
              <a:rPr lang="en-GB" sz="1800">
                <a:solidFill>
                  <a:srgbClr val="1F1F1F"/>
                </a:solidFill>
              </a:rPr>
              <a:t>V</a:t>
            </a:r>
            <a:r>
              <a:rPr lang="en-GB" sz="1800">
                <a:solidFill>
                  <a:srgbClr val="1F1F1F"/>
                </a:solidFill>
              </a:rPr>
              <a:t>isualization technique that displays multivariate data on parallel axes, where each axis represents a different variable.</a:t>
            </a:r>
            <a:endParaRPr sz="1800">
              <a:solidFill>
                <a:srgbClr val="1F1F1F"/>
              </a:solidFill>
            </a:endParaRPr>
          </a:p>
          <a:p>
            <a:pPr indent="-342900" lvl="0" marL="457200" marR="0" rtl="0" algn="just">
              <a:lnSpc>
                <a:spcPct val="100000"/>
              </a:lnSpc>
              <a:spcBef>
                <a:spcPts val="0"/>
              </a:spcBef>
              <a:spcAft>
                <a:spcPts val="0"/>
              </a:spcAft>
              <a:buClr>
                <a:srgbClr val="1F1F1F"/>
              </a:buClr>
              <a:buSzPts val="1800"/>
              <a:buChar char="●"/>
            </a:pPr>
            <a:r>
              <a:rPr lang="en-GB" sz="1800">
                <a:solidFill>
                  <a:srgbClr val="1F1F1F"/>
                </a:solidFill>
              </a:rPr>
              <a:t>Plot Construction:</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Each data point is represented by a line connecting the points on each parallel axis corresponding to its variable values.</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Data points with similar patterns will have lines that are closer together, and outliers will stand out.</a:t>
            </a:r>
            <a:endParaRPr sz="1800">
              <a:solidFill>
                <a:srgbClr val="1F1F1F"/>
              </a:solidFill>
            </a:endParaRPr>
          </a:p>
        </p:txBody>
      </p:sp>
      <p:pic>
        <p:nvPicPr>
          <p:cNvPr id="345" name="Google Shape;345;p33"/>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46" name="Google Shape;346;p33"/>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47" name="Google Shape;347;p33"/>
          <p:cNvSpPr txBox="1"/>
          <p:nvPr/>
        </p:nvSpPr>
        <p:spPr>
          <a:xfrm>
            <a:off x="762000" y="1184875"/>
            <a:ext cx="7953300" cy="8877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1800"/>
              </a:spcBef>
              <a:spcAft>
                <a:spcPts val="0"/>
              </a:spcAft>
              <a:buNone/>
            </a:pPr>
            <a:r>
              <a:rPr b="1" i="1" lang="en-GB" sz="1800">
                <a:solidFill>
                  <a:srgbClr val="0B5394"/>
                </a:solidFill>
                <a:latin typeface="Times New Roman"/>
                <a:ea typeface="Times New Roman"/>
                <a:cs typeface="Times New Roman"/>
                <a:sym typeface="Times New Roman"/>
              </a:rPr>
              <a:t>Parallel Coordinates Plot for High-Dimensional Data</a:t>
            </a:r>
            <a:endParaRPr b="1" i="1" sz="1800">
              <a:solidFill>
                <a:srgbClr val="0B5394"/>
              </a:solidFill>
              <a:latin typeface="Times New Roman"/>
              <a:ea typeface="Times New Roman"/>
              <a:cs typeface="Times New Roman"/>
              <a:sym typeface="Times New Roman"/>
            </a:endParaRPr>
          </a:p>
          <a:p>
            <a:pPr indent="0" lvl="0" marL="0" marR="0" rtl="0" algn="just">
              <a:lnSpc>
                <a:spcPct val="100000"/>
              </a:lnSpc>
              <a:spcBef>
                <a:spcPts val="440"/>
              </a:spcBef>
              <a:spcAft>
                <a:spcPts val="0"/>
              </a:spcAft>
              <a:buNone/>
            </a:pPr>
            <a:r>
              <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4"/>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4400"/>
              <a:buFont typeface="Times New Roman"/>
              <a:buNone/>
            </a:pPr>
            <a:r>
              <a:rPr lang="en-GB" sz="3600"/>
              <a:t>Visualization of Non-Numerical Data</a:t>
            </a:r>
            <a:endParaRPr sz="3600"/>
          </a:p>
        </p:txBody>
      </p:sp>
      <p:pic>
        <p:nvPicPr>
          <p:cNvPr id="353" name="Google Shape;353;p34"/>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54" name="Google Shape;354;p34"/>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55" name="Google Shape;355;p34"/>
          <p:cNvSpPr txBox="1"/>
          <p:nvPr/>
        </p:nvSpPr>
        <p:spPr>
          <a:xfrm>
            <a:off x="762000" y="1184875"/>
            <a:ext cx="7953300" cy="8877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1800"/>
              </a:spcBef>
              <a:spcAft>
                <a:spcPts val="0"/>
              </a:spcAft>
              <a:buNone/>
            </a:pPr>
            <a:r>
              <a:rPr b="1" i="1" lang="en-GB" sz="1800">
                <a:solidFill>
                  <a:srgbClr val="0B5394"/>
                </a:solidFill>
                <a:latin typeface="Times New Roman"/>
                <a:ea typeface="Times New Roman"/>
                <a:cs typeface="Times New Roman"/>
                <a:sym typeface="Times New Roman"/>
              </a:rPr>
              <a:t>Parallel Coordinates Plot for High-Dimensional Data</a:t>
            </a:r>
            <a:endParaRPr b="1" i="1" sz="1800">
              <a:solidFill>
                <a:srgbClr val="0B5394"/>
              </a:solidFill>
              <a:latin typeface="Times New Roman"/>
              <a:ea typeface="Times New Roman"/>
              <a:cs typeface="Times New Roman"/>
              <a:sym typeface="Times New Roman"/>
            </a:endParaRPr>
          </a:p>
          <a:p>
            <a:pPr indent="0" lvl="0" marL="0" marR="0" rtl="0" algn="just">
              <a:lnSpc>
                <a:spcPct val="100000"/>
              </a:lnSpc>
              <a:spcBef>
                <a:spcPts val="440"/>
              </a:spcBef>
              <a:spcAft>
                <a:spcPts val="0"/>
              </a:spcAft>
              <a:buNone/>
            </a:pPr>
            <a:r>
              <a:t/>
            </a:r>
            <a:endParaRPr b="1" i="1" sz="1800">
              <a:solidFill>
                <a:srgbClr val="0B5394"/>
              </a:solidFill>
              <a:latin typeface="Times New Roman"/>
              <a:ea typeface="Times New Roman"/>
              <a:cs typeface="Times New Roman"/>
              <a:sym typeface="Times New Roman"/>
            </a:endParaRPr>
          </a:p>
        </p:txBody>
      </p:sp>
      <p:pic>
        <p:nvPicPr>
          <p:cNvPr id="356" name="Google Shape;356;p34"/>
          <p:cNvPicPr preferRelativeResize="0"/>
          <p:nvPr/>
        </p:nvPicPr>
        <p:blipFill>
          <a:blip r:embed="rId4">
            <a:alphaModFix/>
          </a:blip>
          <a:stretch>
            <a:fillRect/>
          </a:stretch>
        </p:blipFill>
        <p:spPr>
          <a:xfrm>
            <a:off x="2378350" y="1586325"/>
            <a:ext cx="3099975" cy="3099975"/>
          </a:xfrm>
          <a:prstGeom prst="rect">
            <a:avLst/>
          </a:prstGeom>
          <a:noFill/>
          <a:ln>
            <a:noFill/>
          </a:ln>
        </p:spPr>
      </p:pic>
      <p:sp>
        <p:nvSpPr>
          <p:cNvPr id="357" name="Google Shape;357;p34"/>
          <p:cNvSpPr txBox="1"/>
          <p:nvPr/>
        </p:nvSpPr>
        <p:spPr>
          <a:xfrm>
            <a:off x="674125" y="4615275"/>
            <a:ext cx="850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Times New Roman"/>
                <a:ea typeface="Times New Roman"/>
                <a:cs typeface="Times New Roman"/>
                <a:sym typeface="Times New Roman"/>
              </a:rPr>
              <a:t>[Credit: </a:t>
            </a:r>
            <a:r>
              <a:rPr lang="en-GB" u="sng">
                <a:solidFill>
                  <a:srgbClr val="6F89F7"/>
                </a:solidFill>
                <a:latin typeface="Times New Roman"/>
                <a:ea typeface="Times New Roman"/>
                <a:cs typeface="Times New Roman"/>
                <a:sym typeface="Times New Roman"/>
                <a:hlinkClick r:id="rId5">
                  <a:extLst>
                    <a:ext uri="{A12FA001-AC4F-418D-AE19-62706E023703}">
                      <ahyp:hlinkClr val="tx"/>
                    </a:ext>
                  </a:extLst>
                </a:hlinkClick>
              </a:rPr>
              <a:t>https://www.fusioncharts.com/</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5"/>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4400"/>
              <a:buFont typeface="Times New Roman"/>
              <a:buNone/>
            </a:pPr>
            <a:r>
              <a:rPr lang="en-GB" sz="3600"/>
              <a:t>Visualization of Non-Numerical Data</a:t>
            </a:r>
            <a:endParaRPr sz="3600"/>
          </a:p>
        </p:txBody>
      </p:sp>
      <p:sp>
        <p:nvSpPr>
          <p:cNvPr descr="Rectangle: Click to edit Master text styles &#10;Second level &#10;Third level &#10;Fourth level &#10;Fifth level" id="363" name="Google Shape;363;p35"/>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42900" lvl="0" marL="457200" marR="0" rtl="0" algn="just">
              <a:lnSpc>
                <a:spcPct val="100000"/>
              </a:lnSpc>
              <a:spcBef>
                <a:spcPts val="440"/>
              </a:spcBef>
              <a:spcAft>
                <a:spcPts val="0"/>
              </a:spcAft>
              <a:buClr>
                <a:srgbClr val="1F1F1F"/>
              </a:buClr>
              <a:buSzPts val="1800"/>
              <a:buChar char="●"/>
            </a:pPr>
            <a:r>
              <a:rPr lang="en-GB" sz="1800">
                <a:solidFill>
                  <a:srgbClr val="1F1F1F"/>
                </a:solidFill>
              </a:rPr>
              <a:t>PCA vs. MDS</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PCA focuses on capturing variance and pattern preservation, while MDS emphasizes on distance preservation.</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PCA is ideal for data compression and feature selection, whereas MDS is suitable for visualizing similarity and dissimilarity structures.</a:t>
            </a:r>
            <a:endParaRPr sz="1800">
              <a:solidFill>
                <a:srgbClr val="1F1F1F"/>
              </a:solidFill>
            </a:endParaRPr>
          </a:p>
          <a:p>
            <a:pPr indent="-342900" lvl="0" marL="457200" marR="0" rtl="0" algn="just">
              <a:lnSpc>
                <a:spcPct val="100000"/>
              </a:lnSpc>
              <a:spcBef>
                <a:spcPts val="0"/>
              </a:spcBef>
              <a:spcAft>
                <a:spcPts val="0"/>
              </a:spcAft>
              <a:buClr>
                <a:srgbClr val="1F1F1F"/>
              </a:buClr>
              <a:buSzPts val="1800"/>
              <a:buChar char="●"/>
            </a:pPr>
            <a:r>
              <a:rPr lang="en-GB" sz="1800">
                <a:solidFill>
                  <a:srgbClr val="1F1F1F"/>
                </a:solidFill>
              </a:rPr>
              <a:t>PCA vs. Parallel Coordinates Plot</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PCA projects data points onto new dimensions, making it suitable for dimensionality reduction and visualization.</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Parallel coordinates plot displays data points directly on the original variables, enabling a detailed view of individual data records.</a:t>
            </a:r>
            <a:endParaRPr sz="1800">
              <a:solidFill>
                <a:srgbClr val="1F1F1F"/>
              </a:solidFill>
            </a:endParaRPr>
          </a:p>
        </p:txBody>
      </p:sp>
      <p:pic>
        <p:nvPicPr>
          <p:cNvPr id="364" name="Google Shape;364;p35"/>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65" name="Google Shape;365;p35"/>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66" name="Google Shape;366;p35"/>
          <p:cNvSpPr txBox="1"/>
          <p:nvPr/>
        </p:nvSpPr>
        <p:spPr>
          <a:xfrm>
            <a:off x="762000" y="1184875"/>
            <a:ext cx="79533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Comparison of Methods</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6"/>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4400"/>
              <a:buFont typeface="Times New Roman"/>
              <a:buNone/>
            </a:pPr>
            <a:r>
              <a:rPr lang="en-GB" sz="3600"/>
              <a:t>Visualization of Non-Numerical Data</a:t>
            </a:r>
            <a:endParaRPr sz="3600"/>
          </a:p>
        </p:txBody>
      </p:sp>
      <p:sp>
        <p:nvSpPr>
          <p:cNvPr descr="Rectangle: Click to edit Master text styles &#10;Second level &#10;Third level &#10;Fourth level &#10;Fifth level" id="372" name="Google Shape;372;p36"/>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42900" lvl="0" marL="457200" marR="0" rtl="0" algn="just">
              <a:lnSpc>
                <a:spcPct val="100000"/>
              </a:lnSpc>
              <a:spcBef>
                <a:spcPts val="440"/>
              </a:spcBef>
              <a:spcAft>
                <a:spcPts val="0"/>
              </a:spcAft>
              <a:buClr>
                <a:srgbClr val="1F1F1F"/>
              </a:buClr>
              <a:buSzPts val="1800"/>
              <a:buChar char="●"/>
            </a:pPr>
            <a:r>
              <a:rPr lang="en-GB" sz="1800">
                <a:solidFill>
                  <a:srgbClr val="1F1F1F"/>
                </a:solidFill>
              </a:rPr>
              <a:t>MDS vs. Parallel Coordinates Plot</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MDS aims to visualize pairwise distances, which is valuable for understanding the dissimilarity structure in data.</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Parallel coordinates plot is more focused on exploring relationships between variables, highlighting patterns and trends.</a:t>
            </a:r>
            <a:endParaRPr sz="1800">
              <a:solidFill>
                <a:srgbClr val="1F1F1F"/>
              </a:solidFill>
            </a:endParaRPr>
          </a:p>
          <a:p>
            <a:pPr indent="-342900" lvl="0" marL="457200" marR="0" rtl="0" algn="just">
              <a:lnSpc>
                <a:spcPct val="100000"/>
              </a:lnSpc>
              <a:spcBef>
                <a:spcPts val="0"/>
              </a:spcBef>
              <a:spcAft>
                <a:spcPts val="0"/>
              </a:spcAft>
              <a:buClr>
                <a:srgbClr val="1F1F1F"/>
              </a:buClr>
              <a:buSzPts val="1800"/>
              <a:buChar char="●"/>
            </a:pPr>
            <a:r>
              <a:rPr lang="en-GB" sz="1800">
                <a:solidFill>
                  <a:srgbClr val="1F1F1F"/>
                </a:solidFill>
              </a:rPr>
              <a:t>Choosing the Right Method:</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Selection Criteria:</a:t>
            </a:r>
            <a:endParaRPr sz="1800">
              <a:solidFill>
                <a:srgbClr val="1F1F1F"/>
              </a:solidFill>
            </a:endParaRPr>
          </a:p>
          <a:p>
            <a:pPr indent="-342900" lvl="2" marL="1371600" marR="0" rtl="0" algn="just">
              <a:lnSpc>
                <a:spcPct val="100000"/>
              </a:lnSpc>
              <a:spcBef>
                <a:spcPts val="0"/>
              </a:spcBef>
              <a:spcAft>
                <a:spcPts val="0"/>
              </a:spcAft>
              <a:buClr>
                <a:srgbClr val="1F1F1F"/>
              </a:buClr>
              <a:buSzPts val="1800"/>
              <a:buChar char="■"/>
            </a:pPr>
            <a:r>
              <a:rPr lang="en-GB" sz="1800">
                <a:solidFill>
                  <a:srgbClr val="1F1F1F"/>
                </a:solidFill>
              </a:rPr>
              <a:t>Data characteristics</a:t>
            </a:r>
            <a:endParaRPr sz="1800">
              <a:solidFill>
                <a:srgbClr val="1F1F1F"/>
              </a:solidFill>
            </a:endParaRPr>
          </a:p>
          <a:p>
            <a:pPr indent="-342900" lvl="2" marL="1371600" marR="0" rtl="0" algn="just">
              <a:lnSpc>
                <a:spcPct val="100000"/>
              </a:lnSpc>
              <a:spcBef>
                <a:spcPts val="0"/>
              </a:spcBef>
              <a:spcAft>
                <a:spcPts val="0"/>
              </a:spcAft>
              <a:buClr>
                <a:srgbClr val="1F1F1F"/>
              </a:buClr>
              <a:buSzPts val="1800"/>
              <a:buChar char="■"/>
            </a:pPr>
            <a:r>
              <a:rPr lang="en-GB" sz="1800">
                <a:solidFill>
                  <a:srgbClr val="1F1F1F"/>
                </a:solidFill>
              </a:rPr>
              <a:t>Analysis goals</a:t>
            </a:r>
            <a:endParaRPr sz="1800">
              <a:solidFill>
                <a:srgbClr val="1F1F1F"/>
              </a:solidFill>
            </a:endParaRPr>
          </a:p>
          <a:p>
            <a:pPr indent="-342900" lvl="2" marL="1371600" marR="0" rtl="0" algn="just">
              <a:lnSpc>
                <a:spcPct val="100000"/>
              </a:lnSpc>
              <a:spcBef>
                <a:spcPts val="0"/>
              </a:spcBef>
              <a:spcAft>
                <a:spcPts val="0"/>
              </a:spcAft>
              <a:buClr>
                <a:srgbClr val="1F1F1F"/>
              </a:buClr>
              <a:buSzPts val="1800"/>
              <a:buChar char="■"/>
            </a:pPr>
            <a:r>
              <a:rPr lang="en-GB" sz="1800">
                <a:solidFill>
                  <a:srgbClr val="1F1F1F"/>
                </a:solidFill>
              </a:rPr>
              <a:t>Data exploration</a:t>
            </a:r>
            <a:endParaRPr sz="1800">
              <a:solidFill>
                <a:srgbClr val="1F1F1F"/>
              </a:solidFill>
            </a:endParaRPr>
          </a:p>
          <a:p>
            <a:pPr indent="-342900" lvl="1" marL="914400" marR="0" rtl="0" algn="just">
              <a:lnSpc>
                <a:spcPct val="100000"/>
              </a:lnSpc>
              <a:spcBef>
                <a:spcPts val="0"/>
              </a:spcBef>
              <a:spcAft>
                <a:spcPts val="0"/>
              </a:spcAft>
              <a:buClr>
                <a:srgbClr val="1F1F1F"/>
              </a:buClr>
              <a:buSzPts val="1800"/>
              <a:buChar char="○"/>
            </a:pPr>
            <a:r>
              <a:rPr lang="en-GB" sz="1800">
                <a:solidFill>
                  <a:srgbClr val="1F1F1F"/>
                </a:solidFill>
              </a:rPr>
              <a:t>Iterative Process and Experimentation</a:t>
            </a:r>
            <a:endParaRPr sz="1800">
              <a:solidFill>
                <a:srgbClr val="1F1F1F"/>
              </a:solidFill>
            </a:endParaRPr>
          </a:p>
        </p:txBody>
      </p:sp>
      <p:pic>
        <p:nvPicPr>
          <p:cNvPr id="373" name="Google Shape;373;p36"/>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74" name="Google Shape;374;p36"/>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75" name="Google Shape;375;p36"/>
          <p:cNvSpPr txBox="1"/>
          <p:nvPr/>
        </p:nvSpPr>
        <p:spPr>
          <a:xfrm>
            <a:off x="762000" y="1184875"/>
            <a:ext cx="79533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Comparison of Methods</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7"/>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4400"/>
              <a:buFont typeface="Times New Roman"/>
              <a:buNone/>
            </a:pPr>
            <a:r>
              <a:rPr lang="en-GB" sz="3600"/>
              <a:t>Visualization of Non-Numerical Data</a:t>
            </a:r>
            <a:endParaRPr sz="3600"/>
          </a:p>
        </p:txBody>
      </p:sp>
      <p:sp>
        <p:nvSpPr>
          <p:cNvPr descr="Rectangle: Click to edit Master text styles &#10;Second level &#10;Third level &#10;Fourth level &#10;Fifth level" id="381" name="Google Shape;381;p37"/>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73380" lvl="0" marL="342900" marR="0" rtl="0" algn="just">
              <a:lnSpc>
                <a:spcPct val="100000"/>
              </a:lnSpc>
              <a:spcBef>
                <a:spcPts val="440"/>
              </a:spcBef>
              <a:spcAft>
                <a:spcPts val="0"/>
              </a:spcAft>
              <a:buSzPts val="1800"/>
              <a:buChar char="●"/>
            </a:pPr>
            <a:r>
              <a:rPr lang="en-GB" sz="1800">
                <a:solidFill>
                  <a:srgbClr val="1F1F1F"/>
                </a:solidFill>
              </a:rPr>
              <a:t>Choose the appropriate visualization technique based on the nature of the non-numerical data and the insights you want to convey.</a:t>
            </a:r>
            <a:endParaRPr sz="1800">
              <a:solidFill>
                <a:srgbClr val="1F1F1F"/>
              </a:solidFill>
            </a:endParaRPr>
          </a:p>
          <a:p>
            <a:pPr indent="-373380" lvl="0" marL="342900" marR="0" rtl="0" algn="just">
              <a:lnSpc>
                <a:spcPct val="100000"/>
              </a:lnSpc>
              <a:spcBef>
                <a:spcPts val="440"/>
              </a:spcBef>
              <a:spcAft>
                <a:spcPts val="0"/>
              </a:spcAft>
              <a:buSzPts val="1800"/>
              <a:buChar char="●"/>
            </a:pPr>
            <a:r>
              <a:rPr lang="en-GB" sz="1800">
                <a:solidFill>
                  <a:srgbClr val="1F1F1F"/>
                </a:solidFill>
              </a:rPr>
              <a:t>Use clear and concise labels for each category or entity to ensure understanding and interpretation.</a:t>
            </a:r>
            <a:endParaRPr sz="1800">
              <a:solidFill>
                <a:srgbClr val="1F1F1F"/>
              </a:solidFill>
            </a:endParaRPr>
          </a:p>
          <a:p>
            <a:pPr indent="-373380" lvl="0" marL="342900" marR="0" rtl="0" algn="just">
              <a:lnSpc>
                <a:spcPct val="100000"/>
              </a:lnSpc>
              <a:spcBef>
                <a:spcPts val="440"/>
              </a:spcBef>
              <a:spcAft>
                <a:spcPts val="0"/>
              </a:spcAft>
              <a:buSzPts val="1800"/>
              <a:buChar char="●"/>
            </a:pPr>
            <a:r>
              <a:rPr lang="en-GB" sz="1800">
                <a:solidFill>
                  <a:srgbClr val="1F1F1F"/>
                </a:solidFill>
              </a:rPr>
              <a:t>Apply appropriate colors and visual cues to distinguish different categories or groups.</a:t>
            </a:r>
            <a:endParaRPr sz="1800">
              <a:solidFill>
                <a:srgbClr val="1F1F1F"/>
              </a:solidFill>
            </a:endParaRPr>
          </a:p>
          <a:p>
            <a:pPr indent="-373380" lvl="0" marL="342900" marR="0" rtl="0" algn="just">
              <a:lnSpc>
                <a:spcPct val="100000"/>
              </a:lnSpc>
              <a:spcBef>
                <a:spcPts val="440"/>
              </a:spcBef>
              <a:spcAft>
                <a:spcPts val="0"/>
              </a:spcAft>
              <a:buSzPts val="1800"/>
              <a:buChar char="●"/>
            </a:pPr>
            <a:r>
              <a:rPr lang="en-GB" sz="1800">
                <a:solidFill>
                  <a:srgbClr val="1F1F1F"/>
                </a:solidFill>
              </a:rPr>
              <a:t>Ensure the visualization accurately represents the proportions or relationships between the non-numerical data.</a:t>
            </a:r>
            <a:endParaRPr sz="1800">
              <a:solidFill>
                <a:srgbClr val="1F1F1F"/>
              </a:solidFill>
            </a:endParaRPr>
          </a:p>
          <a:p>
            <a:pPr indent="-373380" lvl="0" marL="342900" marR="0" rtl="0" algn="just">
              <a:lnSpc>
                <a:spcPct val="100000"/>
              </a:lnSpc>
              <a:spcBef>
                <a:spcPts val="440"/>
              </a:spcBef>
              <a:spcAft>
                <a:spcPts val="0"/>
              </a:spcAft>
              <a:buSzPts val="1800"/>
              <a:buChar char="●"/>
            </a:pPr>
            <a:r>
              <a:rPr lang="en-GB" sz="1800">
                <a:solidFill>
                  <a:srgbClr val="1F1F1F"/>
                </a:solidFill>
              </a:rPr>
              <a:t>Use interactivity, such as tooltips or filtering, to provide additional information or allow users to explore the data in more detail.</a:t>
            </a:r>
            <a:endParaRPr sz="1800">
              <a:solidFill>
                <a:srgbClr val="1F1F1F"/>
              </a:solidFill>
            </a:endParaRPr>
          </a:p>
        </p:txBody>
      </p:sp>
      <p:pic>
        <p:nvPicPr>
          <p:cNvPr id="382" name="Google Shape;382;p37"/>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83" name="Google Shape;383;p37"/>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84" name="Google Shape;384;p37"/>
          <p:cNvSpPr txBox="1"/>
          <p:nvPr/>
        </p:nvSpPr>
        <p:spPr>
          <a:xfrm>
            <a:off x="762000" y="1184875"/>
            <a:ext cx="7953300" cy="795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Considerations for Visualizing Non-Numerical Data Effectively</a:t>
            </a:r>
            <a:endParaRPr sz="1200">
              <a:solidFill>
                <a:srgbClr val="374151"/>
              </a:solidFill>
              <a:highlight>
                <a:srgbClr val="F7F7F8"/>
              </a:highlight>
              <a:latin typeface="Roboto"/>
              <a:ea typeface="Roboto"/>
              <a:cs typeface="Roboto"/>
              <a:sym typeface="Roboto"/>
            </a:endParaRPr>
          </a:p>
          <a:p>
            <a:pPr indent="0" lvl="0" marL="0" marR="0" rtl="0" algn="just">
              <a:lnSpc>
                <a:spcPct val="100000"/>
              </a:lnSpc>
              <a:spcBef>
                <a:spcPts val="440"/>
              </a:spcBef>
              <a:spcAft>
                <a:spcPts val="0"/>
              </a:spcAft>
              <a:buNone/>
            </a:pPr>
            <a:r>
              <a:t/>
            </a:r>
            <a:endParaRPr b="1" i="1" sz="1800">
              <a:solidFill>
                <a:srgbClr val="0B5394"/>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8"/>
          <p:cNvSpPr txBox="1"/>
          <p:nvPr>
            <p:ph type="title"/>
          </p:nvPr>
        </p:nvSpPr>
        <p:spPr>
          <a:xfrm>
            <a:off x="609600" y="228600"/>
            <a:ext cx="7772400" cy="857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imes New Roman"/>
              <a:buNone/>
            </a:pPr>
            <a:r>
              <a:rPr lang="en-GB" sz="3600"/>
              <a:t>Summary</a:t>
            </a:r>
            <a:endParaRPr sz="3600"/>
          </a:p>
        </p:txBody>
      </p:sp>
      <p:sp>
        <p:nvSpPr>
          <p:cNvPr descr="Rectangle: Click to edit Master text styles &#10;Second level &#10;Third level &#10;Fourth level &#10;Fifth level" id="390" name="Google Shape;390;p38"/>
          <p:cNvSpPr txBox="1"/>
          <p:nvPr>
            <p:ph idx="1" type="body"/>
          </p:nvPr>
        </p:nvSpPr>
        <p:spPr>
          <a:xfrm>
            <a:off x="762000" y="1646581"/>
            <a:ext cx="7953300" cy="3086100"/>
          </a:xfrm>
          <a:prstGeom prst="rect">
            <a:avLst/>
          </a:prstGeom>
          <a:noFill/>
          <a:ln>
            <a:noFill/>
          </a:ln>
        </p:spPr>
        <p:txBody>
          <a:bodyPr anchorCtr="0" anchor="t" bIns="45700" lIns="91425" spcFirstLastPara="1" rIns="91425" wrap="square" tIns="45700">
            <a:noAutofit/>
          </a:bodyPr>
          <a:lstStyle/>
          <a:p>
            <a:pPr indent="-388620" lvl="0" marL="342900" rtl="0" algn="just">
              <a:spcBef>
                <a:spcPts val="440"/>
              </a:spcBef>
              <a:spcAft>
                <a:spcPts val="0"/>
              </a:spcAft>
              <a:buClr>
                <a:srgbClr val="000000"/>
              </a:buClr>
              <a:buSzPts val="1800"/>
              <a:buChar char="●"/>
            </a:pPr>
            <a:r>
              <a:rPr lang="en-GB" sz="1800">
                <a:solidFill>
                  <a:srgbClr val="000000"/>
                </a:solidFill>
              </a:rPr>
              <a:t>Techniques for Non-Numerical Data:</a:t>
            </a:r>
            <a:endParaRPr sz="1800">
              <a:solidFill>
                <a:srgbClr val="000000"/>
              </a:solidFill>
            </a:endParaRPr>
          </a:p>
          <a:p>
            <a:pPr indent="0" lvl="0" marL="342900" rtl="0" algn="just">
              <a:spcBef>
                <a:spcPts val="440"/>
              </a:spcBef>
              <a:spcAft>
                <a:spcPts val="0"/>
              </a:spcAft>
              <a:buNone/>
            </a:pPr>
            <a:r>
              <a:rPr lang="en-GB" sz="1800">
                <a:solidFill>
                  <a:srgbClr val="000000"/>
                </a:solidFill>
              </a:rPr>
              <a:t>   - Explore techniques tailored for non-numerical data.</a:t>
            </a:r>
            <a:endParaRPr sz="1800">
              <a:solidFill>
                <a:srgbClr val="000000"/>
              </a:solidFill>
            </a:endParaRPr>
          </a:p>
          <a:p>
            <a:pPr indent="0" lvl="0" marL="342900" rtl="0" algn="just">
              <a:spcBef>
                <a:spcPts val="440"/>
              </a:spcBef>
              <a:spcAft>
                <a:spcPts val="0"/>
              </a:spcAft>
              <a:buNone/>
            </a:pPr>
            <a:r>
              <a:rPr lang="en-GB" sz="1800">
                <a:solidFill>
                  <a:srgbClr val="000000"/>
                </a:solidFill>
              </a:rPr>
              <a:t>   - Examples include pie charts, word clouds, network graphs, etc.</a:t>
            </a:r>
            <a:endParaRPr sz="1800">
              <a:solidFill>
                <a:srgbClr val="000000"/>
              </a:solidFill>
            </a:endParaRPr>
          </a:p>
        </p:txBody>
      </p:sp>
      <p:pic>
        <p:nvPicPr>
          <p:cNvPr id="391" name="Google Shape;391;p38"/>
          <p:cNvPicPr preferRelativeResize="0"/>
          <p:nvPr/>
        </p:nvPicPr>
        <p:blipFill rotWithShape="1">
          <a:blip r:embed="rId3">
            <a:alphaModFix/>
          </a:blip>
          <a:srcRect b="0" l="0" r="0" t="0"/>
          <a:stretch/>
        </p:blipFill>
        <p:spPr>
          <a:xfrm>
            <a:off x="65087" y="33337"/>
            <a:ext cx="940596" cy="366713"/>
          </a:xfrm>
          <a:prstGeom prst="rect">
            <a:avLst/>
          </a:prstGeom>
          <a:noFill/>
          <a:ln>
            <a:noFill/>
          </a:ln>
        </p:spPr>
      </p:pic>
      <p:sp>
        <p:nvSpPr>
          <p:cNvPr id="392" name="Google Shape;392;p38"/>
          <p:cNvSpPr txBox="1"/>
          <p:nvPr/>
        </p:nvSpPr>
        <p:spPr>
          <a:xfrm>
            <a:off x="6705600" y="4686300"/>
            <a:ext cx="19050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0" i="0" lang="en-GB" sz="1400" u="none">
                <a:solidFill>
                  <a:schemeClr val="dk1"/>
                </a:solidFill>
                <a:latin typeface="Tahoma"/>
                <a:ea typeface="Tahoma"/>
                <a:cs typeface="Tahoma"/>
                <a:sym typeface="Tahoma"/>
              </a:rPr>
              <a:t>‹#›</a:t>
            </a:fld>
            <a:endParaRPr/>
          </a:p>
        </p:txBody>
      </p:sp>
      <p:sp>
        <p:nvSpPr>
          <p:cNvPr id="393" name="Google Shape;393;p38"/>
          <p:cNvSpPr txBox="1"/>
          <p:nvPr/>
        </p:nvSpPr>
        <p:spPr>
          <a:xfrm>
            <a:off x="762000" y="1184875"/>
            <a:ext cx="79533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t/>
            </a:r>
            <a:endParaRPr b="1" i="1" sz="1800">
              <a:solidFill>
                <a:srgbClr val="0B5394"/>
              </a:solidFill>
              <a:latin typeface="Times New Roman"/>
              <a:ea typeface="Times New Roman"/>
              <a:cs typeface="Times New Roman"/>
              <a:sym typeface="Times New Roman"/>
            </a:endParaRPr>
          </a:p>
        </p:txBody>
      </p:sp>
      <p:sp>
        <p:nvSpPr>
          <p:cNvPr id="394" name="Google Shape;394;p38"/>
          <p:cNvSpPr txBox="1"/>
          <p:nvPr/>
        </p:nvSpPr>
        <p:spPr>
          <a:xfrm>
            <a:off x="762000" y="1184875"/>
            <a:ext cx="82395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440"/>
              </a:spcBef>
              <a:spcAft>
                <a:spcPts val="0"/>
              </a:spcAft>
              <a:buNone/>
            </a:pPr>
            <a:r>
              <a:rPr b="1" i="1" lang="en-GB" sz="1800">
                <a:solidFill>
                  <a:srgbClr val="0B5394"/>
                </a:solidFill>
                <a:latin typeface="Times New Roman"/>
                <a:ea typeface="Times New Roman"/>
                <a:cs typeface="Times New Roman"/>
                <a:sym typeface="Times New Roman"/>
              </a:rPr>
              <a:t>Visualization of Non - Numerical Data</a:t>
            </a:r>
            <a:endParaRPr b="1" i="1">
              <a:solidFill>
                <a:srgbClr val="0B5394"/>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1_Blueprint">
  <a:themeElements>
    <a:clrScheme name="">
      <a:dk1>
        <a:srgbClr val="40458C"/>
      </a:dk1>
      <a:lt1>
        <a:srgbClr val="FFFFFF"/>
      </a:lt1>
      <a:dk2>
        <a:srgbClr val="BE2D00"/>
      </a:dk2>
      <a:lt2>
        <a:srgbClr val="B7C1EB"/>
      </a:lt2>
      <a:accent1>
        <a:srgbClr val="ECD882"/>
      </a:accent1>
      <a:accent2>
        <a:srgbClr val="577052"/>
      </a:accent2>
      <a:accent3>
        <a:srgbClr val="FFFFFF"/>
      </a:accent3>
      <a:accent4>
        <a:srgbClr val="353A77"/>
      </a:accent4>
      <a:accent5>
        <a:srgbClr val="F4E9C1"/>
      </a:accent5>
      <a:accent6>
        <a:srgbClr val="4E6549"/>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lueprint">
  <a:themeElements>
    <a:clrScheme name="">
      <a:dk1>
        <a:srgbClr val="40458C"/>
      </a:dk1>
      <a:lt1>
        <a:srgbClr val="FFFFFF"/>
      </a:lt1>
      <a:dk2>
        <a:srgbClr val="BE2D00"/>
      </a:dk2>
      <a:lt2>
        <a:srgbClr val="B7C1EB"/>
      </a:lt2>
      <a:accent1>
        <a:srgbClr val="ECD882"/>
      </a:accent1>
      <a:accent2>
        <a:srgbClr val="577052"/>
      </a:accent2>
      <a:accent3>
        <a:srgbClr val="FFFFFF"/>
      </a:accent3>
      <a:accent4>
        <a:srgbClr val="353A77"/>
      </a:accent4>
      <a:accent5>
        <a:srgbClr val="F4E9C1"/>
      </a:accent5>
      <a:accent6>
        <a:srgbClr val="4E6549"/>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