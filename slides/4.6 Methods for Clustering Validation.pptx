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 id="2147483667" r:id="rId5"/>
    <p:sldMasterId id="21474836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y="5143500" cx="9144000"/>
  <p:notesSz cx="6858000" cy="9144000"/>
  <p:embeddedFontLst>
    <p:embeddedFont>
      <p:font typeface="Tahoma"/>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Tahoma-bold.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Tahoma-regular.fntdata"/><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582b55a4a5_0_419: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g2582b55a4a5_0_419:notes"/>
          <p:cNvSpPr txBox="1"/>
          <p:nvPr>
            <p:ph idx="1" type="body"/>
          </p:nvPr>
        </p:nvSpPr>
        <p:spPr>
          <a:xfrm>
            <a:off x="913903" y="4343400"/>
            <a:ext cx="5030100" cy="41133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
        <p:nvSpPr>
          <p:cNvPr id="233" name="Google Shape;233;g2582b55a4a5_0_419:notes"/>
          <p:cNvSpPr txBox="1"/>
          <p:nvPr/>
        </p:nvSpPr>
        <p:spPr>
          <a:xfrm>
            <a:off x="3886696" y="8686800"/>
            <a:ext cx="2971200" cy="457200"/>
          </a:xfrm>
          <a:prstGeom prst="rect">
            <a:avLst/>
          </a:prstGeom>
          <a:noFill/>
          <a:ln>
            <a:noFill/>
          </a:ln>
        </p:spPr>
        <p:txBody>
          <a:bodyPr anchorCtr="0" anchor="b" bIns="45550" lIns="91100" spcFirstLastPara="1" rIns="91100" wrap="square" tIns="4555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GB" sz="1200" u="none">
                <a:solidFill>
                  <a:srgbClr val="000000"/>
                </a:solidFill>
                <a:latin typeface="Tahoma"/>
                <a:ea typeface="Tahoma"/>
                <a:cs typeface="Tahoma"/>
                <a:sym typeface="Tahoma"/>
              </a:rPr>
              <a:t>‹#›</a:t>
            </a:fld>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582b55a4a5_0_628: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2582b55a4a5_0_628: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60afaa1446_0_0: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260afaa1446_0_0: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3ba31dec0d_0_0: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23ba31dec0d_0_0: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3ba31dec0d_0_10: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23ba31dec0d_0_10: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60afaa1446_0_8: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g260afaa1446_0_8: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3ba31dec0d_0_32: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23ba31dec0d_0_32: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3ba31dec0d_0_45: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23ba31dec0d_0_45: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60afaa1446_0_1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260afaa1446_0_1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3ba31dec0d_0_62: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g23ba31dec0d_0_62: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60afaa1446_0_24: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g260afaa1446_0_24: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3ba31dec0d_0_80: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23ba31dec0d_0_80: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60afaa1446_0_32: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g260afaa1446_0_32: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3ba31dec0d_0_97: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g23ba31dec0d_0_97: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60afaa1446_0_48: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260afaa1446_0_48: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3ba31dec0d_0_11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23ba31dec0d_0_11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60afaa1446_0_5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g260afaa1446_0_5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3ba31dec0d_0_131: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23ba31dec0d_0_131: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3ba31dec0d_0_14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23ba31dec0d_0_14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60afaa1446_0_64: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g260afaa1446_0_64: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3ba31dec0d_0_160: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23ba31dec0d_0_160: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3ba31dec0d_0_168: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g23ba31dec0d_0_168: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3ba31dec0d_0_178: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g23ba31dec0d_0_178: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60afaa1446_0_72: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260afaa1446_0_72: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3ba31dec0d_0_189: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g23ba31dec0d_0_189: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3ba31dec0d_0_197: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g23ba31dec0d_0_197: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3ba31dec0d_0_207: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g23ba31dec0d_0_207: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260afaa1446_0_80: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260afaa1446_0_80: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60afaa1446_0_88: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g260afaa1446_0_88: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60afaa1446_0_9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g260afaa1446_0_9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8a1352fd48_0_0: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g28a1352fd48_0_0: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hart" type="txAndChart">
  <p:cSld name="TEXT_AND_CHART">
    <p:spTree>
      <p:nvGrpSpPr>
        <p:cNvPr id="50" name="Shape 50"/>
        <p:cNvGrpSpPr/>
        <p:nvPr/>
      </p:nvGrpSpPr>
      <p:grpSpPr>
        <a:xfrm>
          <a:off x="0" y="0"/>
          <a:ext cx="0" cy="0"/>
          <a:chOff x="0" y="0"/>
          <a:chExt cx="0" cy="0"/>
        </a:xfrm>
      </p:grpSpPr>
      <p:sp>
        <p:nvSpPr>
          <p:cNvPr id="51" name="Google Shape;51;p13"/>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2" name="Google Shape;52;p13"/>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53" name="Google Shape;53;p13"/>
          <p:cNvSpPr/>
          <p:nvPr>
            <p:ph idx="2" type="chart"/>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54" name="Google Shape;54;p13"/>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5" name="Google Shape;55;p13"/>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6" name="Google Shape;56;p13"/>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7" name="Shape 127"/>
        <p:cNvGrpSpPr/>
        <p:nvPr/>
      </p:nvGrpSpPr>
      <p:grpSpPr>
        <a:xfrm>
          <a:off x="0" y="0"/>
          <a:ext cx="0" cy="0"/>
          <a:chOff x="0" y="0"/>
          <a:chExt cx="0" cy="0"/>
        </a:xfrm>
      </p:grpSpPr>
      <p:sp>
        <p:nvSpPr>
          <p:cNvPr id="128" name="Google Shape;128;p15"/>
          <p:cNvSpPr txBox="1"/>
          <p:nvPr>
            <p:ph type="ctrTitle"/>
          </p:nvPr>
        </p:nvSpPr>
        <p:spPr>
          <a:xfrm>
            <a:off x="990600" y="131445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descr="Rectangle: Click to edit Master text styles&#10;Second level&#10;Third level&#10;Fourth level&#10;Fifth level" id="129" name="Google Shape;129;p15"/>
          <p:cNvSpPr txBox="1"/>
          <p:nvPr>
            <p:ph idx="1" type="subTitle"/>
          </p:nvPr>
        </p:nvSpPr>
        <p:spPr>
          <a:xfrm>
            <a:off x="990600" y="2482453"/>
            <a:ext cx="6400800" cy="1314600"/>
          </a:xfrm>
          <a:prstGeom prst="rect">
            <a:avLst/>
          </a:prstGeom>
          <a:noFill/>
          <a:ln>
            <a:noFill/>
          </a:ln>
        </p:spPr>
        <p:txBody>
          <a:bodyPr anchorCtr="0" anchor="t" bIns="45700" lIns="91425" spcFirstLastPara="1" rIns="91425" wrap="square" tIns="45700">
            <a:noAutofit/>
          </a:bodyPr>
          <a:lstStyle>
            <a:lvl1pPr lvl="0" rtl="0" algn="l">
              <a:spcBef>
                <a:spcPts val="640"/>
              </a:spcBef>
              <a:spcAft>
                <a:spcPts val="0"/>
              </a:spcAft>
              <a:buSzPts val="1920"/>
              <a:buFont typeface="Noto Sans Symbols"/>
              <a:buNone/>
              <a:defRPr/>
            </a:lvl1pPr>
            <a:lvl2pPr lvl="1" rtl="0" algn="l">
              <a:spcBef>
                <a:spcPts val="360"/>
              </a:spcBef>
              <a:spcAft>
                <a:spcPts val="0"/>
              </a:spcAft>
              <a:buSzPts val="1080"/>
              <a:buChar char="■"/>
              <a:defRPr/>
            </a:lvl2pPr>
            <a:lvl3pPr lvl="2" rtl="0" algn="l">
              <a:spcBef>
                <a:spcPts val="360"/>
              </a:spcBef>
              <a:spcAft>
                <a:spcPts val="0"/>
              </a:spcAft>
              <a:buSzPts val="1710"/>
              <a:buChar char="⬥"/>
              <a:defRPr/>
            </a:lvl3pPr>
            <a:lvl4pPr lvl="3" rtl="0" algn="l">
              <a:spcBef>
                <a:spcPts val="360"/>
              </a:spcBef>
              <a:spcAft>
                <a:spcPts val="0"/>
              </a:spcAft>
              <a:buSzPts val="1170"/>
              <a:buChar char="■"/>
              <a:defRPr/>
            </a:lvl4pPr>
            <a:lvl5pPr lvl="4" rtl="0" algn="l">
              <a:spcBef>
                <a:spcPts val="360"/>
              </a:spcBef>
              <a:spcAft>
                <a:spcPts val="0"/>
              </a:spcAft>
              <a:buSzPts val="1080"/>
              <a:buChar char="■"/>
              <a:defRPr/>
            </a:lvl5pPr>
            <a:lvl6pPr lvl="5" rtl="0" algn="l">
              <a:spcBef>
                <a:spcPts val="360"/>
              </a:spcBef>
              <a:spcAft>
                <a:spcPts val="0"/>
              </a:spcAft>
              <a:buSzPts val="1080"/>
              <a:buChar char="■"/>
              <a:defRPr/>
            </a:lvl6pPr>
            <a:lvl7pPr lvl="6" rtl="0" algn="l">
              <a:spcBef>
                <a:spcPts val="360"/>
              </a:spcBef>
              <a:spcAft>
                <a:spcPts val="0"/>
              </a:spcAft>
              <a:buSzPts val="1080"/>
              <a:buChar char="■"/>
              <a:defRPr/>
            </a:lvl7pPr>
            <a:lvl8pPr lvl="7" rtl="0" algn="l">
              <a:spcBef>
                <a:spcPts val="360"/>
              </a:spcBef>
              <a:spcAft>
                <a:spcPts val="0"/>
              </a:spcAft>
              <a:buSzPts val="1080"/>
              <a:buChar char="■"/>
              <a:defRPr/>
            </a:lvl8pPr>
            <a:lvl9pPr lvl="8" rtl="0" algn="l">
              <a:spcBef>
                <a:spcPts val="360"/>
              </a:spcBef>
              <a:spcAft>
                <a:spcPts val="0"/>
              </a:spcAft>
              <a:buSzPts val="1080"/>
              <a:buChar char="■"/>
              <a:defRPr/>
            </a:lvl9pPr>
          </a:lstStyle>
          <a:p/>
        </p:txBody>
      </p:sp>
      <p:sp>
        <p:nvSpPr>
          <p:cNvPr id="130" name="Google Shape;130;p15"/>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
        <p:nvSpPr>
          <p:cNvPr id="131" name="Google Shape;131;p15"/>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hart" type="txAndChart">
  <p:cSld name="TEXT_AND_CHART">
    <p:spTree>
      <p:nvGrpSpPr>
        <p:cNvPr id="199" name="Shape 199"/>
        <p:cNvGrpSpPr/>
        <p:nvPr/>
      </p:nvGrpSpPr>
      <p:grpSpPr>
        <a:xfrm>
          <a:off x="0" y="0"/>
          <a:ext cx="0" cy="0"/>
          <a:chOff x="0" y="0"/>
          <a:chExt cx="0" cy="0"/>
        </a:xfrm>
      </p:grpSpPr>
      <p:sp>
        <p:nvSpPr>
          <p:cNvPr id="200" name="Google Shape;200;p17"/>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01" name="Google Shape;201;p17"/>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02" name="Google Shape;202;p17"/>
          <p:cNvSpPr/>
          <p:nvPr>
            <p:ph idx="2" type="chart"/>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203" name="Google Shape;203;p17"/>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4" name="Google Shape;204;p17"/>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5" name="Google Shape;205;p17"/>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06" name="Shape 206"/>
        <p:cNvGrpSpPr/>
        <p:nvPr/>
      </p:nvGrpSpPr>
      <p:grpSpPr>
        <a:xfrm>
          <a:off x="0" y="0"/>
          <a:ext cx="0" cy="0"/>
          <a:chOff x="0" y="0"/>
          <a:chExt cx="0" cy="0"/>
        </a:xfrm>
      </p:grpSpPr>
      <p:sp>
        <p:nvSpPr>
          <p:cNvPr id="207" name="Google Shape;207;p18"/>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08" name="Google Shape;208;p18"/>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09" name="Google Shape;209;p18"/>
          <p:cNvSpPr txBox="1"/>
          <p:nvPr>
            <p:ph idx="2" type="body"/>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10" name="Google Shape;210;p18"/>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1" name="Google Shape;211;p18"/>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2" name="Google Shape;212;p18"/>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3" name="Shape 213"/>
        <p:cNvGrpSpPr/>
        <p:nvPr/>
      </p:nvGrpSpPr>
      <p:grpSpPr>
        <a:xfrm>
          <a:off x="0" y="0"/>
          <a:ext cx="0" cy="0"/>
          <a:chOff x="0" y="0"/>
          <a:chExt cx="0" cy="0"/>
        </a:xfrm>
      </p:grpSpPr>
      <p:sp>
        <p:nvSpPr>
          <p:cNvPr id="214" name="Google Shape;214;p19"/>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5" name="Google Shape;215;p19"/>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6" name="Google Shape;216;p19"/>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7" name="Shape 217"/>
        <p:cNvGrpSpPr/>
        <p:nvPr/>
      </p:nvGrpSpPr>
      <p:grpSpPr>
        <a:xfrm>
          <a:off x="0" y="0"/>
          <a:ext cx="0" cy="0"/>
          <a:chOff x="0" y="0"/>
          <a:chExt cx="0" cy="0"/>
        </a:xfrm>
      </p:grpSpPr>
      <p:sp>
        <p:nvSpPr>
          <p:cNvPr id="218" name="Google Shape;218;p20"/>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19" name="Google Shape;219;p20"/>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335280" lvl="0" marL="457200" rtl="0" algn="l">
              <a:spcBef>
                <a:spcPts val="560"/>
              </a:spcBef>
              <a:spcAft>
                <a:spcPts val="0"/>
              </a:spcAft>
              <a:buSzPts val="1680"/>
              <a:buChar char="❑"/>
              <a:defRPr sz="2800"/>
            </a:lvl1pPr>
            <a:lvl2pPr indent="-320040" lvl="1" marL="914400" rtl="0" algn="l">
              <a:spcBef>
                <a:spcPts val="480"/>
              </a:spcBef>
              <a:spcAft>
                <a:spcPts val="0"/>
              </a:spcAft>
              <a:buSzPts val="1440"/>
              <a:buChar char="■"/>
              <a:defRPr sz="2400"/>
            </a:lvl2pPr>
            <a:lvl3pPr indent="-349250" lvl="2" marL="1371600" rtl="0" algn="l">
              <a:spcBef>
                <a:spcPts val="400"/>
              </a:spcBef>
              <a:spcAft>
                <a:spcPts val="0"/>
              </a:spcAft>
              <a:buSzPts val="1900"/>
              <a:buChar char="⬥"/>
              <a:defRPr sz="2000"/>
            </a:lvl3pPr>
            <a:lvl4pPr indent="-302894" lvl="3" marL="1828800" rtl="0" algn="l">
              <a:spcBef>
                <a:spcPts val="360"/>
              </a:spcBef>
              <a:spcAft>
                <a:spcPts val="0"/>
              </a:spcAft>
              <a:buSzPts val="1170"/>
              <a:buChar char="■"/>
              <a:defRPr sz="1800"/>
            </a:lvl4pPr>
            <a:lvl5pPr indent="-297179" lvl="4" marL="2286000" rtl="0" algn="l">
              <a:spcBef>
                <a:spcPts val="360"/>
              </a:spcBef>
              <a:spcAft>
                <a:spcPts val="0"/>
              </a:spcAft>
              <a:buSzPts val="1080"/>
              <a:buChar char="■"/>
              <a:defRPr sz="1800"/>
            </a:lvl5pPr>
            <a:lvl6pPr indent="-297179" lvl="5" marL="2743200" rtl="0" algn="l">
              <a:spcBef>
                <a:spcPts val="360"/>
              </a:spcBef>
              <a:spcAft>
                <a:spcPts val="0"/>
              </a:spcAft>
              <a:buSzPts val="1080"/>
              <a:buChar char="■"/>
              <a:defRPr sz="1800"/>
            </a:lvl6pPr>
            <a:lvl7pPr indent="-297179" lvl="6" marL="3200400" rtl="0" algn="l">
              <a:spcBef>
                <a:spcPts val="360"/>
              </a:spcBef>
              <a:spcAft>
                <a:spcPts val="0"/>
              </a:spcAft>
              <a:buSzPts val="1080"/>
              <a:buChar char="■"/>
              <a:defRPr sz="1800"/>
            </a:lvl7pPr>
            <a:lvl8pPr indent="-297179" lvl="7" marL="3657600" rtl="0" algn="l">
              <a:spcBef>
                <a:spcPts val="360"/>
              </a:spcBef>
              <a:spcAft>
                <a:spcPts val="0"/>
              </a:spcAft>
              <a:buSzPts val="1080"/>
              <a:buChar char="■"/>
              <a:defRPr sz="1800"/>
            </a:lvl8pPr>
            <a:lvl9pPr indent="-297179" lvl="8" marL="4114800" rtl="0" algn="l">
              <a:spcBef>
                <a:spcPts val="360"/>
              </a:spcBef>
              <a:spcAft>
                <a:spcPts val="0"/>
              </a:spcAft>
              <a:buSzPts val="1080"/>
              <a:buChar char="■"/>
              <a:defRPr sz="1800"/>
            </a:lvl9pPr>
          </a:lstStyle>
          <a:p/>
        </p:txBody>
      </p:sp>
      <p:sp>
        <p:nvSpPr>
          <p:cNvPr id="220" name="Google Shape;220;p20"/>
          <p:cNvSpPr txBox="1"/>
          <p:nvPr>
            <p:ph idx="2" type="body"/>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indent="-335280" lvl="0" marL="457200" rtl="0" algn="l">
              <a:spcBef>
                <a:spcPts val="560"/>
              </a:spcBef>
              <a:spcAft>
                <a:spcPts val="0"/>
              </a:spcAft>
              <a:buSzPts val="1680"/>
              <a:buChar char="❑"/>
              <a:defRPr sz="2800"/>
            </a:lvl1pPr>
            <a:lvl2pPr indent="-320040" lvl="1" marL="914400" rtl="0" algn="l">
              <a:spcBef>
                <a:spcPts val="480"/>
              </a:spcBef>
              <a:spcAft>
                <a:spcPts val="0"/>
              </a:spcAft>
              <a:buSzPts val="1440"/>
              <a:buChar char="■"/>
              <a:defRPr sz="2400"/>
            </a:lvl2pPr>
            <a:lvl3pPr indent="-349250" lvl="2" marL="1371600" rtl="0" algn="l">
              <a:spcBef>
                <a:spcPts val="400"/>
              </a:spcBef>
              <a:spcAft>
                <a:spcPts val="0"/>
              </a:spcAft>
              <a:buSzPts val="1900"/>
              <a:buChar char="⬥"/>
              <a:defRPr sz="2000"/>
            </a:lvl3pPr>
            <a:lvl4pPr indent="-302894" lvl="3" marL="1828800" rtl="0" algn="l">
              <a:spcBef>
                <a:spcPts val="360"/>
              </a:spcBef>
              <a:spcAft>
                <a:spcPts val="0"/>
              </a:spcAft>
              <a:buSzPts val="1170"/>
              <a:buChar char="■"/>
              <a:defRPr sz="1800"/>
            </a:lvl4pPr>
            <a:lvl5pPr indent="-297179" lvl="4" marL="2286000" rtl="0" algn="l">
              <a:spcBef>
                <a:spcPts val="360"/>
              </a:spcBef>
              <a:spcAft>
                <a:spcPts val="0"/>
              </a:spcAft>
              <a:buSzPts val="1080"/>
              <a:buChar char="■"/>
              <a:defRPr sz="1800"/>
            </a:lvl5pPr>
            <a:lvl6pPr indent="-297179" lvl="5" marL="2743200" rtl="0" algn="l">
              <a:spcBef>
                <a:spcPts val="360"/>
              </a:spcBef>
              <a:spcAft>
                <a:spcPts val="0"/>
              </a:spcAft>
              <a:buSzPts val="1080"/>
              <a:buChar char="■"/>
              <a:defRPr sz="1800"/>
            </a:lvl6pPr>
            <a:lvl7pPr indent="-297179" lvl="6" marL="3200400" rtl="0" algn="l">
              <a:spcBef>
                <a:spcPts val="360"/>
              </a:spcBef>
              <a:spcAft>
                <a:spcPts val="0"/>
              </a:spcAft>
              <a:buSzPts val="1080"/>
              <a:buChar char="■"/>
              <a:defRPr sz="1800"/>
            </a:lvl7pPr>
            <a:lvl8pPr indent="-297179" lvl="7" marL="3657600" rtl="0" algn="l">
              <a:spcBef>
                <a:spcPts val="360"/>
              </a:spcBef>
              <a:spcAft>
                <a:spcPts val="0"/>
              </a:spcAft>
              <a:buSzPts val="1080"/>
              <a:buChar char="■"/>
              <a:defRPr sz="1800"/>
            </a:lvl8pPr>
            <a:lvl9pPr indent="-297179" lvl="8" marL="4114800" rtl="0" algn="l">
              <a:spcBef>
                <a:spcPts val="360"/>
              </a:spcBef>
              <a:spcAft>
                <a:spcPts val="0"/>
              </a:spcAft>
              <a:buSzPts val="1080"/>
              <a:buChar char="■"/>
              <a:defRPr sz="1800"/>
            </a:lvl9pPr>
          </a:lstStyle>
          <a:p/>
        </p:txBody>
      </p:sp>
      <p:sp>
        <p:nvSpPr>
          <p:cNvPr id="221" name="Google Shape;221;p20"/>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2" name="Google Shape;222;p20"/>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3" name="Google Shape;223;p20"/>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4" name="Shape 224"/>
        <p:cNvGrpSpPr/>
        <p:nvPr/>
      </p:nvGrpSpPr>
      <p:grpSpPr>
        <a:xfrm>
          <a:off x="0" y="0"/>
          <a:ext cx="0" cy="0"/>
          <a:chOff x="0" y="0"/>
          <a:chExt cx="0" cy="0"/>
        </a:xfrm>
      </p:grpSpPr>
      <p:sp>
        <p:nvSpPr>
          <p:cNvPr id="225" name="Google Shape;225;p21"/>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26" name="Google Shape;226;p21"/>
          <p:cNvSpPr txBox="1"/>
          <p:nvPr>
            <p:ph idx="1" type="body"/>
          </p:nvPr>
        </p:nvSpPr>
        <p:spPr>
          <a:xfrm>
            <a:off x="838200" y="1428750"/>
            <a:ext cx="77724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27" name="Google Shape;227;p21"/>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8" name="Google Shape;228;p21"/>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9" name="Google Shape;229;p21"/>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 name="Shape 57"/>
        <p:cNvGrpSpPr/>
        <p:nvPr/>
      </p:nvGrpSpPr>
      <p:grpSpPr>
        <a:xfrm>
          <a:off x="0" y="0"/>
          <a:ext cx="0" cy="0"/>
          <a:chOff x="0" y="0"/>
          <a:chExt cx="0" cy="0"/>
        </a:xfrm>
      </p:grpSpPr>
      <p:grpSp>
        <p:nvGrpSpPr>
          <p:cNvPr id="58" name="Google Shape;58;p14"/>
          <p:cNvGrpSpPr/>
          <p:nvPr/>
        </p:nvGrpSpPr>
        <p:grpSpPr>
          <a:xfrm>
            <a:off x="-136525" y="0"/>
            <a:ext cx="9204325" cy="5029200"/>
            <a:chOff x="-86" y="0"/>
            <a:chExt cx="5798" cy="4224"/>
          </a:xfrm>
        </p:grpSpPr>
        <p:grpSp>
          <p:nvGrpSpPr>
            <p:cNvPr id="59" name="Google Shape;59;p14"/>
            <p:cNvGrpSpPr/>
            <p:nvPr/>
          </p:nvGrpSpPr>
          <p:grpSpPr>
            <a:xfrm>
              <a:off x="0" y="0"/>
              <a:ext cx="5712" cy="4224"/>
              <a:chOff x="0" y="0"/>
              <a:chExt cx="5712" cy="4224"/>
            </a:xfrm>
          </p:grpSpPr>
          <p:sp>
            <p:nvSpPr>
              <p:cNvPr id="60" name="Google Shape;60;p14"/>
              <p:cNvSpPr txBox="1"/>
              <p:nvPr/>
            </p:nvSpPr>
            <p:spPr>
              <a:xfrm>
                <a:off x="2112" y="0"/>
                <a:ext cx="3600" cy="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nvGrpSpPr>
              <p:cNvPr id="61" name="Google Shape;61;p14"/>
              <p:cNvGrpSpPr/>
              <p:nvPr/>
            </p:nvGrpSpPr>
            <p:grpSpPr>
              <a:xfrm>
                <a:off x="0" y="0"/>
                <a:ext cx="5700" cy="4224"/>
                <a:chOff x="0" y="0"/>
                <a:chExt cx="5700" cy="4224"/>
              </a:xfrm>
            </p:grpSpPr>
            <p:cxnSp>
              <p:nvCxnSpPr>
                <p:cNvPr id="62" name="Google Shape;62;p14"/>
                <p:cNvCxnSpPr/>
                <p:nvPr/>
              </p:nvCxnSpPr>
              <p:spPr>
                <a:xfrm>
                  <a:off x="0" y="19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3" name="Google Shape;63;p14"/>
                <p:cNvCxnSpPr/>
                <p:nvPr/>
              </p:nvCxnSpPr>
              <p:spPr>
                <a:xfrm>
                  <a:off x="0" y="38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4" name="Google Shape;64;p14"/>
                <p:cNvCxnSpPr/>
                <p:nvPr/>
              </p:nvCxnSpPr>
              <p:spPr>
                <a:xfrm>
                  <a:off x="0" y="57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5" name="Google Shape;65;p14"/>
                <p:cNvCxnSpPr/>
                <p:nvPr/>
              </p:nvCxnSpPr>
              <p:spPr>
                <a:xfrm>
                  <a:off x="0" y="76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6" name="Google Shape;66;p14"/>
                <p:cNvCxnSpPr/>
                <p:nvPr/>
              </p:nvCxnSpPr>
              <p:spPr>
                <a:xfrm>
                  <a:off x="0" y="96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 name="Google Shape;67;p14"/>
                <p:cNvCxnSpPr/>
                <p:nvPr/>
              </p:nvCxnSpPr>
              <p:spPr>
                <a:xfrm>
                  <a:off x="0" y="115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 name="Google Shape;68;p14"/>
                <p:cNvCxnSpPr/>
                <p:nvPr/>
              </p:nvCxnSpPr>
              <p:spPr>
                <a:xfrm>
                  <a:off x="0" y="134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9" name="Google Shape;69;p14"/>
                <p:cNvCxnSpPr/>
                <p:nvPr/>
              </p:nvCxnSpPr>
              <p:spPr>
                <a:xfrm>
                  <a:off x="0" y="153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0" name="Google Shape;70;p14"/>
                <p:cNvCxnSpPr/>
                <p:nvPr/>
              </p:nvCxnSpPr>
              <p:spPr>
                <a:xfrm>
                  <a:off x="0" y="172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1" name="Google Shape;71;p14"/>
                <p:cNvCxnSpPr/>
                <p:nvPr/>
              </p:nvCxnSpPr>
              <p:spPr>
                <a:xfrm>
                  <a:off x="0" y="192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2" name="Google Shape;72;p14"/>
                <p:cNvCxnSpPr/>
                <p:nvPr/>
              </p:nvCxnSpPr>
              <p:spPr>
                <a:xfrm>
                  <a:off x="0" y="211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3" name="Google Shape;73;p14"/>
                <p:cNvCxnSpPr/>
                <p:nvPr/>
              </p:nvCxnSpPr>
              <p:spPr>
                <a:xfrm>
                  <a:off x="0" y="230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 name="Google Shape;74;p14"/>
                <p:cNvCxnSpPr/>
                <p:nvPr/>
              </p:nvCxnSpPr>
              <p:spPr>
                <a:xfrm>
                  <a:off x="0" y="249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 name="Google Shape;75;p14"/>
                <p:cNvCxnSpPr/>
                <p:nvPr/>
              </p:nvCxnSpPr>
              <p:spPr>
                <a:xfrm>
                  <a:off x="0" y="268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 name="Google Shape;76;p14"/>
                <p:cNvCxnSpPr/>
                <p:nvPr/>
              </p:nvCxnSpPr>
              <p:spPr>
                <a:xfrm>
                  <a:off x="0" y="288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7" name="Google Shape;77;p14"/>
                <p:cNvCxnSpPr/>
                <p:nvPr/>
              </p:nvCxnSpPr>
              <p:spPr>
                <a:xfrm>
                  <a:off x="0" y="307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8" name="Google Shape;78;p14"/>
                <p:cNvCxnSpPr/>
                <p:nvPr/>
              </p:nvCxnSpPr>
              <p:spPr>
                <a:xfrm>
                  <a:off x="0" y="326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9" name="Google Shape;79;p14"/>
                <p:cNvCxnSpPr/>
                <p:nvPr/>
              </p:nvCxnSpPr>
              <p:spPr>
                <a:xfrm>
                  <a:off x="0" y="345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0" name="Google Shape;80;p14"/>
                <p:cNvCxnSpPr/>
                <p:nvPr/>
              </p:nvCxnSpPr>
              <p:spPr>
                <a:xfrm>
                  <a:off x="0" y="364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1" name="Google Shape;81;p14"/>
                <p:cNvCxnSpPr/>
                <p:nvPr/>
              </p:nvCxnSpPr>
              <p:spPr>
                <a:xfrm>
                  <a:off x="0" y="384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 name="Google Shape;82;p14"/>
                <p:cNvCxnSpPr/>
                <p:nvPr/>
              </p:nvCxnSpPr>
              <p:spPr>
                <a:xfrm>
                  <a:off x="0" y="403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 name="Google Shape;83;p14"/>
                <p:cNvCxnSpPr/>
                <p:nvPr/>
              </p:nvCxnSpPr>
              <p:spPr>
                <a:xfrm>
                  <a:off x="0" y="422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4" name="Google Shape;84;p14"/>
                <p:cNvCxnSpPr/>
                <p:nvPr/>
              </p:nvCxnSpPr>
              <p:spPr>
                <a:xfrm>
                  <a:off x="1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5" name="Google Shape;85;p14"/>
                <p:cNvCxnSpPr/>
                <p:nvPr/>
              </p:nvCxnSpPr>
              <p:spPr>
                <a:xfrm>
                  <a:off x="3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6" name="Google Shape;86;p14"/>
                <p:cNvCxnSpPr/>
                <p:nvPr/>
              </p:nvCxnSpPr>
              <p:spPr>
                <a:xfrm>
                  <a:off x="5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7" name="Google Shape;87;p14"/>
                <p:cNvCxnSpPr/>
                <p:nvPr/>
              </p:nvCxnSpPr>
              <p:spPr>
                <a:xfrm>
                  <a:off x="76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8" name="Google Shape;88;p14"/>
                <p:cNvCxnSpPr/>
                <p:nvPr/>
              </p:nvCxnSpPr>
              <p:spPr>
                <a:xfrm>
                  <a:off x="96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9" name="Google Shape;89;p14"/>
                <p:cNvCxnSpPr/>
                <p:nvPr/>
              </p:nvCxnSpPr>
              <p:spPr>
                <a:xfrm>
                  <a:off x="115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0" name="Google Shape;90;p14"/>
                <p:cNvCxnSpPr/>
                <p:nvPr/>
              </p:nvCxnSpPr>
              <p:spPr>
                <a:xfrm>
                  <a:off x="134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1" name="Google Shape;91;p14"/>
                <p:cNvCxnSpPr/>
                <p:nvPr/>
              </p:nvCxnSpPr>
              <p:spPr>
                <a:xfrm>
                  <a:off x="153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2" name="Google Shape;92;p14"/>
                <p:cNvCxnSpPr/>
                <p:nvPr/>
              </p:nvCxnSpPr>
              <p:spPr>
                <a:xfrm>
                  <a:off x="172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3" name="Google Shape;93;p14"/>
                <p:cNvCxnSpPr/>
                <p:nvPr/>
              </p:nvCxnSpPr>
              <p:spPr>
                <a:xfrm>
                  <a:off x="192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4" name="Google Shape;94;p14"/>
                <p:cNvCxnSpPr/>
                <p:nvPr/>
              </p:nvCxnSpPr>
              <p:spPr>
                <a:xfrm>
                  <a:off x="211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5" name="Google Shape;95;p14"/>
                <p:cNvCxnSpPr/>
                <p:nvPr/>
              </p:nvCxnSpPr>
              <p:spPr>
                <a:xfrm>
                  <a:off x="230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6" name="Google Shape;96;p14"/>
                <p:cNvCxnSpPr/>
                <p:nvPr/>
              </p:nvCxnSpPr>
              <p:spPr>
                <a:xfrm>
                  <a:off x="249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7" name="Google Shape;97;p14"/>
                <p:cNvCxnSpPr/>
                <p:nvPr/>
              </p:nvCxnSpPr>
              <p:spPr>
                <a:xfrm>
                  <a:off x="268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8" name="Google Shape;98;p14"/>
                <p:cNvCxnSpPr/>
                <p:nvPr/>
              </p:nvCxnSpPr>
              <p:spPr>
                <a:xfrm>
                  <a:off x="288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9" name="Google Shape;99;p14"/>
                <p:cNvCxnSpPr/>
                <p:nvPr/>
              </p:nvCxnSpPr>
              <p:spPr>
                <a:xfrm>
                  <a:off x="307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 name="Google Shape;100;p14"/>
                <p:cNvCxnSpPr/>
                <p:nvPr/>
              </p:nvCxnSpPr>
              <p:spPr>
                <a:xfrm>
                  <a:off x="326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 name="Google Shape;101;p14"/>
                <p:cNvCxnSpPr/>
                <p:nvPr/>
              </p:nvCxnSpPr>
              <p:spPr>
                <a:xfrm>
                  <a:off x="345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2" name="Google Shape;102;p14"/>
                <p:cNvCxnSpPr/>
                <p:nvPr/>
              </p:nvCxnSpPr>
              <p:spPr>
                <a:xfrm>
                  <a:off x="364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 name="Google Shape;103;p14"/>
                <p:cNvCxnSpPr/>
                <p:nvPr/>
              </p:nvCxnSpPr>
              <p:spPr>
                <a:xfrm>
                  <a:off x="384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 name="Google Shape;104;p14"/>
                <p:cNvCxnSpPr/>
                <p:nvPr/>
              </p:nvCxnSpPr>
              <p:spPr>
                <a:xfrm>
                  <a:off x="403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 name="Google Shape;105;p14"/>
                <p:cNvCxnSpPr/>
                <p:nvPr/>
              </p:nvCxnSpPr>
              <p:spPr>
                <a:xfrm>
                  <a:off x="422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 name="Google Shape;106;p14"/>
                <p:cNvCxnSpPr/>
                <p:nvPr/>
              </p:nvCxnSpPr>
              <p:spPr>
                <a:xfrm>
                  <a:off x="441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 name="Google Shape;107;p14"/>
                <p:cNvCxnSpPr/>
                <p:nvPr/>
              </p:nvCxnSpPr>
              <p:spPr>
                <a:xfrm>
                  <a:off x="460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 name="Google Shape;108;p14"/>
                <p:cNvCxnSpPr/>
                <p:nvPr/>
              </p:nvCxnSpPr>
              <p:spPr>
                <a:xfrm>
                  <a:off x="480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9" name="Google Shape;109;p14"/>
                <p:cNvCxnSpPr/>
                <p:nvPr/>
              </p:nvCxnSpPr>
              <p:spPr>
                <a:xfrm>
                  <a:off x="49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10" name="Google Shape;110;p14"/>
                <p:cNvCxnSpPr/>
                <p:nvPr/>
              </p:nvCxnSpPr>
              <p:spPr>
                <a:xfrm>
                  <a:off x="51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 name="Google Shape;111;p14"/>
                <p:cNvCxnSpPr/>
                <p:nvPr/>
              </p:nvCxnSpPr>
              <p:spPr>
                <a:xfrm>
                  <a:off x="53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 name="Google Shape;112;p14"/>
                <p:cNvCxnSpPr/>
                <p:nvPr/>
              </p:nvCxnSpPr>
              <p:spPr>
                <a:xfrm>
                  <a:off x="5568" y="0"/>
                  <a:ext cx="0" cy="4200"/>
                </a:xfrm>
                <a:prstGeom prst="straightConnector1">
                  <a:avLst/>
                </a:prstGeom>
                <a:noFill/>
                <a:ln cap="flat" cmpd="sng" w="9525">
                  <a:solidFill>
                    <a:schemeClr val="folHlink"/>
                  </a:solidFill>
                  <a:prstDash val="solid"/>
                  <a:miter lim="800000"/>
                  <a:headEnd len="med" w="med" type="none"/>
                  <a:tailEnd len="med" w="med" type="none"/>
                </a:ln>
              </p:spPr>
            </p:cxnSp>
          </p:grpSp>
          <p:cxnSp>
            <p:nvCxnSpPr>
              <p:cNvPr id="113" name="Google Shape;113;p14"/>
              <p:cNvCxnSpPr/>
              <p:nvPr/>
            </p:nvCxnSpPr>
            <p:spPr>
              <a:xfrm>
                <a:off x="5568" y="0"/>
                <a:ext cx="0" cy="1500"/>
              </a:xfrm>
              <a:prstGeom prst="straightConnector1">
                <a:avLst/>
              </a:prstGeom>
              <a:noFill/>
              <a:ln cap="flat" cmpd="sng" w="9525">
                <a:solidFill>
                  <a:schemeClr val="hlink"/>
                </a:solidFill>
                <a:prstDash val="solid"/>
                <a:miter lim="800000"/>
                <a:headEnd len="med" w="med" type="none"/>
                <a:tailEnd len="med" w="med" type="none"/>
              </a:ln>
            </p:spPr>
          </p:cxnSp>
        </p:grpSp>
        <p:grpSp>
          <p:nvGrpSpPr>
            <p:cNvPr id="114" name="Google Shape;114;p14"/>
            <p:cNvGrpSpPr/>
            <p:nvPr/>
          </p:nvGrpSpPr>
          <p:grpSpPr>
            <a:xfrm>
              <a:off x="-86" y="559"/>
              <a:ext cx="4281" cy="1800"/>
              <a:chOff x="-86" y="559"/>
              <a:chExt cx="4281" cy="1800"/>
            </a:xfrm>
          </p:grpSpPr>
          <p:cxnSp>
            <p:nvCxnSpPr>
              <p:cNvPr id="115" name="Google Shape;115;p14"/>
              <p:cNvCxnSpPr/>
              <p:nvPr/>
            </p:nvCxnSpPr>
            <p:spPr>
              <a:xfrm>
                <a:off x="506" y="559"/>
                <a:ext cx="0" cy="1800"/>
              </a:xfrm>
              <a:prstGeom prst="straightConnector1">
                <a:avLst/>
              </a:prstGeom>
              <a:noFill/>
              <a:ln cap="flat" cmpd="sng" w="9525">
                <a:solidFill>
                  <a:schemeClr val="hlink"/>
                </a:solidFill>
                <a:prstDash val="solid"/>
                <a:miter lim="800000"/>
                <a:headEnd len="med" w="med" type="none"/>
                <a:tailEnd len="med" w="med" type="none"/>
              </a:ln>
            </p:spPr>
          </p:cxnSp>
          <p:cxnSp>
            <p:nvCxnSpPr>
              <p:cNvPr id="116" name="Google Shape;116;p14"/>
              <p:cNvCxnSpPr/>
              <p:nvPr/>
            </p:nvCxnSpPr>
            <p:spPr>
              <a:xfrm rot="10800000">
                <a:off x="-86" y="1925"/>
                <a:ext cx="3300" cy="0"/>
              </a:xfrm>
              <a:prstGeom prst="straightConnector1">
                <a:avLst/>
              </a:prstGeom>
              <a:noFill/>
              <a:ln cap="flat" cmpd="sng" w="9525">
                <a:solidFill>
                  <a:schemeClr val="hlink"/>
                </a:solidFill>
                <a:prstDash val="solid"/>
                <a:miter lim="800000"/>
                <a:headEnd len="med" w="med" type="none"/>
                <a:tailEnd len="med" w="med" type="none"/>
              </a:ln>
            </p:spPr>
          </p:cxnSp>
          <p:cxnSp>
            <p:nvCxnSpPr>
              <p:cNvPr id="117" name="Google Shape;117;p14"/>
              <p:cNvCxnSpPr/>
              <p:nvPr/>
            </p:nvCxnSpPr>
            <p:spPr>
              <a:xfrm rot="10800000">
                <a:off x="295" y="939"/>
                <a:ext cx="3900" cy="0"/>
              </a:xfrm>
              <a:prstGeom prst="straightConnector1">
                <a:avLst/>
              </a:prstGeom>
              <a:noFill/>
              <a:ln cap="flat" cmpd="sng" w="9525">
                <a:solidFill>
                  <a:schemeClr val="hlink"/>
                </a:solidFill>
                <a:prstDash val="solid"/>
                <a:miter lim="800000"/>
                <a:headEnd len="med" w="med" type="none"/>
                <a:tailEnd len="med" w="med" type="none"/>
              </a:ln>
            </p:spPr>
          </p:cxnSp>
          <p:sp>
            <p:nvSpPr>
              <p:cNvPr id="118" name="Google Shape;118;p14"/>
              <p:cNvSpPr/>
              <p:nvPr/>
            </p:nvSpPr>
            <p:spPr>
              <a:xfrm flipH="1" rot="-5400000">
                <a:off x="425" y="860"/>
                <a:ext cx="108" cy="108"/>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grpSp>
          <p:nvGrpSpPr>
            <p:cNvPr id="119" name="Google Shape;119;p14"/>
            <p:cNvGrpSpPr/>
            <p:nvPr/>
          </p:nvGrpSpPr>
          <p:grpSpPr>
            <a:xfrm>
              <a:off x="1480" y="1952"/>
              <a:ext cx="3900" cy="1800"/>
              <a:chOff x="1480" y="1952"/>
              <a:chExt cx="3900" cy="1800"/>
            </a:xfrm>
          </p:grpSpPr>
          <p:cxnSp>
            <p:nvCxnSpPr>
              <p:cNvPr id="120" name="Google Shape;120;p14"/>
              <p:cNvCxnSpPr/>
              <p:nvPr/>
            </p:nvCxnSpPr>
            <p:spPr>
              <a:xfrm>
                <a:off x="1480" y="3442"/>
                <a:ext cx="3900" cy="0"/>
              </a:xfrm>
              <a:prstGeom prst="straightConnector1">
                <a:avLst/>
              </a:prstGeom>
              <a:noFill/>
              <a:ln cap="flat" cmpd="sng" w="9525">
                <a:solidFill>
                  <a:schemeClr val="hlink"/>
                </a:solidFill>
                <a:prstDash val="solid"/>
                <a:miter lim="800000"/>
                <a:headEnd len="med" w="med" type="none"/>
                <a:tailEnd len="med" w="med" type="none"/>
              </a:ln>
            </p:spPr>
          </p:cxnSp>
          <p:cxnSp>
            <p:nvCxnSpPr>
              <p:cNvPr id="121" name="Google Shape;121;p14"/>
              <p:cNvCxnSpPr/>
              <p:nvPr/>
            </p:nvCxnSpPr>
            <p:spPr>
              <a:xfrm>
                <a:off x="5172" y="1952"/>
                <a:ext cx="0" cy="1800"/>
              </a:xfrm>
              <a:prstGeom prst="straightConnector1">
                <a:avLst/>
              </a:prstGeom>
              <a:noFill/>
              <a:ln cap="flat" cmpd="sng" w="9525">
                <a:solidFill>
                  <a:schemeClr val="hlink"/>
                </a:solidFill>
                <a:prstDash val="solid"/>
                <a:miter lim="800000"/>
                <a:headEnd len="med" w="med" type="none"/>
                <a:tailEnd len="med" w="med" type="none"/>
              </a:ln>
            </p:spPr>
          </p:cxnSp>
          <p:sp>
            <p:nvSpPr>
              <p:cNvPr id="122" name="Google Shape;122;p14"/>
              <p:cNvSpPr/>
              <p:nvPr/>
            </p:nvSpPr>
            <p:spPr>
              <a:xfrm rot="5400000">
                <a:off x="5145" y="3347"/>
                <a:ext cx="108" cy="108"/>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grpSp>
      <p:sp>
        <p:nvSpPr>
          <p:cNvPr id="123" name="Google Shape;123;p14"/>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descr="Rectangle: Click to edit Master text styles &#10;Second level &#10;Third level &#10;Fourth level &#10;Fifth level" id="124" name="Google Shape;124;p14"/>
          <p:cNvSpPr txBox="1"/>
          <p:nvPr>
            <p:ph idx="1" type="body"/>
          </p:nvPr>
        </p:nvSpPr>
        <p:spPr>
          <a:xfrm>
            <a:off x="838200" y="1428750"/>
            <a:ext cx="7772400" cy="30861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indent="-335280" lvl="1" marL="914400"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indent="-373380" lvl="2" marL="1371600"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11150" lvl="3" marL="1828800"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indent="-304800" lvl="4" marL="22860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04800" lvl="5" marL="27432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indent="-304800" lvl="6" marL="32004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indent="-304800" lvl="7" marL="36576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indent="-304800" lvl="8" marL="41148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5" name="Google Shape;125;p14"/>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solidFill>
                <a:srgbClr val="000000"/>
              </a:solidFill>
              <a:latin typeface="Arial"/>
              <a:ea typeface="Arial"/>
              <a:cs typeface="Arial"/>
              <a:sym typeface="Arial"/>
            </a:endParaRPr>
          </a:p>
        </p:txBody>
      </p:sp>
      <p:sp>
        <p:nvSpPr>
          <p:cNvPr id="126" name="Google Shape;126;p14"/>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grpSp>
        <p:nvGrpSpPr>
          <p:cNvPr id="133" name="Google Shape;133;p16"/>
          <p:cNvGrpSpPr/>
          <p:nvPr/>
        </p:nvGrpSpPr>
        <p:grpSpPr>
          <a:xfrm>
            <a:off x="0" y="0"/>
            <a:ext cx="9067800" cy="5029200"/>
            <a:chOff x="0" y="0"/>
            <a:chExt cx="5712" cy="4224"/>
          </a:xfrm>
        </p:grpSpPr>
        <p:grpSp>
          <p:nvGrpSpPr>
            <p:cNvPr id="134" name="Google Shape;134;p16"/>
            <p:cNvGrpSpPr/>
            <p:nvPr/>
          </p:nvGrpSpPr>
          <p:grpSpPr>
            <a:xfrm>
              <a:off x="0" y="0"/>
              <a:ext cx="5700" cy="4224"/>
              <a:chOff x="0" y="0"/>
              <a:chExt cx="5700" cy="4224"/>
            </a:xfrm>
          </p:grpSpPr>
          <p:grpSp>
            <p:nvGrpSpPr>
              <p:cNvPr id="135" name="Google Shape;135;p16"/>
              <p:cNvGrpSpPr/>
              <p:nvPr/>
            </p:nvGrpSpPr>
            <p:grpSpPr>
              <a:xfrm>
                <a:off x="0" y="192"/>
                <a:ext cx="5700" cy="4032"/>
                <a:chOff x="0" y="192"/>
                <a:chExt cx="5700" cy="4032"/>
              </a:xfrm>
            </p:grpSpPr>
            <p:cxnSp>
              <p:nvCxnSpPr>
                <p:cNvPr id="136" name="Google Shape;136;p16"/>
                <p:cNvCxnSpPr/>
                <p:nvPr/>
              </p:nvCxnSpPr>
              <p:spPr>
                <a:xfrm>
                  <a:off x="0" y="19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37" name="Google Shape;137;p16"/>
                <p:cNvCxnSpPr/>
                <p:nvPr/>
              </p:nvCxnSpPr>
              <p:spPr>
                <a:xfrm>
                  <a:off x="0" y="38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38" name="Google Shape;138;p16"/>
                <p:cNvCxnSpPr/>
                <p:nvPr/>
              </p:nvCxnSpPr>
              <p:spPr>
                <a:xfrm>
                  <a:off x="0" y="57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39" name="Google Shape;139;p16"/>
                <p:cNvCxnSpPr/>
                <p:nvPr/>
              </p:nvCxnSpPr>
              <p:spPr>
                <a:xfrm>
                  <a:off x="0" y="76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0" name="Google Shape;140;p16"/>
                <p:cNvCxnSpPr/>
                <p:nvPr/>
              </p:nvCxnSpPr>
              <p:spPr>
                <a:xfrm>
                  <a:off x="0" y="96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1" name="Google Shape;141;p16"/>
                <p:cNvCxnSpPr/>
                <p:nvPr/>
              </p:nvCxnSpPr>
              <p:spPr>
                <a:xfrm>
                  <a:off x="0" y="115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2" name="Google Shape;142;p16"/>
                <p:cNvCxnSpPr/>
                <p:nvPr/>
              </p:nvCxnSpPr>
              <p:spPr>
                <a:xfrm>
                  <a:off x="0" y="134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3" name="Google Shape;143;p16"/>
                <p:cNvCxnSpPr/>
                <p:nvPr/>
              </p:nvCxnSpPr>
              <p:spPr>
                <a:xfrm>
                  <a:off x="0" y="153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4" name="Google Shape;144;p16"/>
                <p:cNvCxnSpPr/>
                <p:nvPr/>
              </p:nvCxnSpPr>
              <p:spPr>
                <a:xfrm>
                  <a:off x="0" y="172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5" name="Google Shape;145;p16"/>
                <p:cNvCxnSpPr/>
                <p:nvPr/>
              </p:nvCxnSpPr>
              <p:spPr>
                <a:xfrm>
                  <a:off x="0" y="192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6" name="Google Shape;146;p16"/>
                <p:cNvCxnSpPr/>
                <p:nvPr/>
              </p:nvCxnSpPr>
              <p:spPr>
                <a:xfrm>
                  <a:off x="0" y="211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7" name="Google Shape;147;p16"/>
                <p:cNvCxnSpPr/>
                <p:nvPr/>
              </p:nvCxnSpPr>
              <p:spPr>
                <a:xfrm>
                  <a:off x="0" y="230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8" name="Google Shape;148;p16"/>
                <p:cNvCxnSpPr/>
                <p:nvPr/>
              </p:nvCxnSpPr>
              <p:spPr>
                <a:xfrm>
                  <a:off x="0" y="249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9" name="Google Shape;149;p16"/>
                <p:cNvCxnSpPr/>
                <p:nvPr/>
              </p:nvCxnSpPr>
              <p:spPr>
                <a:xfrm>
                  <a:off x="0" y="268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0" name="Google Shape;150;p16"/>
                <p:cNvCxnSpPr/>
                <p:nvPr/>
              </p:nvCxnSpPr>
              <p:spPr>
                <a:xfrm>
                  <a:off x="0" y="288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1" name="Google Shape;151;p16"/>
                <p:cNvCxnSpPr/>
                <p:nvPr/>
              </p:nvCxnSpPr>
              <p:spPr>
                <a:xfrm>
                  <a:off x="0" y="307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2" name="Google Shape;152;p16"/>
                <p:cNvCxnSpPr/>
                <p:nvPr/>
              </p:nvCxnSpPr>
              <p:spPr>
                <a:xfrm>
                  <a:off x="0" y="326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3" name="Google Shape;153;p16"/>
                <p:cNvCxnSpPr/>
                <p:nvPr/>
              </p:nvCxnSpPr>
              <p:spPr>
                <a:xfrm>
                  <a:off x="0" y="345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4" name="Google Shape;154;p16"/>
                <p:cNvCxnSpPr/>
                <p:nvPr/>
              </p:nvCxnSpPr>
              <p:spPr>
                <a:xfrm>
                  <a:off x="0" y="364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5" name="Google Shape;155;p16"/>
                <p:cNvCxnSpPr/>
                <p:nvPr/>
              </p:nvCxnSpPr>
              <p:spPr>
                <a:xfrm>
                  <a:off x="0" y="384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6" name="Google Shape;156;p16"/>
                <p:cNvCxnSpPr/>
                <p:nvPr/>
              </p:nvCxnSpPr>
              <p:spPr>
                <a:xfrm>
                  <a:off x="0" y="403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7" name="Google Shape;157;p16"/>
                <p:cNvCxnSpPr/>
                <p:nvPr/>
              </p:nvCxnSpPr>
              <p:spPr>
                <a:xfrm>
                  <a:off x="0" y="4224"/>
                  <a:ext cx="570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58" name="Google Shape;158;p16"/>
              <p:cNvGrpSpPr/>
              <p:nvPr/>
            </p:nvGrpSpPr>
            <p:grpSpPr>
              <a:xfrm>
                <a:off x="192" y="0"/>
                <a:ext cx="5376" cy="4200"/>
                <a:chOff x="192" y="0"/>
                <a:chExt cx="5376" cy="4200"/>
              </a:xfrm>
            </p:grpSpPr>
            <p:cxnSp>
              <p:nvCxnSpPr>
                <p:cNvPr id="159" name="Google Shape;159;p16"/>
                <p:cNvCxnSpPr/>
                <p:nvPr/>
              </p:nvCxnSpPr>
              <p:spPr>
                <a:xfrm>
                  <a:off x="1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0" name="Google Shape;160;p16"/>
                <p:cNvCxnSpPr/>
                <p:nvPr/>
              </p:nvCxnSpPr>
              <p:spPr>
                <a:xfrm>
                  <a:off x="3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1" name="Google Shape;161;p16"/>
                <p:cNvCxnSpPr/>
                <p:nvPr/>
              </p:nvCxnSpPr>
              <p:spPr>
                <a:xfrm>
                  <a:off x="5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2" name="Google Shape;162;p16"/>
                <p:cNvCxnSpPr/>
                <p:nvPr/>
              </p:nvCxnSpPr>
              <p:spPr>
                <a:xfrm>
                  <a:off x="76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3" name="Google Shape;163;p16"/>
                <p:cNvCxnSpPr/>
                <p:nvPr/>
              </p:nvCxnSpPr>
              <p:spPr>
                <a:xfrm>
                  <a:off x="96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4" name="Google Shape;164;p16"/>
                <p:cNvCxnSpPr/>
                <p:nvPr/>
              </p:nvCxnSpPr>
              <p:spPr>
                <a:xfrm>
                  <a:off x="115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5" name="Google Shape;165;p16"/>
                <p:cNvCxnSpPr/>
                <p:nvPr/>
              </p:nvCxnSpPr>
              <p:spPr>
                <a:xfrm>
                  <a:off x="134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6" name="Google Shape;166;p16"/>
                <p:cNvCxnSpPr/>
                <p:nvPr/>
              </p:nvCxnSpPr>
              <p:spPr>
                <a:xfrm>
                  <a:off x="153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7" name="Google Shape;167;p16"/>
                <p:cNvCxnSpPr/>
                <p:nvPr/>
              </p:nvCxnSpPr>
              <p:spPr>
                <a:xfrm>
                  <a:off x="172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8" name="Google Shape;168;p16"/>
                <p:cNvCxnSpPr/>
                <p:nvPr/>
              </p:nvCxnSpPr>
              <p:spPr>
                <a:xfrm>
                  <a:off x="192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9" name="Google Shape;169;p16"/>
                <p:cNvCxnSpPr/>
                <p:nvPr/>
              </p:nvCxnSpPr>
              <p:spPr>
                <a:xfrm>
                  <a:off x="211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0" name="Google Shape;170;p16"/>
                <p:cNvCxnSpPr/>
                <p:nvPr/>
              </p:nvCxnSpPr>
              <p:spPr>
                <a:xfrm>
                  <a:off x="230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1" name="Google Shape;171;p16"/>
                <p:cNvCxnSpPr/>
                <p:nvPr/>
              </p:nvCxnSpPr>
              <p:spPr>
                <a:xfrm>
                  <a:off x="249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2" name="Google Shape;172;p16"/>
                <p:cNvCxnSpPr/>
                <p:nvPr/>
              </p:nvCxnSpPr>
              <p:spPr>
                <a:xfrm>
                  <a:off x="268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3" name="Google Shape;173;p16"/>
                <p:cNvCxnSpPr/>
                <p:nvPr/>
              </p:nvCxnSpPr>
              <p:spPr>
                <a:xfrm>
                  <a:off x="288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4" name="Google Shape;174;p16"/>
                <p:cNvCxnSpPr/>
                <p:nvPr/>
              </p:nvCxnSpPr>
              <p:spPr>
                <a:xfrm>
                  <a:off x="307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5" name="Google Shape;175;p16"/>
                <p:cNvCxnSpPr/>
                <p:nvPr/>
              </p:nvCxnSpPr>
              <p:spPr>
                <a:xfrm>
                  <a:off x="326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6" name="Google Shape;176;p16"/>
                <p:cNvCxnSpPr/>
                <p:nvPr/>
              </p:nvCxnSpPr>
              <p:spPr>
                <a:xfrm>
                  <a:off x="345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7" name="Google Shape;177;p16"/>
                <p:cNvCxnSpPr/>
                <p:nvPr/>
              </p:nvCxnSpPr>
              <p:spPr>
                <a:xfrm>
                  <a:off x="364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8" name="Google Shape;178;p16"/>
                <p:cNvCxnSpPr/>
                <p:nvPr/>
              </p:nvCxnSpPr>
              <p:spPr>
                <a:xfrm>
                  <a:off x="384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9" name="Google Shape;179;p16"/>
                <p:cNvCxnSpPr/>
                <p:nvPr/>
              </p:nvCxnSpPr>
              <p:spPr>
                <a:xfrm>
                  <a:off x="403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0" name="Google Shape;180;p16"/>
                <p:cNvCxnSpPr/>
                <p:nvPr/>
              </p:nvCxnSpPr>
              <p:spPr>
                <a:xfrm>
                  <a:off x="422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1" name="Google Shape;181;p16"/>
                <p:cNvCxnSpPr/>
                <p:nvPr/>
              </p:nvCxnSpPr>
              <p:spPr>
                <a:xfrm>
                  <a:off x="441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2" name="Google Shape;182;p16"/>
                <p:cNvCxnSpPr/>
                <p:nvPr/>
              </p:nvCxnSpPr>
              <p:spPr>
                <a:xfrm>
                  <a:off x="460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3" name="Google Shape;183;p16"/>
                <p:cNvCxnSpPr/>
                <p:nvPr/>
              </p:nvCxnSpPr>
              <p:spPr>
                <a:xfrm>
                  <a:off x="480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4" name="Google Shape;184;p16"/>
                <p:cNvCxnSpPr/>
                <p:nvPr/>
              </p:nvCxnSpPr>
              <p:spPr>
                <a:xfrm>
                  <a:off x="49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5" name="Google Shape;185;p16"/>
                <p:cNvCxnSpPr/>
                <p:nvPr/>
              </p:nvCxnSpPr>
              <p:spPr>
                <a:xfrm>
                  <a:off x="51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6" name="Google Shape;186;p16"/>
                <p:cNvCxnSpPr/>
                <p:nvPr/>
              </p:nvCxnSpPr>
              <p:spPr>
                <a:xfrm>
                  <a:off x="53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7" name="Google Shape;187;p16"/>
                <p:cNvCxnSpPr/>
                <p:nvPr/>
              </p:nvCxnSpPr>
              <p:spPr>
                <a:xfrm>
                  <a:off x="5568" y="0"/>
                  <a:ext cx="0" cy="420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88" name="Google Shape;188;p16"/>
            <p:cNvSpPr txBox="1"/>
            <p:nvPr/>
          </p:nvSpPr>
          <p:spPr>
            <a:xfrm>
              <a:off x="2112" y="0"/>
              <a:ext cx="3600" cy="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cxnSp>
          <p:nvCxnSpPr>
            <p:cNvPr id="189" name="Google Shape;189;p16"/>
            <p:cNvCxnSpPr/>
            <p:nvPr/>
          </p:nvCxnSpPr>
          <p:spPr>
            <a:xfrm>
              <a:off x="5568" y="0"/>
              <a:ext cx="0" cy="1500"/>
            </a:xfrm>
            <a:prstGeom prst="straightConnector1">
              <a:avLst/>
            </a:prstGeom>
            <a:noFill/>
            <a:ln cap="flat" cmpd="sng" w="9525">
              <a:solidFill>
                <a:schemeClr val="hlink"/>
              </a:solidFill>
              <a:prstDash val="solid"/>
              <a:miter lim="800000"/>
              <a:headEnd len="med" w="med" type="none"/>
              <a:tailEnd len="med" w="med" type="none"/>
            </a:ln>
          </p:spPr>
        </p:cxnSp>
        <p:grpSp>
          <p:nvGrpSpPr>
            <p:cNvPr id="190" name="Google Shape;190;p16"/>
            <p:cNvGrpSpPr/>
            <p:nvPr/>
          </p:nvGrpSpPr>
          <p:grpSpPr>
            <a:xfrm>
              <a:off x="316" y="892"/>
              <a:ext cx="1069" cy="1529"/>
              <a:chOff x="204" y="916"/>
              <a:chExt cx="2100" cy="3004"/>
            </a:xfrm>
          </p:grpSpPr>
          <p:cxnSp>
            <p:nvCxnSpPr>
              <p:cNvPr id="191" name="Google Shape;191;p16"/>
              <p:cNvCxnSpPr/>
              <p:nvPr/>
            </p:nvCxnSpPr>
            <p:spPr>
              <a:xfrm rot="10800000">
                <a:off x="204" y="1038"/>
                <a:ext cx="2100" cy="0"/>
              </a:xfrm>
              <a:prstGeom prst="straightConnector1">
                <a:avLst/>
              </a:prstGeom>
              <a:noFill/>
              <a:ln cap="flat" cmpd="sng" w="9525">
                <a:solidFill>
                  <a:schemeClr val="hlink"/>
                </a:solidFill>
                <a:prstDash val="solid"/>
                <a:miter lim="800000"/>
                <a:headEnd len="med" w="med" type="none"/>
                <a:tailEnd len="med" w="med" type="none"/>
              </a:ln>
            </p:spPr>
          </p:cxnSp>
          <p:cxnSp>
            <p:nvCxnSpPr>
              <p:cNvPr id="192" name="Google Shape;192;p16"/>
              <p:cNvCxnSpPr/>
              <p:nvPr/>
            </p:nvCxnSpPr>
            <p:spPr>
              <a:xfrm>
                <a:off x="336" y="920"/>
                <a:ext cx="0" cy="3000"/>
              </a:xfrm>
              <a:prstGeom prst="straightConnector1">
                <a:avLst/>
              </a:prstGeom>
              <a:noFill/>
              <a:ln cap="flat" cmpd="sng" w="9525">
                <a:solidFill>
                  <a:schemeClr val="hlink"/>
                </a:solidFill>
                <a:prstDash val="solid"/>
                <a:miter lim="800000"/>
                <a:headEnd len="med" w="med" type="none"/>
                <a:tailEnd len="med" w="med" type="none"/>
              </a:ln>
            </p:spPr>
          </p:cxnSp>
          <p:sp>
            <p:nvSpPr>
              <p:cNvPr id="193" name="Google Shape;193;p16"/>
              <p:cNvSpPr/>
              <p:nvPr/>
            </p:nvSpPr>
            <p:spPr>
              <a:xfrm flipH="1">
                <a:off x="240" y="916"/>
                <a:ext cx="216" cy="216"/>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grpSp>
      <p:sp>
        <p:nvSpPr>
          <p:cNvPr id="194" name="Google Shape;194;p16"/>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descr="Rectangle: Click to edit Master text styles &#10;Second level &#10;Third level &#10;Fourth level &#10;Fifth level" id="195" name="Google Shape;195;p16"/>
          <p:cNvSpPr txBox="1"/>
          <p:nvPr>
            <p:ph idx="1" type="body"/>
          </p:nvPr>
        </p:nvSpPr>
        <p:spPr>
          <a:xfrm>
            <a:off x="838200" y="1428750"/>
            <a:ext cx="7772400" cy="30861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indent="-335280" lvl="1" marL="914400"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indent="-373380" lvl="2" marL="1371600"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11150" lvl="3" marL="1828800"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indent="-304800" lvl="4" marL="22860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04800" lvl="5" marL="27432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indent="-304800" lvl="6" marL="32004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indent="-304800" lvl="7" marL="36576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indent="-304800" lvl="8" marL="41148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96" name="Google Shape;196;p16"/>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197" name="Google Shape;197;p16"/>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198" name="Google Shape;198;p16"/>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0.png"/><Relationship Id="rId6"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5.png"/><Relationship Id="rId5" Type="http://schemas.openxmlformats.org/officeDocument/2006/relationships/image" Target="../media/image26.png"/><Relationship Id="rId6" Type="http://schemas.openxmlformats.org/officeDocument/2006/relationships/image" Target="../media/image13.png"/><Relationship Id="rId7"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28.png"/><Relationship Id="rId6" Type="http://schemas.openxmlformats.org/officeDocument/2006/relationships/image" Target="../media/image18.png"/><Relationship Id="rId7"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34.png"/><Relationship Id="rId6" Type="http://schemas.openxmlformats.org/officeDocument/2006/relationships/image" Target="../media/image23.png"/><Relationship Id="rId7"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2"/>
          <p:cNvSpPr txBox="1"/>
          <p:nvPr>
            <p:ph type="ctrTitle"/>
          </p:nvPr>
        </p:nvSpPr>
        <p:spPr>
          <a:xfrm>
            <a:off x="1193275" y="143105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GB" sz="3600" u="none">
                <a:solidFill>
                  <a:schemeClr val="dk2"/>
                </a:solidFill>
                <a:latin typeface="Times New Roman"/>
                <a:ea typeface="Times New Roman"/>
                <a:cs typeface="Times New Roman"/>
                <a:sym typeface="Times New Roman"/>
              </a:rPr>
              <a:t>Chapter </a:t>
            </a:r>
            <a:r>
              <a:rPr lang="en-GB" sz="3600"/>
              <a:t>4</a:t>
            </a:r>
            <a:r>
              <a:rPr b="0" i="0" lang="en-GB" sz="3600" u="none">
                <a:solidFill>
                  <a:schemeClr val="dk2"/>
                </a:solidFill>
                <a:latin typeface="Times New Roman"/>
                <a:ea typeface="Times New Roman"/>
                <a:cs typeface="Times New Roman"/>
                <a:sym typeface="Times New Roman"/>
              </a:rPr>
              <a:t>: </a:t>
            </a:r>
            <a:br>
              <a:rPr b="0" i="0" lang="en-GB" sz="3600" u="none">
                <a:solidFill>
                  <a:schemeClr val="dk2"/>
                </a:solidFill>
                <a:latin typeface="Times New Roman"/>
                <a:ea typeface="Times New Roman"/>
                <a:cs typeface="Times New Roman"/>
                <a:sym typeface="Times New Roman"/>
              </a:rPr>
            </a:br>
            <a:r>
              <a:rPr lang="en-GB" sz="3600"/>
              <a:t>Cluster Analysis in Data Mining</a:t>
            </a:r>
            <a:endParaRPr sz="3600"/>
          </a:p>
        </p:txBody>
      </p:sp>
      <p:pic>
        <p:nvPicPr>
          <p:cNvPr id="236" name="Google Shape;236;p22"/>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3"/>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242" name="Google Shape;242;p23"/>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Understand the importance of clustering validation.</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Explore evaluation measures for measuring clustering quality.</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Learn about constraint-based clustering and its role in validation.</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Discover external measures for comparing clustering results to ground truth.</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Recognize internal measures for evaluating clustering without external validation.</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Gain insights into cluster stability and clustering tendency.</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Let's delve into the world of clustering validation and how it contributes to robust analysis.</a:t>
            </a:r>
            <a:endParaRPr sz="1800">
              <a:solidFill>
                <a:srgbClr val="1F1F1F"/>
              </a:solidFill>
            </a:endParaRPr>
          </a:p>
        </p:txBody>
      </p:sp>
      <p:pic>
        <p:nvPicPr>
          <p:cNvPr id="243" name="Google Shape;243;p23"/>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44" name="Google Shape;244;p23"/>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45" name="Google Shape;245;p23"/>
          <p:cNvSpPr txBox="1"/>
          <p:nvPr/>
        </p:nvSpPr>
        <p:spPr>
          <a:xfrm>
            <a:off x="762000" y="1184875"/>
            <a:ext cx="41976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Objective</a:t>
            </a:r>
            <a:endParaRPr b="1" i="1">
              <a:solidFill>
                <a:srgbClr val="0B5394"/>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4"/>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251" name="Google Shape;251;p24"/>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Clustering validation is crucial to ensure the reliability and meaningfulness of clustering outcomes.</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Why Validate Clustering?</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Objective Assessment: Evaluate if clusters reflect true underlying patterns.</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Comparison: Compare different clustering algorithms or parameter settings.</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Insight Interpretation: Support meaningful interpretation of cluster results.</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Validating clustering results prevents misleading interpretations and enhances data-driven decision-making.</a:t>
            </a:r>
            <a:endParaRPr sz="1800">
              <a:solidFill>
                <a:srgbClr val="1F1F1F"/>
              </a:solidFill>
            </a:endParaRPr>
          </a:p>
        </p:txBody>
      </p:sp>
      <p:pic>
        <p:nvPicPr>
          <p:cNvPr id="252" name="Google Shape;252;p24"/>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53" name="Google Shape;253;p24"/>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54" name="Google Shape;254;p24"/>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Clustering Validation Importance</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5"/>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260" name="Google Shape;260;p25"/>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Major issues on clustering validation and assessment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Clustering evaluation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Evaluating the goodness of the clustering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Clustering stability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To understand the sensitivity of the clustering result to various algorithm parameters, e.g., # of clusters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Clustering tendency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Assess the suitability of clustering, i.e., whether the data has any inherent grouping structure</a:t>
            </a:r>
            <a:endParaRPr sz="1800">
              <a:solidFill>
                <a:srgbClr val="1F1F1F"/>
              </a:solidFill>
            </a:endParaRPr>
          </a:p>
        </p:txBody>
      </p:sp>
      <p:pic>
        <p:nvPicPr>
          <p:cNvPr id="261" name="Google Shape;261;p25"/>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62" name="Google Shape;262;p25"/>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63" name="Google Shape;263;p25"/>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Clustering Validation and </a:t>
            </a:r>
            <a:r>
              <a:rPr b="1" i="1" lang="en-GB" sz="1800">
                <a:solidFill>
                  <a:srgbClr val="0B5394"/>
                </a:solidFill>
                <a:latin typeface="Times New Roman"/>
                <a:ea typeface="Times New Roman"/>
                <a:cs typeface="Times New Roman"/>
                <a:sym typeface="Times New Roman"/>
              </a:rPr>
              <a:t>Assessment</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6"/>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269" name="Google Shape;269;p26"/>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Clustering Evaluation: Evaluating the goodness of clustering results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No commonly recognized best suitable measure in practice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Three categorization of measures: External, internal, and relative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External: Supervised, employ criteria not inherent to the dataset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Internal: Unsupervised, criteria derived from data itself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Relative: Directly compare different clusterings, usually those obtained via different parameter settings for the same algorithm</a:t>
            </a:r>
            <a:endParaRPr sz="1800">
              <a:solidFill>
                <a:srgbClr val="1F1F1F"/>
              </a:solidFill>
            </a:endParaRPr>
          </a:p>
        </p:txBody>
      </p:sp>
      <p:pic>
        <p:nvPicPr>
          <p:cNvPr id="270" name="Google Shape;270;p26"/>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71" name="Google Shape;271;p26"/>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72" name="Google Shape;272;p26"/>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Measuring Clustering Quality</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7"/>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278" name="Google Shape;278;p27"/>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Given the ground truth T, Q(C, T) is the quality measure for a clustering C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Q(C, T) is good if it satisfies the following four essential criteria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Cluster homogeneity  - The purer, the better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Cluster completeness - Assign objects belonging to the same category in the ground truth to the same cluster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Rag bag better than alien - Putting a heterogeneous object into a pure cluster should be penalized more than putting it into a rag bag (i.e., “miscellaneous” or “other” category)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Small cluster preservation - Splitting a small category into pieces is more harmful than splitting a large category into pieces</a:t>
            </a:r>
            <a:endParaRPr sz="1800">
              <a:solidFill>
                <a:srgbClr val="1F1F1F"/>
              </a:solidFill>
            </a:endParaRPr>
          </a:p>
        </p:txBody>
      </p:sp>
      <p:pic>
        <p:nvPicPr>
          <p:cNvPr id="279" name="Google Shape;279;p27"/>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80" name="Google Shape;280;p27"/>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81" name="Google Shape;281;p27"/>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Measuring Clustering Quality: External Methods </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8"/>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287" name="Google Shape;287;p28"/>
          <p:cNvSpPr txBox="1"/>
          <p:nvPr>
            <p:ph idx="1" type="body"/>
          </p:nvPr>
        </p:nvSpPr>
        <p:spPr>
          <a:xfrm>
            <a:off x="762000" y="1572600"/>
            <a:ext cx="7374600" cy="31602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Matching-Based Measures (I): Purity vs. Maximum Matching</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Purity: Quantifies the extent that cluster Ci contains points only from one (ground truth) partition: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Total purity of clustering C: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Perfect clustering if purity = 1 and r = k (the number of clusters obtained is the same as that in the ground truth)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Ex. 1 (green or orange): purity1 = 30/50; purity2 = 20/25; purity3 = 25/25; purity = (30 + 20 + 25)/100 = 0.75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Two clusters may share the same majority partition</a:t>
            </a:r>
            <a:endParaRPr sz="1800">
              <a:solidFill>
                <a:srgbClr val="1F1F1F"/>
              </a:solidFill>
            </a:endParaRPr>
          </a:p>
        </p:txBody>
      </p:sp>
      <p:pic>
        <p:nvPicPr>
          <p:cNvPr id="288" name="Google Shape;288;p28"/>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89" name="Google Shape;289;p28"/>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90" name="Google Shape;290;p28"/>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External Measures I: Matching-Based Measures</a:t>
            </a:r>
            <a:endParaRPr b="1" i="1" sz="1800">
              <a:solidFill>
                <a:srgbClr val="0B5394"/>
              </a:solidFill>
              <a:latin typeface="Times New Roman"/>
              <a:ea typeface="Times New Roman"/>
              <a:cs typeface="Times New Roman"/>
              <a:sym typeface="Times New Roman"/>
            </a:endParaRPr>
          </a:p>
        </p:txBody>
      </p:sp>
      <p:pic>
        <p:nvPicPr>
          <p:cNvPr id="291" name="Google Shape;291;p28"/>
          <p:cNvPicPr preferRelativeResize="0"/>
          <p:nvPr/>
        </p:nvPicPr>
        <p:blipFill>
          <a:blip r:embed="rId4">
            <a:alphaModFix/>
          </a:blip>
          <a:stretch>
            <a:fillRect/>
          </a:stretch>
        </p:blipFill>
        <p:spPr>
          <a:xfrm>
            <a:off x="3468513" y="2154425"/>
            <a:ext cx="1743075" cy="514350"/>
          </a:xfrm>
          <a:prstGeom prst="rect">
            <a:avLst/>
          </a:prstGeom>
          <a:noFill/>
          <a:ln>
            <a:noFill/>
          </a:ln>
        </p:spPr>
      </p:pic>
      <p:pic>
        <p:nvPicPr>
          <p:cNvPr id="292" name="Google Shape;292;p28"/>
          <p:cNvPicPr preferRelativeResize="0"/>
          <p:nvPr/>
        </p:nvPicPr>
        <p:blipFill>
          <a:blip r:embed="rId5">
            <a:alphaModFix/>
          </a:blip>
          <a:stretch>
            <a:fillRect/>
          </a:stretch>
        </p:blipFill>
        <p:spPr>
          <a:xfrm>
            <a:off x="5211588" y="2347913"/>
            <a:ext cx="2924175" cy="447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9"/>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298" name="Google Shape;298;p29"/>
          <p:cNvSpPr txBox="1"/>
          <p:nvPr>
            <p:ph idx="1" type="body"/>
          </p:nvPr>
        </p:nvSpPr>
        <p:spPr>
          <a:xfrm>
            <a:off x="762000" y="1646575"/>
            <a:ext cx="56772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Maximum matching: Only one cluster can match one partition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Match: Pairwise matching, weight w(eij) = nij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Maximum weight matching: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Ex2. (green) match = purity = 0.75; (orange) match = 0.65 &gt; 0.6</a:t>
            </a:r>
            <a:endParaRPr sz="1800">
              <a:solidFill>
                <a:srgbClr val="1F1F1F"/>
              </a:solidFill>
            </a:endParaRPr>
          </a:p>
        </p:txBody>
      </p:sp>
      <p:pic>
        <p:nvPicPr>
          <p:cNvPr id="299" name="Google Shape;299;p29"/>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00" name="Google Shape;300;p29"/>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01" name="Google Shape;301;p29"/>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External Measures I: Matching-Based Measures</a:t>
            </a:r>
            <a:endParaRPr b="1" i="1" sz="1800">
              <a:solidFill>
                <a:srgbClr val="0B5394"/>
              </a:solidFill>
              <a:latin typeface="Times New Roman"/>
              <a:ea typeface="Times New Roman"/>
              <a:cs typeface="Times New Roman"/>
              <a:sym typeface="Times New Roman"/>
            </a:endParaRPr>
          </a:p>
        </p:txBody>
      </p:sp>
      <p:pic>
        <p:nvPicPr>
          <p:cNvPr id="302" name="Google Shape;302;p29"/>
          <p:cNvPicPr preferRelativeResize="0"/>
          <p:nvPr/>
        </p:nvPicPr>
        <p:blipFill>
          <a:blip r:embed="rId4">
            <a:alphaModFix/>
          </a:blip>
          <a:stretch>
            <a:fillRect/>
          </a:stretch>
        </p:blipFill>
        <p:spPr>
          <a:xfrm>
            <a:off x="6439212" y="741525"/>
            <a:ext cx="2201675" cy="3991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0"/>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308" name="Google Shape;308;p30"/>
          <p:cNvSpPr txBox="1"/>
          <p:nvPr>
            <p:ph idx="1" type="body"/>
          </p:nvPr>
        </p:nvSpPr>
        <p:spPr>
          <a:xfrm>
            <a:off x="762000" y="1646575"/>
            <a:ext cx="60936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Precision: The fraction of points in Ci from the majority partition (i.e., the same as purity), where j i is the partition that contains the maximum # of points from Ci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Ex. For the green table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prec1 = 30/50; prec2 = 20/25; prec3 = 25/25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Recall: The fraction of point in partition shared in common with cluster Ci , where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Ex. For the green table  </a:t>
            </a:r>
            <a:endParaRPr sz="1800">
              <a:solidFill>
                <a:srgbClr val="1F1F1F"/>
              </a:solidFill>
            </a:endParaRPr>
          </a:p>
          <a:p>
            <a:pPr indent="-268605" lvl="3" marL="1600200" rtl="0" algn="just">
              <a:spcBef>
                <a:spcPts val="440"/>
              </a:spcBef>
              <a:spcAft>
                <a:spcPts val="0"/>
              </a:spcAft>
              <a:buClr>
                <a:srgbClr val="40458C"/>
              </a:buClr>
              <a:buSzPts val="1800"/>
              <a:buChar char="●"/>
            </a:pPr>
            <a:r>
              <a:rPr lang="en-GB" sz="1800">
                <a:solidFill>
                  <a:srgbClr val="1F1F1F"/>
                </a:solidFill>
              </a:rPr>
              <a:t>recall1 = 30/35; recall2 = 20/40; </a:t>
            </a:r>
            <a:endParaRPr sz="1800">
              <a:solidFill>
                <a:srgbClr val="1F1F1F"/>
              </a:solidFill>
            </a:endParaRPr>
          </a:p>
          <a:p>
            <a:pPr indent="-268605" lvl="3" marL="1600200" rtl="0" algn="just">
              <a:spcBef>
                <a:spcPts val="440"/>
              </a:spcBef>
              <a:spcAft>
                <a:spcPts val="0"/>
              </a:spcAft>
              <a:buClr>
                <a:srgbClr val="40458C"/>
              </a:buClr>
              <a:buSzPts val="1800"/>
              <a:buChar char="●"/>
            </a:pPr>
            <a:r>
              <a:rPr lang="en-GB" sz="1800">
                <a:solidFill>
                  <a:srgbClr val="1F1F1F"/>
                </a:solidFill>
              </a:rPr>
              <a:t>recall3 = 25/25</a:t>
            </a:r>
            <a:endParaRPr sz="1800">
              <a:solidFill>
                <a:srgbClr val="1F1F1F"/>
              </a:solidFill>
            </a:endParaRPr>
          </a:p>
        </p:txBody>
      </p:sp>
      <p:pic>
        <p:nvPicPr>
          <p:cNvPr id="309" name="Google Shape;309;p30"/>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10" name="Google Shape;310;p30"/>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11" name="Google Shape;311;p30"/>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Matching-Based Measures (II): F-Measure</a:t>
            </a:r>
            <a:endParaRPr b="1" i="1" sz="1800">
              <a:solidFill>
                <a:srgbClr val="0B5394"/>
              </a:solidFill>
              <a:latin typeface="Times New Roman"/>
              <a:ea typeface="Times New Roman"/>
              <a:cs typeface="Times New Roman"/>
              <a:sym typeface="Times New Roman"/>
            </a:endParaRPr>
          </a:p>
        </p:txBody>
      </p:sp>
      <p:pic>
        <p:nvPicPr>
          <p:cNvPr id="312" name="Google Shape;312;p30"/>
          <p:cNvPicPr preferRelativeResize="0"/>
          <p:nvPr/>
        </p:nvPicPr>
        <p:blipFill>
          <a:blip r:embed="rId4">
            <a:alphaModFix/>
          </a:blip>
          <a:stretch>
            <a:fillRect/>
          </a:stretch>
        </p:blipFill>
        <p:spPr>
          <a:xfrm>
            <a:off x="6114588" y="2342263"/>
            <a:ext cx="2295525" cy="619125"/>
          </a:xfrm>
          <a:prstGeom prst="rect">
            <a:avLst/>
          </a:prstGeom>
          <a:noFill/>
          <a:ln>
            <a:noFill/>
          </a:ln>
        </p:spPr>
      </p:pic>
      <p:pic>
        <p:nvPicPr>
          <p:cNvPr id="313" name="Google Shape;313;p30"/>
          <p:cNvPicPr preferRelativeResize="0"/>
          <p:nvPr/>
        </p:nvPicPr>
        <p:blipFill>
          <a:blip r:embed="rId5">
            <a:alphaModFix/>
          </a:blip>
          <a:stretch>
            <a:fillRect/>
          </a:stretch>
        </p:blipFill>
        <p:spPr>
          <a:xfrm>
            <a:off x="6270563" y="3818388"/>
            <a:ext cx="1983600" cy="60685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1"/>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319" name="Google Shape;319;p31"/>
          <p:cNvSpPr txBox="1"/>
          <p:nvPr>
            <p:ph idx="1" type="body"/>
          </p:nvPr>
        </p:nvSpPr>
        <p:spPr>
          <a:xfrm>
            <a:off x="762000" y="1646575"/>
            <a:ext cx="40917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P</a:t>
            </a:r>
            <a:r>
              <a:rPr lang="en-GB" sz="1800">
                <a:solidFill>
                  <a:srgbClr val="1F1F1F"/>
                </a:solidFill>
              </a:rPr>
              <a:t>F-measure for Ci :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The harmonic means of preci and recalli :  </a:t>
            </a:r>
            <a:endParaRPr sz="1800">
              <a:solidFill>
                <a:srgbClr val="1F1F1F"/>
              </a:solidFill>
            </a:endParaRPr>
          </a:p>
          <a:p>
            <a:pPr indent="0" lvl="0" marL="742950" rtl="0" algn="just">
              <a:spcBef>
                <a:spcPts val="440"/>
              </a:spcBef>
              <a:spcAft>
                <a:spcPts val="0"/>
              </a:spcAft>
              <a:buNone/>
            </a:pPr>
            <a:r>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F-measure for clustering C: average of all clusters: </a:t>
            </a:r>
            <a:endParaRPr sz="1800">
              <a:solidFill>
                <a:srgbClr val="1F1F1F"/>
              </a:solidFill>
            </a:endParaRPr>
          </a:p>
          <a:p>
            <a:pPr indent="0" lvl="0" marL="0" rtl="0" algn="just">
              <a:spcBef>
                <a:spcPts val="440"/>
              </a:spcBef>
              <a:spcAft>
                <a:spcPts val="0"/>
              </a:spcAft>
              <a:buNone/>
            </a:pPr>
            <a:r>
              <a:rPr lang="en-GB" sz="1800">
                <a:solidFill>
                  <a:srgbClr val="1F1F1F"/>
                </a:solidFill>
              </a:rPr>
              <a:t>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Ex. For the green table  </a:t>
            </a:r>
            <a:endParaRPr sz="1800">
              <a:solidFill>
                <a:srgbClr val="1F1F1F"/>
              </a:solidFill>
            </a:endParaRPr>
          </a:p>
          <a:p>
            <a:pPr indent="-268605" lvl="3" marL="1600200" rtl="0" algn="just">
              <a:spcBef>
                <a:spcPts val="440"/>
              </a:spcBef>
              <a:spcAft>
                <a:spcPts val="0"/>
              </a:spcAft>
              <a:buClr>
                <a:srgbClr val="40458C"/>
              </a:buClr>
              <a:buSzPts val="1800"/>
              <a:buChar char="●"/>
            </a:pPr>
            <a:r>
              <a:rPr lang="en-GB" sz="1800">
                <a:solidFill>
                  <a:srgbClr val="1F1F1F"/>
                </a:solidFill>
              </a:rPr>
              <a:t>F1 = 60/85; F2 = 40/65; F3 = 1; F = 0.774</a:t>
            </a:r>
            <a:endParaRPr sz="1800">
              <a:solidFill>
                <a:srgbClr val="1F1F1F"/>
              </a:solidFill>
            </a:endParaRPr>
          </a:p>
        </p:txBody>
      </p:sp>
      <p:pic>
        <p:nvPicPr>
          <p:cNvPr id="320" name="Google Shape;320;p31"/>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21" name="Google Shape;321;p31"/>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22" name="Google Shape;322;p31"/>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Matching-Based Measures (II): F-Measure</a:t>
            </a:r>
            <a:endParaRPr b="1" i="1" sz="1800">
              <a:solidFill>
                <a:srgbClr val="0B5394"/>
              </a:solidFill>
              <a:latin typeface="Times New Roman"/>
              <a:ea typeface="Times New Roman"/>
              <a:cs typeface="Times New Roman"/>
              <a:sym typeface="Times New Roman"/>
            </a:endParaRPr>
          </a:p>
        </p:txBody>
      </p:sp>
      <p:pic>
        <p:nvPicPr>
          <p:cNvPr id="323" name="Google Shape;323;p31"/>
          <p:cNvPicPr preferRelativeResize="0"/>
          <p:nvPr/>
        </p:nvPicPr>
        <p:blipFill>
          <a:blip r:embed="rId4">
            <a:alphaModFix/>
          </a:blip>
          <a:stretch>
            <a:fillRect/>
          </a:stretch>
        </p:blipFill>
        <p:spPr>
          <a:xfrm>
            <a:off x="2475900" y="2407500"/>
            <a:ext cx="1162050" cy="495300"/>
          </a:xfrm>
          <a:prstGeom prst="rect">
            <a:avLst/>
          </a:prstGeom>
          <a:noFill/>
          <a:ln>
            <a:noFill/>
          </a:ln>
        </p:spPr>
      </p:pic>
      <p:pic>
        <p:nvPicPr>
          <p:cNvPr id="324" name="Google Shape;324;p31"/>
          <p:cNvPicPr preferRelativeResize="0"/>
          <p:nvPr/>
        </p:nvPicPr>
        <p:blipFill>
          <a:blip r:embed="rId5">
            <a:alphaModFix/>
          </a:blip>
          <a:stretch>
            <a:fillRect/>
          </a:stretch>
        </p:blipFill>
        <p:spPr>
          <a:xfrm>
            <a:off x="3773025" y="3208200"/>
            <a:ext cx="1162050" cy="609600"/>
          </a:xfrm>
          <a:prstGeom prst="rect">
            <a:avLst/>
          </a:prstGeom>
          <a:noFill/>
          <a:ln>
            <a:noFill/>
          </a:ln>
        </p:spPr>
      </p:pic>
      <p:pic>
        <p:nvPicPr>
          <p:cNvPr id="325" name="Google Shape;325;p31"/>
          <p:cNvPicPr preferRelativeResize="0"/>
          <p:nvPr/>
        </p:nvPicPr>
        <p:blipFill>
          <a:blip r:embed="rId6">
            <a:alphaModFix/>
          </a:blip>
          <a:stretch>
            <a:fillRect/>
          </a:stretch>
        </p:blipFill>
        <p:spPr>
          <a:xfrm>
            <a:off x="5455800" y="1258100"/>
            <a:ext cx="2360575" cy="3553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2"/>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331" name="Google Shape;331;p32"/>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Entropy of clustering C:  </a:t>
            </a:r>
            <a:endParaRPr sz="1800">
              <a:solidFill>
                <a:srgbClr val="1F1F1F"/>
              </a:solidFill>
            </a:endParaRPr>
          </a:p>
          <a:p>
            <a:pPr indent="0" lvl="0" marL="342900" rtl="0" algn="just">
              <a:spcBef>
                <a:spcPts val="440"/>
              </a:spcBef>
              <a:spcAft>
                <a:spcPts val="0"/>
              </a:spcAft>
              <a:buNone/>
            </a:pPr>
            <a:r>
              <a:t/>
            </a:r>
            <a:endParaRPr sz="1800">
              <a:solidFill>
                <a:srgbClr val="1F1F1F"/>
              </a:solidFill>
            </a:endParaRPr>
          </a:p>
          <a:p>
            <a:pPr indent="0" lvl="0" marL="342900" rtl="0" algn="just">
              <a:spcBef>
                <a:spcPts val="440"/>
              </a:spcBef>
              <a:spcAft>
                <a:spcPts val="0"/>
              </a:spcAft>
              <a:buNone/>
            </a:pPr>
            <a:r>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Entropy of partitioning T: </a:t>
            </a:r>
            <a:endParaRPr sz="1800">
              <a:solidFill>
                <a:srgbClr val="1F1F1F"/>
              </a:solidFill>
            </a:endParaRPr>
          </a:p>
          <a:p>
            <a:pPr indent="0" lvl="0" marL="342900" rtl="0" algn="just">
              <a:spcBef>
                <a:spcPts val="440"/>
              </a:spcBef>
              <a:spcAft>
                <a:spcPts val="0"/>
              </a:spcAft>
              <a:buNone/>
            </a:pPr>
            <a:r>
              <a:t/>
            </a:r>
            <a:endParaRPr sz="1800">
              <a:solidFill>
                <a:srgbClr val="1F1F1F"/>
              </a:solidFill>
            </a:endParaRPr>
          </a:p>
          <a:p>
            <a:pPr indent="0" lvl="0" marL="342900" rtl="0" algn="just">
              <a:spcBef>
                <a:spcPts val="440"/>
              </a:spcBef>
              <a:spcAft>
                <a:spcPts val="0"/>
              </a:spcAft>
              <a:buNone/>
            </a:pPr>
            <a:r>
              <a:rPr lang="en-GB" sz="1800">
                <a:solidFill>
                  <a:srgbClr val="1F1F1F"/>
                </a:solidFill>
              </a:rPr>
              <a:t>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Entropy of T with respect to cluster Ci : </a:t>
            </a:r>
            <a:endParaRPr sz="1800">
              <a:solidFill>
                <a:srgbClr val="1F1F1F"/>
              </a:solidFill>
            </a:endParaRPr>
          </a:p>
        </p:txBody>
      </p:sp>
      <p:pic>
        <p:nvPicPr>
          <p:cNvPr id="332" name="Google Shape;332;p32"/>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33" name="Google Shape;333;p32"/>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34" name="Google Shape;334;p32"/>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External Measures II: Entropy-Based Measures</a:t>
            </a:r>
            <a:endParaRPr b="1" i="1" sz="1800">
              <a:solidFill>
                <a:srgbClr val="0B5394"/>
              </a:solidFill>
              <a:latin typeface="Times New Roman"/>
              <a:ea typeface="Times New Roman"/>
              <a:cs typeface="Times New Roman"/>
              <a:sym typeface="Times New Roman"/>
            </a:endParaRPr>
          </a:p>
        </p:txBody>
      </p:sp>
      <p:pic>
        <p:nvPicPr>
          <p:cNvPr id="335" name="Google Shape;335;p32"/>
          <p:cNvPicPr preferRelativeResize="0"/>
          <p:nvPr/>
        </p:nvPicPr>
        <p:blipFill>
          <a:blip r:embed="rId4">
            <a:alphaModFix/>
          </a:blip>
          <a:stretch>
            <a:fillRect/>
          </a:stretch>
        </p:blipFill>
        <p:spPr>
          <a:xfrm>
            <a:off x="1213850" y="2027888"/>
            <a:ext cx="5010150" cy="495300"/>
          </a:xfrm>
          <a:prstGeom prst="rect">
            <a:avLst/>
          </a:prstGeom>
          <a:noFill/>
          <a:ln>
            <a:noFill/>
          </a:ln>
        </p:spPr>
      </p:pic>
      <p:pic>
        <p:nvPicPr>
          <p:cNvPr id="336" name="Google Shape;336;p32"/>
          <p:cNvPicPr preferRelativeResize="0"/>
          <p:nvPr/>
        </p:nvPicPr>
        <p:blipFill>
          <a:blip r:embed="rId5">
            <a:alphaModFix/>
          </a:blip>
          <a:stretch>
            <a:fillRect/>
          </a:stretch>
        </p:blipFill>
        <p:spPr>
          <a:xfrm>
            <a:off x="1213850" y="3124313"/>
            <a:ext cx="2228850" cy="523875"/>
          </a:xfrm>
          <a:prstGeom prst="rect">
            <a:avLst/>
          </a:prstGeom>
          <a:noFill/>
          <a:ln>
            <a:noFill/>
          </a:ln>
        </p:spPr>
      </p:pic>
      <p:pic>
        <p:nvPicPr>
          <p:cNvPr id="337" name="Google Shape;337;p32"/>
          <p:cNvPicPr preferRelativeResize="0"/>
          <p:nvPr/>
        </p:nvPicPr>
        <p:blipFill>
          <a:blip r:embed="rId6">
            <a:alphaModFix/>
          </a:blip>
          <a:stretch>
            <a:fillRect/>
          </a:stretch>
        </p:blipFill>
        <p:spPr>
          <a:xfrm>
            <a:off x="1170975" y="4162413"/>
            <a:ext cx="2314575" cy="523875"/>
          </a:xfrm>
          <a:prstGeom prst="rect">
            <a:avLst/>
          </a:prstGeom>
          <a:noFill/>
          <a:ln>
            <a:noFill/>
          </a:ln>
        </p:spPr>
      </p:pic>
      <p:pic>
        <p:nvPicPr>
          <p:cNvPr id="338" name="Google Shape;338;p32"/>
          <p:cNvPicPr preferRelativeResize="0"/>
          <p:nvPr/>
        </p:nvPicPr>
        <p:blipFill>
          <a:blip r:embed="rId7">
            <a:alphaModFix/>
          </a:blip>
          <a:stretch>
            <a:fillRect/>
          </a:stretch>
        </p:blipFill>
        <p:spPr>
          <a:xfrm>
            <a:off x="6458075" y="2375863"/>
            <a:ext cx="1866900" cy="1581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3"/>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344" name="Google Shape;344;p33"/>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Conditional entropy of T with respect to clustering C:  </a:t>
            </a:r>
            <a:endParaRPr sz="1800">
              <a:solidFill>
                <a:srgbClr val="1F1F1F"/>
              </a:solidFill>
            </a:endParaRPr>
          </a:p>
          <a:p>
            <a:pPr indent="0" lvl="0" marL="342900" rtl="0" algn="just">
              <a:spcBef>
                <a:spcPts val="440"/>
              </a:spcBef>
              <a:spcAft>
                <a:spcPts val="0"/>
              </a:spcAft>
              <a:buNone/>
            </a:pPr>
            <a:r>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The more a cluster’s members are split into different partitions, the higher the conditional entropy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For a perfect clustering, the conditional entropy value is 0, where the worst possible conditional entropy value is log k</a:t>
            </a:r>
            <a:endParaRPr sz="1800">
              <a:solidFill>
                <a:srgbClr val="1F1F1F"/>
              </a:solidFill>
            </a:endParaRPr>
          </a:p>
        </p:txBody>
      </p:sp>
      <p:pic>
        <p:nvPicPr>
          <p:cNvPr id="345" name="Google Shape;345;p33"/>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46" name="Google Shape;346;p33"/>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47" name="Google Shape;347;p33"/>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External Measures II: Entropy-Based Measures</a:t>
            </a:r>
            <a:endParaRPr b="1" i="1" sz="1800">
              <a:solidFill>
                <a:srgbClr val="0B5394"/>
              </a:solidFill>
              <a:latin typeface="Times New Roman"/>
              <a:ea typeface="Times New Roman"/>
              <a:cs typeface="Times New Roman"/>
              <a:sym typeface="Times New Roman"/>
            </a:endParaRPr>
          </a:p>
        </p:txBody>
      </p:sp>
      <p:pic>
        <p:nvPicPr>
          <p:cNvPr id="348" name="Google Shape;348;p33"/>
          <p:cNvPicPr preferRelativeResize="0"/>
          <p:nvPr/>
        </p:nvPicPr>
        <p:blipFill>
          <a:blip r:embed="rId4">
            <a:alphaModFix/>
          </a:blip>
          <a:stretch>
            <a:fillRect/>
          </a:stretch>
        </p:blipFill>
        <p:spPr>
          <a:xfrm>
            <a:off x="2073550" y="1922013"/>
            <a:ext cx="4324350" cy="466725"/>
          </a:xfrm>
          <a:prstGeom prst="rect">
            <a:avLst/>
          </a:prstGeom>
          <a:noFill/>
          <a:ln>
            <a:noFill/>
          </a:ln>
        </p:spPr>
      </p:pic>
      <p:pic>
        <p:nvPicPr>
          <p:cNvPr id="349" name="Google Shape;349;p33"/>
          <p:cNvPicPr preferRelativeResize="0"/>
          <p:nvPr/>
        </p:nvPicPr>
        <p:blipFill>
          <a:blip r:embed="rId5">
            <a:alphaModFix/>
          </a:blip>
          <a:stretch>
            <a:fillRect/>
          </a:stretch>
        </p:blipFill>
        <p:spPr>
          <a:xfrm>
            <a:off x="1476013" y="3548500"/>
            <a:ext cx="6048375" cy="1009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4"/>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355" name="Google Shape;355;p34"/>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Mutual information: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Quantifies the amount of shared info between the clustering C and partitioning T  </a:t>
            </a:r>
            <a:endParaRPr sz="1800">
              <a:solidFill>
                <a:srgbClr val="1F1F1F"/>
              </a:solidFill>
            </a:endParaRPr>
          </a:p>
          <a:p>
            <a:pPr indent="0" lvl="0" marL="742950" rtl="0" algn="just">
              <a:spcBef>
                <a:spcPts val="440"/>
              </a:spcBef>
              <a:spcAft>
                <a:spcPts val="0"/>
              </a:spcAft>
              <a:buNone/>
            </a:pPr>
            <a:r>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Measures the dependency between the observed joint probability pij of C and T, and the expected joint probability pCi . pTj under the independence assumption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When C and T are independent, pij = pCi . pTj, I(C, T) = 0. However, there is no upper bound on the mutual information</a:t>
            </a:r>
            <a:endParaRPr sz="1800">
              <a:solidFill>
                <a:srgbClr val="1F1F1F"/>
              </a:solidFill>
            </a:endParaRPr>
          </a:p>
        </p:txBody>
      </p:sp>
      <p:pic>
        <p:nvPicPr>
          <p:cNvPr id="356" name="Google Shape;356;p34"/>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57" name="Google Shape;357;p34"/>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58" name="Google Shape;358;p34"/>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Entropy-Based Measures (II): Normalized Mutual Information (NMI)</a:t>
            </a:r>
            <a:endParaRPr b="1" i="1" sz="1800">
              <a:solidFill>
                <a:srgbClr val="0B5394"/>
              </a:solidFill>
              <a:latin typeface="Times New Roman"/>
              <a:ea typeface="Times New Roman"/>
              <a:cs typeface="Times New Roman"/>
              <a:sym typeface="Times New Roman"/>
            </a:endParaRPr>
          </a:p>
        </p:txBody>
      </p:sp>
      <p:pic>
        <p:nvPicPr>
          <p:cNvPr id="359" name="Google Shape;359;p34"/>
          <p:cNvPicPr preferRelativeResize="0"/>
          <p:nvPr/>
        </p:nvPicPr>
        <p:blipFill>
          <a:blip r:embed="rId4">
            <a:alphaModFix/>
          </a:blip>
          <a:stretch>
            <a:fillRect/>
          </a:stretch>
        </p:blipFill>
        <p:spPr>
          <a:xfrm>
            <a:off x="3010388" y="2304163"/>
            <a:ext cx="2867025" cy="695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5"/>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365" name="Google Shape;365;p35"/>
          <p:cNvSpPr txBox="1"/>
          <p:nvPr>
            <p:ph idx="1" type="body"/>
          </p:nvPr>
        </p:nvSpPr>
        <p:spPr>
          <a:xfrm>
            <a:off x="762000" y="1646575"/>
            <a:ext cx="42039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Normalized mutual information (NMI)  </a:t>
            </a:r>
            <a:endParaRPr sz="1800">
              <a:solidFill>
                <a:srgbClr val="1F1F1F"/>
              </a:solidFill>
            </a:endParaRPr>
          </a:p>
          <a:p>
            <a:pPr indent="0" lvl="0" marL="0" rtl="0" algn="just">
              <a:spcBef>
                <a:spcPts val="440"/>
              </a:spcBef>
              <a:spcAft>
                <a:spcPts val="0"/>
              </a:spcAft>
              <a:buNone/>
            </a:pPr>
            <a:r>
              <a:t/>
            </a:r>
            <a:endParaRPr sz="1800">
              <a:solidFill>
                <a:srgbClr val="1F1F1F"/>
              </a:solidFill>
            </a:endParaRPr>
          </a:p>
          <a:p>
            <a:pPr indent="0" lvl="0" marL="0" rtl="0" algn="just">
              <a:spcBef>
                <a:spcPts val="440"/>
              </a:spcBef>
              <a:spcAft>
                <a:spcPts val="0"/>
              </a:spcAft>
              <a:buNone/>
            </a:pPr>
            <a:r>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Value range of NMI: [0,1]. Value close to 1 indicates a good clustering</a:t>
            </a:r>
            <a:endParaRPr sz="1800">
              <a:solidFill>
                <a:srgbClr val="1F1F1F"/>
              </a:solidFill>
            </a:endParaRPr>
          </a:p>
        </p:txBody>
      </p:sp>
      <p:pic>
        <p:nvPicPr>
          <p:cNvPr id="366" name="Google Shape;366;p35"/>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67" name="Google Shape;367;p35"/>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68" name="Google Shape;368;p35"/>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Entropy-Based Measures (II): Normalized Mutual Information (NMI)</a:t>
            </a:r>
            <a:endParaRPr b="1" i="1" sz="1800">
              <a:solidFill>
                <a:srgbClr val="0B5394"/>
              </a:solidFill>
              <a:latin typeface="Times New Roman"/>
              <a:ea typeface="Times New Roman"/>
              <a:cs typeface="Times New Roman"/>
              <a:sym typeface="Times New Roman"/>
            </a:endParaRPr>
          </a:p>
        </p:txBody>
      </p:sp>
      <p:pic>
        <p:nvPicPr>
          <p:cNvPr id="369" name="Google Shape;369;p35"/>
          <p:cNvPicPr preferRelativeResize="0"/>
          <p:nvPr/>
        </p:nvPicPr>
        <p:blipFill>
          <a:blip r:embed="rId4">
            <a:alphaModFix/>
          </a:blip>
          <a:stretch>
            <a:fillRect/>
          </a:stretch>
        </p:blipFill>
        <p:spPr>
          <a:xfrm>
            <a:off x="1086988" y="2038413"/>
            <a:ext cx="5400675" cy="714375"/>
          </a:xfrm>
          <a:prstGeom prst="rect">
            <a:avLst/>
          </a:prstGeom>
          <a:noFill/>
          <a:ln>
            <a:noFill/>
          </a:ln>
        </p:spPr>
      </p:pic>
      <p:pic>
        <p:nvPicPr>
          <p:cNvPr id="370" name="Google Shape;370;p35"/>
          <p:cNvPicPr preferRelativeResize="0"/>
          <p:nvPr/>
        </p:nvPicPr>
        <p:blipFill>
          <a:blip r:embed="rId5">
            <a:alphaModFix/>
          </a:blip>
          <a:stretch>
            <a:fillRect/>
          </a:stretch>
        </p:blipFill>
        <p:spPr>
          <a:xfrm>
            <a:off x="6271325" y="2181130"/>
            <a:ext cx="2432075" cy="2105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6"/>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376" name="Google Shape;376;p36"/>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A trade-off in maximizing intra-cluster compactness and inter-cluster separation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Given a clustering C = {C1, . . ., Ck} with k clusters, cluster Ci containing ni = |Ci | points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Let W(S, R) be sum of weights on all edges with one vertex in S and the other in R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The sum of all the intra-cluster weights over all clusters: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The sum of all the inter-cluster weights:  </a:t>
            </a:r>
            <a:endParaRPr sz="1800">
              <a:solidFill>
                <a:srgbClr val="1F1F1F"/>
              </a:solidFill>
            </a:endParaRPr>
          </a:p>
        </p:txBody>
      </p:sp>
      <p:pic>
        <p:nvPicPr>
          <p:cNvPr id="377" name="Google Shape;377;p36"/>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78" name="Google Shape;378;p36"/>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79" name="Google Shape;379;p36"/>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Internal Measures (I): BetaCV Measure</a:t>
            </a:r>
            <a:endParaRPr b="1" i="1" sz="1800">
              <a:solidFill>
                <a:srgbClr val="0B5394"/>
              </a:solidFill>
              <a:latin typeface="Times New Roman"/>
              <a:ea typeface="Times New Roman"/>
              <a:cs typeface="Times New Roman"/>
              <a:sym typeface="Times New Roman"/>
            </a:endParaRPr>
          </a:p>
        </p:txBody>
      </p:sp>
      <p:pic>
        <p:nvPicPr>
          <p:cNvPr id="380" name="Google Shape;380;p36"/>
          <p:cNvPicPr preferRelativeResize="0"/>
          <p:nvPr/>
        </p:nvPicPr>
        <p:blipFill>
          <a:blip r:embed="rId4">
            <a:alphaModFix/>
          </a:blip>
          <a:stretch>
            <a:fillRect/>
          </a:stretch>
        </p:blipFill>
        <p:spPr>
          <a:xfrm>
            <a:off x="6915063" y="3075463"/>
            <a:ext cx="1800225" cy="561975"/>
          </a:xfrm>
          <a:prstGeom prst="rect">
            <a:avLst/>
          </a:prstGeom>
          <a:noFill/>
          <a:ln>
            <a:noFill/>
          </a:ln>
        </p:spPr>
      </p:pic>
      <p:pic>
        <p:nvPicPr>
          <p:cNvPr id="381" name="Google Shape;381;p36"/>
          <p:cNvPicPr preferRelativeResize="0"/>
          <p:nvPr/>
        </p:nvPicPr>
        <p:blipFill>
          <a:blip r:embed="rId5">
            <a:alphaModFix/>
          </a:blip>
          <a:stretch>
            <a:fillRect/>
          </a:stretch>
        </p:blipFill>
        <p:spPr>
          <a:xfrm>
            <a:off x="5435813" y="3637438"/>
            <a:ext cx="3381375" cy="504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7"/>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387" name="Google Shape;387;p37"/>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The number of distinct intra-cluster edges:  </a:t>
            </a:r>
            <a:endParaRPr sz="1800">
              <a:solidFill>
                <a:srgbClr val="1F1F1F"/>
              </a:solidFill>
            </a:endParaRPr>
          </a:p>
          <a:p>
            <a:pPr indent="0" lvl="0" marL="342900" rtl="0" algn="just">
              <a:spcBef>
                <a:spcPts val="440"/>
              </a:spcBef>
              <a:spcAft>
                <a:spcPts val="0"/>
              </a:spcAft>
              <a:buNone/>
            </a:pPr>
            <a:r>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The number of distinct inter-cluster edges: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Beta-CV measure:  </a:t>
            </a:r>
            <a:endParaRPr sz="1800">
              <a:solidFill>
                <a:srgbClr val="1F1F1F"/>
              </a:solidFill>
            </a:endParaRPr>
          </a:p>
          <a:p>
            <a:pPr indent="0" lvl="0" marL="342900" rtl="0" algn="just">
              <a:spcBef>
                <a:spcPts val="440"/>
              </a:spcBef>
              <a:spcAft>
                <a:spcPts val="0"/>
              </a:spcAft>
              <a:buNone/>
            </a:pPr>
            <a:r>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The ratio of the mean intra-cluster distance to the mean inter-cluster distance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The smaller, the better the clustering</a:t>
            </a:r>
            <a:endParaRPr sz="1800">
              <a:solidFill>
                <a:srgbClr val="1F1F1F"/>
              </a:solidFill>
            </a:endParaRPr>
          </a:p>
        </p:txBody>
      </p:sp>
      <p:pic>
        <p:nvPicPr>
          <p:cNvPr id="388" name="Google Shape;388;p37"/>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89" name="Google Shape;389;p37"/>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90" name="Google Shape;390;p37"/>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Internal Measures (I): BetaCV Measure</a:t>
            </a:r>
            <a:endParaRPr b="1" i="1" sz="1800">
              <a:solidFill>
                <a:srgbClr val="0B5394"/>
              </a:solidFill>
              <a:latin typeface="Times New Roman"/>
              <a:ea typeface="Times New Roman"/>
              <a:cs typeface="Times New Roman"/>
              <a:sym typeface="Times New Roman"/>
            </a:endParaRPr>
          </a:p>
        </p:txBody>
      </p:sp>
      <p:pic>
        <p:nvPicPr>
          <p:cNvPr id="391" name="Google Shape;391;p37"/>
          <p:cNvPicPr preferRelativeResize="0"/>
          <p:nvPr/>
        </p:nvPicPr>
        <p:blipFill>
          <a:blip r:embed="rId4">
            <a:alphaModFix/>
          </a:blip>
          <a:stretch>
            <a:fillRect/>
          </a:stretch>
        </p:blipFill>
        <p:spPr>
          <a:xfrm>
            <a:off x="5227525" y="1745438"/>
            <a:ext cx="1219200" cy="542925"/>
          </a:xfrm>
          <a:prstGeom prst="rect">
            <a:avLst/>
          </a:prstGeom>
          <a:noFill/>
          <a:ln>
            <a:noFill/>
          </a:ln>
        </p:spPr>
      </p:pic>
      <p:pic>
        <p:nvPicPr>
          <p:cNvPr id="392" name="Google Shape;392;p37"/>
          <p:cNvPicPr preferRelativeResize="0"/>
          <p:nvPr/>
        </p:nvPicPr>
        <p:blipFill>
          <a:blip r:embed="rId5">
            <a:alphaModFix/>
          </a:blip>
          <a:stretch>
            <a:fillRect/>
          </a:stretch>
        </p:blipFill>
        <p:spPr>
          <a:xfrm>
            <a:off x="5227513" y="2387250"/>
            <a:ext cx="1419225" cy="514350"/>
          </a:xfrm>
          <a:prstGeom prst="rect">
            <a:avLst/>
          </a:prstGeom>
          <a:noFill/>
          <a:ln>
            <a:noFill/>
          </a:ln>
        </p:spPr>
      </p:pic>
      <p:pic>
        <p:nvPicPr>
          <p:cNvPr id="393" name="Google Shape;393;p37"/>
          <p:cNvPicPr preferRelativeResize="0"/>
          <p:nvPr/>
        </p:nvPicPr>
        <p:blipFill>
          <a:blip r:embed="rId6">
            <a:alphaModFix/>
          </a:blip>
          <a:stretch>
            <a:fillRect/>
          </a:stretch>
        </p:blipFill>
        <p:spPr>
          <a:xfrm>
            <a:off x="2997675" y="2715475"/>
            <a:ext cx="1676400" cy="514350"/>
          </a:xfrm>
          <a:prstGeom prst="rect">
            <a:avLst/>
          </a:prstGeom>
          <a:noFill/>
          <a:ln>
            <a:noFill/>
          </a:ln>
        </p:spPr>
      </p:pic>
      <p:pic>
        <p:nvPicPr>
          <p:cNvPr id="394" name="Google Shape;394;p37"/>
          <p:cNvPicPr preferRelativeResize="0"/>
          <p:nvPr/>
        </p:nvPicPr>
        <p:blipFill>
          <a:blip r:embed="rId7">
            <a:alphaModFix/>
          </a:blip>
          <a:stretch>
            <a:fillRect/>
          </a:stretch>
        </p:blipFill>
        <p:spPr>
          <a:xfrm>
            <a:off x="6876963" y="1387113"/>
            <a:ext cx="1838325" cy="1000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8"/>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400" name="Google Shape;400;p38"/>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Normalized cut: </a:t>
            </a:r>
            <a:endParaRPr sz="1800">
              <a:solidFill>
                <a:srgbClr val="1F1F1F"/>
              </a:solidFill>
            </a:endParaRPr>
          </a:p>
          <a:p>
            <a:pPr indent="0" lvl="0" marL="342900" rtl="0" algn="just">
              <a:spcBef>
                <a:spcPts val="440"/>
              </a:spcBef>
              <a:spcAft>
                <a:spcPts val="0"/>
              </a:spcAft>
              <a:buNone/>
            </a:pPr>
            <a:r>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where vol(Ci ) = W(Ci , V) is the volume of cluster Ci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The higher normalized cut value, the better the clustering</a:t>
            </a:r>
            <a:endParaRPr sz="1800">
              <a:solidFill>
                <a:srgbClr val="1F1F1F"/>
              </a:solidFill>
            </a:endParaRPr>
          </a:p>
          <a:p>
            <a:pPr indent="-388620" lvl="0" marL="342900" rtl="0" algn="just">
              <a:spcBef>
                <a:spcPts val="440"/>
              </a:spcBef>
              <a:spcAft>
                <a:spcPts val="0"/>
              </a:spcAft>
              <a:buClr>
                <a:srgbClr val="1F1F1F"/>
              </a:buClr>
              <a:buSzPts val="1800"/>
              <a:buChar char="●"/>
            </a:pPr>
            <a:r>
              <a:rPr lang="en-GB" sz="1800">
                <a:solidFill>
                  <a:srgbClr val="1F1F1F"/>
                </a:solidFill>
              </a:rPr>
              <a:t>Modularity (for graph clustering)  </a:t>
            </a:r>
            <a:endParaRPr sz="1800">
              <a:solidFill>
                <a:srgbClr val="1F1F1F"/>
              </a:solidFill>
            </a:endParaRPr>
          </a:p>
          <a:p>
            <a:pPr indent="-331469" lvl="1" marL="742950" rtl="0" algn="just">
              <a:spcBef>
                <a:spcPts val="440"/>
              </a:spcBef>
              <a:spcAft>
                <a:spcPts val="0"/>
              </a:spcAft>
              <a:buClr>
                <a:srgbClr val="1F1F1F"/>
              </a:buClr>
              <a:buSzPts val="1800"/>
              <a:buChar char="○"/>
            </a:pPr>
            <a:r>
              <a:rPr lang="en-GB" sz="1800">
                <a:solidFill>
                  <a:srgbClr val="1F1F1F"/>
                </a:solidFill>
              </a:rPr>
              <a:t>Modularity Q is defined as  </a:t>
            </a:r>
            <a:endParaRPr sz="1800">
              <a:solidFill>
                <a:srgbClr val="1F1F1F"/>
              </a:solidFill>
            </a:endParaRPr>
          </a:p>
          <a:p>
            <a:pPr indent="-331469" lvl="1" marL="742950" rtl="0" algn="just">
              <a:spcBef>
                <a:spcPts val="440"/>
              </a:spcBef>
              <a:spcAft>
                <a:spcPts val="0"/>
              </a:spcAft>
              <a:buClr>
                <a:srgbClr val="1F1F1F"/>
              </a:buClr>
              <a:buSzPts val="1800"/>
              <a:buChar char="○"/>
            </a:pPr>
            <a:r>
              <a:rPr lang="en-GB" sz="1800">
                <a:solidFill>
                  <a:srgbClr val="1F1F1F"/>
                </a:solidFill>
              </a:rPr>
              <a:t>Modularity measures the difference between the observed and expected fraction of weights on edges within the clusters.  </a:t>
            </a:r>
            <a:endParaRPr sz="1800">
              <a:solidFill>
                <a:srgbClr val="1F1F1F"/>
              </a:solidFill>
            </a:endParaRPr>
          </a:p>
          <a:p>
            <a:pPr indent="-331469" lvl="1" marL="742950" rtl="0" algn="just">
              <a:spcBef>
                <a:spcPts val="440"/>
              </a:spcBef>
              <a:spcAft>
                <a:spcPts val="0"/>
              </a:spcAft>
              <a:buClr>
                <a:srgbClr val="1F1F1F"/>
              </a:buClr>
              <a:buSzPts val="1800"/>
              <a:buChar char="○"/>
            </a:pPr>
            <a:r>
              <a:rPr lang="en-GB" sz="1800">
                <a:solidFill>
                  <a:srgbClr val="1F1F1F"/>
                </a:solidFill>
              </a:rPr>
              <a:t>The smaller the value, the better the clustering—the intra-cluster distances are lower than expected</a:t>
            </a:r>
            <a:endParaRPr sz="1800">
              <a:solidFill>
                <a:srgbClr val="1F1F1F"/>
              </a:solidFill>
            </a:endParaRPr>
          </a:p>
        </p:txBody>
      </p:sp>
      <p:pic>
        <p:nvPicPr>
          <p:cNvPr id="401" name="Google Shape;401;p38"/>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02" name="Google Shape;402;p38"/>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03" name="Google Shape;403;p38"/>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Internal Measures (II): Normalized Cut and Modularity</a:t>
            </a:r>
            <a:endParaRPr b="1" i="1" sz="1800">
              <a:solidFill>
                <a:srgbClr val="0B5394"/>
              </a:solidFill>
              <a:latin typeface="Times New Roman"/>
              <a:ea typeface="Times New Roman"/>
              <a:cs typeface="Times New Roman"/>
              <a:sym typeface="Times New Roman"/>
            </a:endParaRPr>
          </a:p>
        </p:txBody>
      </p:sp>
      <p:pic>
        <p:nvPicPr>
          <p:cNvPr id="404" name="Google Shape;404;p38"/>
          <p:cNvPicPr preferRelativeResize="0"/>
          <p:nvPr/>
        </p:nvPicPr>
        <p:blipFill>
          <a:blip r:embed="rId4">
            <a:alphaModFix/>
          </a:blip>
          <a:stretch>
            <a:fillRect/>
          </a:stretch>
        </p:blipFill>
        <p:spPr>
          <a:xfrm>
            <a:off x="2799600" y="1646563"/>
            <a:ext cx="5562600" cy="714375"/>
          </a:xfrm>
          <a:prstGeom prst="rect">
            <a:avLst/>
          </a:prstGeom>
          <a:noFill/>
          <a:ln>
            <a:noFill/>
          </a:ln>
        </p:spPr>
      </p:pic>
      <p:pic>
        <p:nvPicPr>
          <p:cNvPr id="405" name="Google Shape;405;p38"/>
          <p:cNvPicPr preferRelativeResize="0"/>
          <p:nvPr/>
        </p:nvPicPr>
        <p:blipFill>
          <a:blip r:embed="rId5">
            <a:alphaModFix/>
          </a:blip>
          <a:stretch>
            <a:fillRect/>
          </a:stretch>
        </p:blipFill>
        <p:spPr>
          <a:xfrm>
            <a:off x="4825250" y="2921513"/>
            <a:ext cx="2552700" cy="695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9"/>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411" name="Google Shape;411;p39"/>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Relative measure: Directly compare different clusterings, usually those obtained via different parameter settings for the same algorithm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Silhouette coefficient as an internal measure: Check cluster cohesion and separation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For each point xi , its silhouette coefficient si is: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where             is the mean distance from xi to points in its own cluster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                       is the mean distance from xi to points in its closest cluster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Silhouette coefficient (SC) is the mean values of si across all the points: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SC close to +1 implies good clustering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Points are close to their own clusters but far from other clusters  </a:t>
            </a:r>
            <a:endParaRPr sz="1800">
              <a:solidFill>
                <a:srgbClr val="1F1F1F"/>
              </a:solidFill>
            </a:endParaRPr>
          </a:p>
        </p:txBody>
      </p:sp>
      <p:pic>
        <p:nvPicPr>
          <p:cNvPr id="412" name="Google Shape;412;p39"/>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13" name="Google Shape;413;p39"/>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14" name="Google Shape;414;p39"/>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Relative Measures</a:t>
            </a:r>
            <a:endParaRPr b="1" i="1" sz="1800">
              <a:solidFill>
                <a:srgbClr val="0B5394"/>
              </a:solidFill>
              <a:latin typeface="Times New Roman"/>
              <a:ea typeface="Times New Roman"/>
              <a:cs typeface="Times New Roman"/>
              <a:sym typeface="Times New Roman"/>
            </a:endParaRPr>
          </a:p>
        </p:txBody>
      </p:sp>
      <p:pic>
        <p:nvPicPr>
          <p:cNvPr id="415" name="Google Shape;415;p39"/>
          <p:cNvPicPr preferRelativeResize="0"/>
          <p:nvPr/>
        </p:nvPicPr>
        <p:blipFill>
          <a:blip r:embed="rId4">
            <a:alphaModFix/>
          </a:blip>
          <a:stretch>
            <a:fillRect/>
          </a:stretch>
        </p:blipFill>
        <p:spPr>
          <a:xfrm>
            <a:off x="6157513" y="2758275"/>
            <a:ext cx="2162175" cy="476250"/>
          </a:xfrm>
          <a:prstGeom prst="rect">
            <a:avLst/>
          </a:prstGeom>
          <a:noFill/>
          <a:ln>
            <a:noFill/>
          </a:ln>
        </p:spPr>
      </p:pic>
      <p:pic>
        <p:nvPicPr>
          <p:cNvPr id="416" name="Google Shape;416;p39"/>
          <p:cNvPicPr preferRelativeResize="0"/>
          <p:nvPr/>
        </p:nvPicPr>
        <p:blipFill>
          <a:blip r:embed="rId5">
            <a:alphaModFix/>
          </a:blip>
          <a:stretch>
            <a:fillRect/>
          </a:stretch>
        </p:blipFill>
        <p:spPr>
          <a:xfrm>
            <a:off x="2314300" y="3234525"/>
            <a:ext cx="457200" cy="351692"/>
          </a:xfrm>
          <a:prstGeom prst="rect">
            <a:avLst/>
          </a:prstGeom>
          <a:noFill/>
          <a:ln>
            <a:noFill/>
          </a:ln>
        </p:spPr>
      </p:pic>
      <p:pic>
        <p:nvPicPr>
          <p:cNvPr id="417" name="Google Shape;417;p39"/>
          <p:cNvPicPr preferRelativeResize="0"/>
          <p:nvPr/>
        </p:nvPicPr>
        <p:blipFill>
          <a:blip r:embed="rId6">
            <a:alphaModFix/>
          </a:blip>
          <a:stretch>
            <a:fillRect/>
          </a:stretch>
        </p:blipFill>
        <p:spPr>
          <a:xfrm>
            <a:off x="2314300" y="3580325"/>
            <a:ext cx="457200" cy="231648"/>
          </a:xfrm>
          <a:prstGeom prst="rect">
            <a:avLst/>
          </a:prstGeom>
          <a:noFill/>
          <a:ln>
            <a:noFill/>
          </a:ln>
        </p:spPr>
      </p:pic>
      <p:pic>
        <p:nvPicPr>
          <p:cNvPr id="418" name="Google Shape;418;p39"/>
          <p:cNvPicPr preferRelativeResize="0"/>
          <p:nvPr/>
        </p:nvPicPr>
        <p:blipFill>
          <a:blip r:embed="rId7">
            <a:alphaModFix/>
          </a:blip>
          <a:stretch>
            <a:fillRect/>
          </a:stretch>
        </p:blipFill>
        <p:spPr>
          <a:xfrm>
            <a:off x="8193775" y="3811963"/>
            <a:ext cx="1085850" cy="5048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0"/>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424" name="Google Shape;424;p40"/>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Silhouette coefficient as a relative measure: Estimate the # of clusters in the data </a:t>
            </a:r>
            <a:endParaRPr sz="1800">
              <a:solidFill>
                <a:srgbClr val="1F1F1F"/>
              </a:solidFill>
            </a:endParaRPr>
          </a:p>
          <a:p>
            <a:pPr indent="0" lvl="0" marL="742950" rtl="0" algn="just">
              <a:spcBef>
                <a:spcPts val="440"/>
              </a:spcBef>
              <a:spcAft>
                <a:spcPts val="0"/>
              </a:spcAft>
              <a:buNone/>
            </a:pPr>
            <a:r>
              <a:t/>
            </a:r>
            <a:endParaRPr sz="1800">
              <a:solidFill>
                <a:srgbClr val="1F1F1F"/>
              </a:solidFill>
            </a:endParaRPr>
          </a:p>
          <a:p>
            <a:pPr indent="0" lvl="0" marL="742950" rtl="0" algn="just">
              <a:spcBef>
                <a:spcPts val="440"/>
              </a:spcBef>
              <a:spcAft>
                <a:spcPts val="0"/>
              </a:spcAft>
              <a:buNone/>
            </a:pPr>
            <a:r>
              <a:t/>
            </a:r>
            <a:endParaRPr sz="1800">
              <a:solidFill>
                <a:srgbClr val="1F1F1F"/>
              </a:solidFill>
            </a:endParaRPr>
          </a:p>
          <a:p>
            <a:pPr indent="0" lvl="0" marL="742950" rtl="0" algn="just">
              <a:spcBef>
                <a:spcPts val="440"/>
              </a:spcBef>
              <a:spcAft>
                <a:spcPts val="0"/>
              </a:spcAft>
              <a:buNone/>
            </a:pPr>
            <a:r>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 Pick the k value that yields the best clustering, i.e., yielding high values for SC and SCi (1 ≤ i ≤ k)</a:t>
            </a:r>
            <a:endParaRPr sz="1800">
              <a:solidFill>
                <a:srgbClr val="1F1F1F"/>
              </a:solidFill>
            </a:endParaRPr>
          </a:p>
        </p:txBody>
      </p:sp>
      <p:pic>
        <p:nvPicPr>
          <p:cNvPr id="425" name="Google Shape;425;p40"/>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26" name="Google Shape;426;p40"/>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27" name="Google Shape;427;p40"/>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Relative Measures</a:t>
            </a:r>
            <a:endParaRPr b="1" i="1" sz="1800">
              <a:solidFill>
                <a:srgbClr val="0B5394"/>
              </a:solidFill>
              <a:latin typeface="Times New Roman"/>
              <a:ea typeface="Times New Roman"/>
              <a:cs typeface="Times New Roman"/>
              <a:sym typeface="Times New Roman"/>
            </a:endParaRPr>
          </a:p>
        </p:txBody>
      </p:sp>
      <p:pic>
        <p:nvPicPr>
          <p:cNvPr id="428" name="Google Shape;428;p40"/>
          <p:cNvPicPr preferRelativeResize="0"/>
          <p:nvPr/>
        </p:nvPicPr>
        <p:blipFill>
          <a:blip r:embed="rId4">
            <a:alphaModFix/>
          </a:blip>
          <a:stretch>
            <a:fillRect/>
          </a:stretch>
        </p:blipFill>
        <p:spPr>
          <a:xfrm>
            <a:off x="3143075" y="2076938"/>
            <a:ext cx="1352550" cy="733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1"/>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434" name="Google Shape;434;p41"/>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Clusterings obtained from several datasets sampled from the same underlying distribution as D should be similar or “stable”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Typical approach: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Find good parameter values for a given clustering algorithm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Example: Find a good value of k, the correct number of clusters  </a:t>
            </a:r>
            <a:endParaRPr sz="1800">
              <a:solidFill>
                <a:srgbClr val="1F1F1F"/>
              </a:solidFill>
            </a:endParaRPr>
          </a:p>
        </p:txBody>
      </p:sp>
      <p:pic>
        <p:nvPicPr>
          <p:cNvPr id="435" name="Google Shape;435;p41"/>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36" name="Google Shape;436;p41"/>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37" name="Google Shape;437;p41"/>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Cluster Stability</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2"/>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443" name="Google Shape;443;p42"/>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31469" lvl="1" marL="742950" rtl="0" algn="just">
              <a:spcBef>
                <a:spcPts val="440"/>
              </a:spcBef>
              <a:spcAft>
                <a:spcPts val="0"/>
              </a:spcAft>
              <a:buClr>
                <a:srgbClr val="40458C"/>
              </a:buClr>
              <a:buSzPts val="1800"/>
              <a:buChar char="○"/>
            </a:pPr>
            <a:r>
              <a:rPr lang="en-GB" sz="1800">
                <a:solidFill>
                  <a:srgbClr val="1F1F1F"/>
                </a:solidFill>
              </a:rPr>
              <a:t>A bootstrapping approach to find the best value of k (judged on stability)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Generate t samples of size n by sampling from D with replacement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For each sample Di , run the same clustering algorithm with k values from 2 to kmax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Compare the distance between all pairs of clusterings Ck(Di ) and Ck(Dj ) via some distance function  </a:t>
            </a:r>
            <a:endParaRPr sz="1800">
              <a:solidFill>
                <a:srgbClr val="1F1F1F"/>
              </a:solidFill>
            </a:endParaRPr>
          </a:p>
          <a:p>
            <a:pPr indent="-268605" lvl="3" marL="1600200" rtl="0" algn="just">
              <a:spcBef>
                <a:spcPts val="440"/>
              </a:spcBef>
              <a:spcAft>
                <a:spcPts val="0"/>
              </a:spcAft>
              <a:buClr>
                <a:srgbClr val="40458C"/>
              </a:buClr>
              <a:buSzPts val="1800"/>
              <a:buChar char="●"/>
            </a:pPr>
            <a:r>
              <a:rPr lang="en-GB" sz="1800">
                <a:solidFill>
                  <a:srgbClr val="1F1F1F"/>
                </a:solidFill>
              </a:rPr>
              <a:t>Compute the expected pairwise distance for each value of k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The value k* that exhibits the least deviation between the clusterings obtained from the resampled datasets is the best choice for k since it exhibits the most stability</a:t>
            </a:r>
            <a:endParaRPr sz="1800">
              <a:solidFill>
                <a:srgbClr val="1F1F1F"/>
              </a:solidFill>
            </a:endParaRPr>
          </a:p>
        </p:txBody>
      </p:sp>
      <p:pic>
        <p:nvPicPr>
          <p:cNvPr id="444" name="Google Shape;444;p42"/>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45" name="Google Shape;445;p42"/>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46" name="Google Shape;446;p42"/>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Cluster Stability</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3"/>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452" name="Google Shape;452;p43"/>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Empirical method  # of clusters: for a dataset of n points (e.g., n = 200, k = 10)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Elbow method: Use the turning point in the curve of the sum of within cluster variance with respect to the # of clusters  </a:t>
            </a:r>
            <a:endParaRPr sz="1800">
              <a:solidFill>
                <a:srgbClr val="1F1F1F"/>
              </a:solidFill>
            </a:endParaRPr>
          </a:p>
        </p:txBody>
      </p:sp>
      <p:pic>
        <p:nvPicPr>
          <p:cNvPr id="453" name="Google Shape;453;p43"/>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54" name="Google Shape;454;p43"/>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55" name="Google Shape;455;p43"/>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Other Methods for Finding K, the Number of Clusters</a:t>
            </a:r>
            <a:endParaRPr b="1" i="1" sz="1800">
              <a:solidFill>
                <a:srgbClr val="0B5394"/>
              </a:solidFill>
              <a:latin typeface="Times New Roman"/>
              <a:ea typeface="Times New Roman"/>
              <a:cs typeface="Times New Roman"/>
              <a:sym typeface="Times New Roman"/>
            </a:endParaRPr>
          </a:p>
        </p:txBody>
      </p:sp>
      <p:pic>
        <p:nvPicPr>
          <p:cNvPr id="456" name="Google Shape;456;p43"/>
          <p:cNvPicPr preferRelativeResize="0"/>
          <p:nvPr/>
        </p:nvPicPr>
        <p:blipFill>
          <a:blip r:embed="rId4">
            <a:alphaModFix/>
          </a:blip>
          <a:stretch>
            <a:fillRect/>
          </a:stretch>
        </p:blipFill>
        <p:spPr>
          <a:xfrm>
            <a:off x="5206100" y="2394903"/>
            <a:ext cx="3310125" cy="25191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4"/>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462" name="Google Shape;462;p44"/>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Cross validation method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Divide a given data set into m parts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Use m – 1 parts to obtain a clustering model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Use the remaining part to test the quality of the clustering  </a:t>
            </a:r>
            <a:endParaRPr sz="1800">
              <a:solidFill>
                <a:srgbClr val="1F1F1F"/>
              </a:solidFill>
            </a:endParaRPr>
          </a:p>
          <a:p>
            <a:pPr indent="-234314" lvl="2" marL="1143000" rtl="0" algn="just">
              <a:spcBef>
                <a:spcPts val="440"/>
              </a:spcBef>
              <a:spcAft>
                <a:spcPts val="0"/>
              </a:spcAft>
              <a:buClr>
                <a:srgbClr val="40458C"/>
              </a:buClr>
              <a:buSzPts val="1800"/>
              <a:buChar char="■"/>
            </a:pPr>
            <a:r>
              <a:rPr lang="en-GB" sz="1800">
                <a:solidFill>
                  <a:srgbClr val="1F1F1F"/>
                </a:solidFill>
              </a:rPr>
              <a:t>For example, for each point in the test set, find the closest centroid, and use the sum of squared distance between all points in the test set and the closest centroids to measure how well the model fits the test set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For any k &gt; 0, repeat it m times, compare the overall quality measure w.r.t. different k’s, and find # of clusters that fits the data the best</a:t>
            </a:r>
            <a:endParaRPr sz="1800">
              <a:solidFill>
                <a:srgbClr val="1F1F1F"/>
              </a:solidFill>
            </a:endParaRPr>
          </a:p>
        </p:txBody>
      </p:sp>
      <p:pic>
        <p:nvPicPr>
          <p:cNvPr id="463" name="Google Shape;463;p44"/>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64" name="Google Shape;464;p44"/>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65" name="Google Shape;465;p44"/>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Other Methods for Finding K, the Number of Clusters</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5"/>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471" name="Google Shape;471;p45"/>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Assessing the suitability of clustering  (i.e., whether the data has any inherent grouping structure)  </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Determining clustering tendency or clusterability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A hard task because there are so many different definitions of clusters  E.g., partitioning, hierarchical, density-based, graph-based, etc.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Even fixing cluster type, still hard to define an appropriate null model for a data set  </a:t>
            </a:r>
            <a:endParaRPr sz="1800">
              <a:solidFill>
                <a:srgbClr val="1F1F1F"/>
              </a:solidFill>
            </a:endParaRPr>
          </a:p>
        </p:txBody>
      </p:sp>
      <p:pic>
        <p:nvPicPr>
          <p:cNvPr id="472" name="Google Shape;472;p45"/>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73" name="Google Shape;473;p45"/>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74" name="Google Shape;474;p45"/>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Clustering Tendency: Whether the Data Contains Inherent Grouping Structure</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6"/>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480" name="Google Shape;480;p46"/>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Still, there are some clusterability assessment methods, such as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Spatial histogram: Contrast the histogram of the data with that generated from random samples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Distance distribution: Compare the pairwise point distance from the data with those from the randomly generated samples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Hopkins Statistic: A sparse sampling test for spatial randomness</a:t>
            </a:r>
            <a:endParaRPr sz="1800">
              <a:solidFill>
                <a:srgbClr val="1F1F1F"/>
              </a:solidFill>
            </a:endParaRPr>
          </a:p>
        </p:txBody>
      </p:sp>
      <p:pic>
        <p:nvPicPr>
          <p:cNvPr id="481" name="Google Shape;481;p46"/>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82" name="Google Shape;482;p46"/>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83" name="Google Shape;483;p46"/>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Clustering Tendency: Whether the Data Contains Inherent Grouping Structure</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7"/>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489" name="Google Shape;489;p47"/>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Spatial Histogram Approach: Contrast the d-dimensional histogram of the input dataset D with the histogram generated from random samples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Dataset D is clusterable if the distributions of two histograms are rather different  </a:t>
            </a:r>
            <a:endParaRPr sz="1800">
              <a:solidFill>
                <a:srgbClr val="1F1F1F"/>
              </a:solidFill>
            </a:endParaRPr>
          </a:p>
        </p:txBody>
      </p:sp>
      <p:pic>
        <p:nvPicPr>
          <p:cNvPr id="490" name="Google Shape;490;p47"/>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91" name="Google Shape;491;p47"/>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92" name="Google Shape;492;p47"/>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Testing Clustering Tendency: A Spatial Histogram Approach</a:t>
            </a:r>
            <a:endParaRPr b="1" i="1" sz="1800">
              <a:solidFill>
                <a:srgbClr val="0B5394"/>
              </a:solidFill>
              <a:latin typeface="Times New Roman"/>
              <a:ea typeface="Times New Roman"/>
              <a:cs typeface="Times New Roman"/>
              <a:sym typeface="Times New Roman"/>
            </a:endParaRPr>
          </a:p>
        </p:txBody>
      </p:sp>
      <p:pic>
        <p:nvPicPr>
          <p:cNvPr id="493" name="Google Shape;493;p47"/>
          <p:cNvPicPr preferRelativeResize="0"/>
          <p:nvPr/>
        </p:nvPicPr>
        <p:blipFill>
          <a:blip r:embed="rId4">
            <a:alphaModFix/>
          </a:blip>
          <a:stretch>
            <a:fillRect/>
          </a:stretch>
        </p:blipFill>
        <p:spPr>
          <a:xfrm>
            <a:off x="2607488" y="2571738"/>
            <a:ext cx="5514975" cy="22002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8"/>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499" name="Google Shape;499;p48"/>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Method outline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Divide each dimension into equi-width bins, count how many points lie in each cells, and obtain the empirical joint probability mass function (EPMF)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Do the same for the randomly sampled data  </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Compute how much they differ using the Kullback-Leibler (KL) divergence value </a:t>
            </a:r>
            <a:endParaRPr sz="1800">
              <a:solidFill>
                <a:srgbClr val="1F1F1F"/>
              </a:solidFill>
            </a:endParaRPr>
          </a:p>
        </p:txBody>
      </p:sp>
      <p:pic>
        <p:nvPicPr>
          <p:cNvPr id="500" name="Google Shape;500;p48"/>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501" name="Google Shape;501;p48"/>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502" name="Google Shape;502;p48"/>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Testing Clustering Tendency: A Spatial Histogram Approach</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9"/>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508" name="Google Shape;508;p49"/>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Let's apply clustering validation techniques to customer segmentation.</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Objective:</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Identify meaningful customer segments for targeted marketing.</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Steps:</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Data Collection: Gather customer attributes and behaviors.</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Clustering: Apply clustering algorithms to create segments.</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Validation: Evaluate clustering quality using external and internal measures.</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Segment Profiling: Interpret and analyze formed segments.</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Clustering validation ensures accurate and actionable customer segments for effective marketing strategies.</a:t>
            </a:r>
            <a:endParaRPr sz="1800">
              <a:solidFill>
                <a:srgbClr val="1F1F1F"/>
              </a:solidFill>
            </a:endParaRPr>
          </a:p>
        </p:txBody>
      </p:sp>
      <p:pic>
        <p:nvPicPr>
          <p:cNvPr id="509" name="Google Shape;509;p49"/>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510" name="Google Shape;510;p49"/>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511" name="Google Shape;511;p49"/>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Application: Customer Segmentation</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0"/>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517" name="Google Shape;517;p50"/>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Clustering validation comes with considerations and challenges.</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Considerations:</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Choose appropriate measures based on data characteristics and analysis goals.</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Combine multiple measures for a comprehensive evaluation.</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Challenges:</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Lack of ground truth or reference clustering.</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Sensitivity to parameter choices.</a:t>
            </a:r>
            <a:endParaRPr sz="1800">
              <a:solidFill>
                <a:srgbClr val="1F1F1F"/>
              </a:solidFill>
            </a:endParaRPr>
          </a:p>
          <a:p>
            <a:pPr indent="-331469" lvl="1" marL="742950" rtl="0" algn="just">
              <a:spcBef>
                <a:spcPts val="440"/>
              </a:spcBef>
              <a:spcAft>
                <a:spcPts val="0"/>
              </a:spcAft>
              <a:buClr>
                <a:srgbClr val="40458C"/>
              </a:buClr>
              <a:buSzPts val="1800"/>
              <a:buChar char="○"/>
            </a:pPr>
            <a:r>
              <a:rPr lang="en-GB" sz="1800">
                <a:solidFill>
                  <a:srgbClr val="1F1F1F"/>
                </a:solidFill>
              </a:rPr>
              <a:t>Understanding these considerations and challenges enhances the reliability of clustering validation.</a:t>
            </a:r>
            <a:endParaRPr sz="1800">
              <a:solidFill>
                <a:srgbClr val="1F1F1F"/>
              </a:solidFill>
            </a:endParaRPr>
          </a:p>
        </p:txBody>
      </p:sp>
      <p:pic>
        <p:nvPicPr>
          <p:cNvPr id="518" name="Google Shape;518;p50"/>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519" name="Google Shape;519;p50"/>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520" name="Google Shape;520;p50"/>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Considerations and Challenges</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1"/>
          <p:cNvSpPr txBox="1"/>
          <p:nvPr>
            <p:ph type="title"/>
          </p:nvPr>
        </p:nvSpPr>
        <p:spPr>
          <a:xfrm>
            <a:off x="609600" y="228600"/>
            <a:ext cx="97086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Methods for Clustering Validation</a:t>
            </a:r>
            <a:endParaRPr sz="3600"/>
          </a:p>
        </p:txBody>
      </p:sp>
      <p:sp>
        <p:nvSpPr>
          <p:cNvPr descr="Rectangle: Click to edit Master text styles &#10;Second level &#10;Third level &#10;Fourth level &#10;Fifth level" id="526" name="Google Shape;526;p51"/>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Introduction to Cluster Analysis: Concepts, applications, and challenges.</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Similarity Measures: Various metrics for measuring similarity.</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Partitioning-Based Clustering: K-Means, K-Medoids, and more.</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Hierarchical Clustering: Agglomerative, divisive, and advanced methods.</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Density-Based and Grid-Based Clustering: DBSCAN, OPTICS, STING, and CLIQUE.</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Clustering Validation: External and internal measures, stability, and clustering tendency.</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Congratulations on completing this course! You now possess the knowledge and tools to analyze complex datasets and uncover valuable insights through cluster analysis.</a:t>
            </a:r>
            <a:endParaRPr sz="1800">
              <a:solidFill>
                <a:srgbClr val="1F1F1F"/>
              </a:solidFill>
            </a:endParaRPr>
          </a:p>
        </p:txBody>
      </p:sp>
      <p:pic>
        <p:nvPicPr>
          <p:cNvPr id="527" name="Google Shape;527;p51"/>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528" name="Google Shape;528;p51"/>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529" name="Google Shape;529;p51"/>
          <p:cNvSpPr txBox="1"/>
          <p:nvPr/>
        </p:nvSpPr>
        <p:spPr>
          <a:xfrm>
            <a:off x="762000" y="1184875"/>
            <a:ext cx="86238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Course Conclusion</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2"/>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Summary</a:t>
            </a:r>
            <a:endParaRPr sz="3600"/>
          </a:p>
        </p:txBody>
      </p:sp>
      <p:sp>
        <p:nvSpPr>
          <p:cNvPr descr="Rectangle: Click to edit Master text styles &#10;Second level &#10;Third level &#10;Fourth level &#10;Fifth level" id="535" name="Google Shape;535;p52"/>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000000"/>
              </a:buClr>
              <a:buSzPts val="1800"/>
              <a:buChar char="●"/>
            </a:pPr>
            <a:r>
              <a:rPr lang="en-GB" sz="1800">
                <a:solidFill>
                  <a:srgbClr val="000000"/>
                </a:solidFill>
              </a:rPr>
              <a:t>Importance and evaluation measures.</a:t>
            </a:r>
            <a:endParaRPr sz="1800">
              <a:solidFill>
                <a:srgbClr val="000000"/>
              </a:solidFill>
            </a:endParaRPr>
          </a:p>
          <a:p>
            <a:pPr indent="-388620" lvl="0" marL="342900" rtl="0" algn="just">
              <a:spcBef>
                <a:spcPts val="440"/>
              </a:spcBef>
              <a:spcAft>
                <a:spcPts val="0"/>
              </a:spcAft>
              <a:buClr>
                <a:srgbClr val="000000"/>
              </a:buClr>
              <a:buSzPts val="1800"/>
              <a:buChar char="●"/>
            </a:pPr>
            <a:r>
              <a:rPr lang="en-GB" sz="1800">
                <a:solidFill>
                  <a:srgbClr val="000000"/>
                </a:solidFill>
              </a:rPr>
              <a:t>Constraint-based clustering.</a:t>
            </a:r>
            <a:endParaRPr sz="1800">
              <a:solidFill>
                <a:srgbClr val="000000"/>
              </a:solidFill>
            </a:endParaRPr>
          </a:p>
          <a:p>
            <a:pPr indent="-388620" lvl="0" marL="342900" rtl="0" algn="just">
              <a:spcBef>
                <a:spcPts val="440"/>
              </a:spcBef>
              <a:spcAft>
                <a:spcPts val="0"/>
              </a:spcAft>
              <a:buClr>
                <a:srgbClr val="000000"/>
              </a:buClr>
              <a:buSzPts val="1800"/>
              <a:buChar char="●"/>
            </a:pPr>
            <a:r>
              <a:rPr lang="en-GB" sz="1800">
                <a:solidFill>
                  <a:srgbClr val="000000"/>
                </a:solidFill>
              </a:rPr>
              <a:t>External and internal measures.</a:t>
            </a:r>
            <a:endParaRPr sz="1800">
              <a:solidFill>
                <a:srgbClr val="000000"/>
              </a:solidFill>
            </a:endParaRPr>
          </a:p>
          <a:p>
            <a:pPr indent="-388620" lvl="0" marL="342900" rtl="0" algn="just">
              <a:spcBef>
                <a:spcPts val="440"/>
              </a:spcBef>
              <a:spcAft>
                <a:spcPts val="0"/>
              </a:spcAft>
              <a:buClr>
                <a:srgbClr val="000000"/>
              </a:buClr>
              <a:buSzPts val="1800"/>
              <a:buChar char="●"/>
            </a:pPr>
            <a:r>
              <a:rPr lang="en-GB" sz="1800">
                <a:solidFill>
                  <a:srgbClr val="000000"/>
                </a:solidFill>
              </a:rPr>
              <a:t>Cluster stability and tendency.</a:t>
            </a:r>
            <a:endParaRPr sz="1800">
              <a:solidFill>
                <a:srgbClr val="000000"/>
              </a:solidFill>
            </a:endParaRPr>
          </a:p>
        </p:txBody>
      </p:sp>
      <p:pic>
        <p:nvPicPr>
          <p:cNvPr id="536" name="Google Shape;536;p52"/>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537" name="Google Shape;537;p52"/>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538" name="Google Shape;538;p52"/>
          <p:cNvSpPr txBox="1"/>
          <p:nvPr/>
        </p:nvSpPr>
        <p:spPr>
          <a:xfrm>
            <a:off x="762000" y="1184875"/>
            <a:ext cx="79533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sp>
        <p:nvSpPr>
          <p:cNvPr id="539" name="Google Shape;539;p52"/>
          <p:cNvSpPr txBox="1"/>
          <p:nvPr/>
        </p:nvSpPr>
        <p:spPr>
          <a:xfrm>
            <a:off x="762000" y="1184875"/>
            <a:ext cx="82395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Clustering Validation Methods</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1_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