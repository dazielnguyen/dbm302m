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Tahom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Tahoma-regular.fntdata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5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3a0becab7d_0_19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3a0becab7d_0_19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a069dcfde_0_4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3a069dcfde_0_4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3a069dcfde_0_5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3a069dcfde_0_5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3a069dcfde_0_6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23a069dcfde_0_6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3a069dcfde_0_7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23a069dcfde_0_7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3a069dcfde_0_8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3a069dcfde_0_8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3a069dcfde_0_8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3a069dcfde_0_8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4c86cd2319_2_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24c86cd2319_2_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4c86cd2319_2_1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4c86cd2319_2_1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4c86cd2319_2_2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4c86cd2319_2_2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4c86cd2319_2_3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24c86cd2319_2_3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c86cd2319_2_4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24c86cd2319_2_4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4c86cd2319_2_5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24c86cd2319_2_5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4c86cd2319_2_6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24c86cd2319_2_6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4c73258b94_1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24c73258b94_1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1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Introduction to Data Preprocessing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preprocessing is a fundamental step in data mining.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involves cleaning, integration, transformation, and reduction of data.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preprocessing is essential for improving data quality and analysis outcomes.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This presentation will delve into each aspect of data preprocessing in detail.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75"/>
            <a:ext cx="4284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</a:t>
            </a:r>
            <a:r>
              <a:rPr lang="en-GB" sz="1800">
                <a:solidFill>
                  <a:srgbClr val="1F1F1F"/>
                </a:solidFill>
              </a:rPr>
              <a:t>he necessity of data preprocessing and techniques for achieving clean and usable data.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Preprocessing: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Enhancing data quality and utility before analysis.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Essential for accurate and meaningful results.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8400" y="1798975"/>
            <a:ext cx="3661271" cy="27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1" name="Google Shape;261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cleaning involves identifying and rectifying errors and inconsistencies in the dataset.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Tasks: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Handling missing values.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Correcting inaccuracies.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Handling duplicate records.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Effective data cleaning improves data reliability.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0" name="Google Shape;270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integration combines data from multiple sources into a unified format.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Challenges: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format disparities.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redundancy.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Benefits: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Comprehensive analysis.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Improved decision-making.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integration streamlines data utilization.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Integration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9" name="Google Shape;279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transformation modifies the data format or structure to suit analysis requirements.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Normalization: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Scales attributes to a standard range.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Ensures equal importance to all attributes.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Attribute Construction: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Creating new attributes from existing ones.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transformation enhances analysis accuracy.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Transformation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8" name="Google Shape;288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reduction minimizes data volume while preserving essential information.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Dimensionality Reduction: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Reduces the number of attributes while retaining meaningful patterns.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Numerosity Reduction: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Summarizes data by creating representative prototypes.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reduction enhances analysis efficiency.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Reduction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7" name="Google Shape;297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Dealing with missing data is a crucial aspect of data preprocessing.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Various strategies exist for addressing missing values.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Imputation methods, such as mean, median, and advanced techniques like K-Nearest Neighbors, are commonly used.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Effective handling of missing data ensures the completeness and accuracy of the dataset.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Missing Data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6" name="Google Shape;306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integration involves combining data from multiple sources into a unified dataset.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Schema matching and mapping are crucial for resolving data structure differences.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fusion methods help consolidate information from various sources.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Resolving data conflicts ensures data consistency and accuracy in integrated datasets.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Integration Techniques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5" name="Google Shape;315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Normalization and scaling are essential data transformation techniques.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Normalization adjusts data values to a common scale, often between 0 and 1.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Scaling techniques, such as Min-Max Scaling and Z-score normalization, make data comparable.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Proper scaling ensures that features have similar influence in data analysis and modeling.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Normalization and Scaling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4" name="Google Shape;324;p3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Handling categorical data is a critical part of data preprocessing.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Categorical data includes non-numeric variables like labels or categories.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Common encoding methods include one-hot encoding and label encoding.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choice of encoding method depends on the nature of the data and the modeling technique used.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Encoding Categorical Data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3" name="Google Shape;333;p3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Feature engineering is the process of creating new features or modifying existing ones.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aims to enhance the predictive power of the dataset.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Feature engineering involves domain knowledge and creativity.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Properly engineered features can improve model performance and uncover hidden patterns.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4" name="Google Shape;3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2" name="Google Shape;342;p3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Dimensionality reduction is a critical data reduction technique.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focuses on reducing the number of features while retaining essential information.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Common methods include Principal Component Analysis (PCA) and t-Distributed Stochastic Neighbor Embedding (t-SNE).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Dimensionality reduction enhances efficiency, visualization, and model performance.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Dimensionality Reduction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1" name="Google Shape;351;p3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Feature selection is the process of choosing the most relevant features for analysis.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reduces dimensionality by eliminating irrelevant or redundant attributes.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Methods include filter, wrapper, and embedded approaches.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Proper feature selection improves model interpretability and efficiency.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2" name="Google Shape;3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Selection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0" name="Google Shape;360;p3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preprocessing offers several advantages: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Improved Model Performance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Reduced Overfitting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Enhanced Interpretability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Savings in Time and Resources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Effective preprocessing is key to achieving high-quality results in data analysis and modeling.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of Data Preprocessing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9" name="Google Shape;369;p3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Data Preprocessing Steps: Data Cleaning, Integration, Transformation, Reduction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Role of each step in High-Quality Data Analysis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70" name="Google Shape;37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37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