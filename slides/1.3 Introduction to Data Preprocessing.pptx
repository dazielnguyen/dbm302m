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  <p:sldMasterId id="2147483668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76"/>
  </p:normalViewPr>
  <p:slideViewPr>
    <p:cSldViewPr snapToGrid="0">
      <p:cViewPr>
        <p:scale>
          <a:sx n="172" d="100"/>
          <a:sy n="172" d="100"/>
        </p:scale>
        <p:origin x="976" y="6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3a0becab7d_0_19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3a0becab7d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a069dcfde_0_4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23a069dcfde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3a069dcfde_0_57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23a069dcfd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a069dcfde_0_65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23a069dcfd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3a069dcfde_0_7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3a069dcfd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a069dcfde_0_8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23a069dcfd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3a069dcfde_0_8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3a069dcfd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4c86cd2319_2_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24c86cd231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c86cd2319_2_1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24c86cd2319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c86cd2319_2_2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4c86cd2319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4c86cd2319_2_3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4c86cd2319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c86cd2319_2_4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c86cd2319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4c86cd2319_2_5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24c86cd2319_2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c86cd2319_2_63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24c86cd2319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4c73258b94_1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24c73258b9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1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Introduction to Data Preprocessing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242" name="Google Shape;242;p2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 is a fundamental step in data mining.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involves cleaning, integration, transformation, and reduction of data.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 is essential for improving data quality and analysis outcomes.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This presentation will delve into each aspect of data preprocessing in detail.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251" name="Google Shape;251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75"/>
            <a:ext cx="4284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necessity of data preprocessing and techniques for achieving clean and usable data.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Enhancing data quality and utility before analysis.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Essential for accurate and meaningful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8400" y="1798975"/>
            <a:ext cx="3661271" cy="27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261" name="Google Shape;261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Data cleaning involves identifying and rectifying errors and inconsistencies in the dataset.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Key Tasks: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Handling missing values.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Correcting inaccuracies.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b="1" dirty="0">
                <a:solidFill>
                  <a:srgbClr val="1F1F1F"/>
                </a:solidFill>
              </a:rPr>
              <a:t>Handling duplicate records. -&gt; pandas</a:t>
            </a:r>
            <a:endParaRPr sz="1800" b="1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Effective data cleaning improves data reliability.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270" name="Google Shape;270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integration combines data from multiple sources into a unified format.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Challenges: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format disparities.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redundancy.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Benefits: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Comprehensive analysis.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Improved decision-making.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integration streamlines data utilization.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279" name="Google Shape;279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transformation modifies the data format or structure to suit analysis requirements.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Normalization: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Scales attributes to a standard range.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Ensures equal importance to all attributes.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Attribute Construction: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Creating new attributes from existing ones.</a:t>
            </a:r>
            <a:endParaRPr sz="180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transformation enhances analysis accuracy.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8239500" cy="77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Transformation - &gt;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Tìm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hiểu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them min-max scaling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288" name="Google Shape;288;p2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Data reduction minimizes data volume while preserving essential information.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Dimensionality Reduction: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Reduces the number of attributes while retaining meaningful patterns.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Numerosity Reduction: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Summarizes data by creating representative prototypes.</a:t>
            </a:r>
            <a:endParaRPr sz="1800" dirty="0">
              <a:solidFill>
                <a:srgbClr val="1F1F1F"/>
              </a:solidFill>
            </a:endParaRPr>
          </a:p>
          <a:p>
            <a:pPr marL="742950" lvl="1" indent="-331469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 dirty="0">
                <a:solidFill>
                  <a:srgbClr val="1F1F1F"/>
                </a:solidFill>
              </a:rPr>
              <a:t>Data reduction enhances analysis efficiency.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Reduction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297" name="Google Shape;297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Dealing with missing data is a crucial aspect of data preprocessing.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Various strategies exist for addressing missing values.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Imputation methods, such as mean, median, and advanced techniques like K-Nearest Neighbors, are commonly used.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handling of missing data ensures the completeness and accuracy of the dataset.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Missing Data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06" name="Google Shape;306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integration involves combining data from multiple sources into a unified dataset.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Schema matching and mapping are crucial for resolving data structure differences.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fusion methods help consolidate information from various sources.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Resolving data conflicts ensures data consistency and accuracy in integrated datasets.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 Techniques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15" name="Google Shape;315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Normalization and scaling are essential data transformation techniques.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Normalization adjusts data values to a common scale, often between 0 and 1.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Scaling techniques, such as Min-Max Scaling and Z-score normalization, make data comparable.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 scaling ensures that features have similar influence in data analysis and modeling.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 and Scaling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24" name="Google Shape;324;p3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Handling categorical data is a critical part of data preprocessing.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Categorical data includes non-numeric variables like labels or categories.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Common encoding methods include one-hot encoding and label encoding.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choice of encoding method depends on the nature of the data and the modeling technique used.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 Categorical Data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33" name="Google Shape;333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engineering is the process of creating new features or modifying existing ones.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aims to enhance the predictive power of the dataset.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engineering involves domain knowledge and creativity.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Properly engineered features can improve model performance and uncover hidden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42" name="Google Shape;342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Dimensionality reduction is a critical data reduction technique.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focuses on reducing the number of features while retaining essential information.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Common methods include Principal Component Analysis (PCA) and t-Distributed Stochastic Neighbor Embedding (t-SNE).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Dimensionality reduction enhances efficiency, visualization, and model performance.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Dimensionality Reduction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51" name="Google Shape;351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Feature selection is the process of choosing the most relevant features for analysis.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reduces dimensionality by eliminating irrelevant or redundant attributes.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Methods include filter, wrapper, and embedded approaches.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Proper feature selection improves model interpretability and efficiency.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60" name="Google Shape;360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 offers several advantages: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Improved Model Performance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Reduced Overfitting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Enhanced Interpretability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Savings in Time and Resources</a:t>
            </a:r>
            <a:endParaRPr sz="1800">
              <a:solidFill>
                <a:srgbClr val="1F1F1F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preprocessing is key to achieving high-quality results in data analysis and modeling.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Data Preprocessing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Data Preprocessing</a:t>
            </a:r>
            <a:endParaRPr sz="3600"/>
          </a:p>
        </p:txBody>
      </p:sp>
      <p:sp>
        <p:nvSpPr>
          <p:cNvPr id="369" name="Google Shape;369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Data Preprocessing Steps: Data Cleaning, Integration, Transformation, Reduction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Role of each step in High-Quality Data Analysis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37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Macintosh PowerPoint</Application>
  <PresentationFormat>On-screen Show (16:9)</PresentationFormat>
  <Paragraphs>118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Tahoma</vt:lpstr>
      <vt:lpstr>Times New Roman</vt:lpstr>
      <vt:lpstr>Arial</vt:lpstr>
      <vt:lpstr>Noto Sans Symbols</vt:lpstr>
      <vt:lpstr>Simple Light</vt:lpstr>
      <vt:lpstr>1_Blueprint</vt:lpstr>
      <vt:lpstr>Blueprint</vt:lpstr>
      <vt:lpstr>Chapter 1:  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  <vt:lpstr>Introduction to Data Preprocessing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1</cp:revision>
  <dcterms:modified xsi:type="dcterms:W3CDTF">2026-01-06T06:34:01Z</dcterms:modified>
</cp:coreProperties>
</file>