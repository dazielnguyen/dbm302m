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6" r:id="rId4"/>
    <p:sldMasterId id="2147483667" r:id="rId5"/>
    <p:sldMasterId id="214748366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y="5143500" cx="9144000"/>
  <p:notesSz cx="6858000" cy="9144000"/>
  <p:embeddedFontLst>
    <p:embeddedFont>
      <p:font typeface="Roboto"/>
      <p:regular r:id="rId25"/>
      <p:bold r:id="rId26"/>
      <p:italic r:id="rId27"/>
      <p:boldItalic r:id="rId28"/>
    </p:embeddedFont>
    <p:embeddedFont>
      <p:font typeface="Tahoma"/>
      <p:regular r:id="rId29"/>
      <p:bold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font" Target="fonts/Roboto-bold.fntdata"/><Relationship Id="rId25" Type="http://schemas.openxmlformats.org/officeDocument/2006/relationships/font" Target="fonts/Roboto-regular.fntdata"/><Relationship Id="rId28" Type="http://schemas.openxmlformats.org/officeDocument/2006/relationships/font" Target="fonts/Roboto-boldItalic.fntdata"/><Relationship Id="rId27" Type="http://schemas.openxmlformats.org/officeDocument/2006/relationships/font" Target="fonts/Roboto-italic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font" Target="fonts/Tahoma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0" Type="http://schemas.openxmlformats.org/officeDocument/2006/relationships/font" Target="fonts/Tahoma-bold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82b55a4a5_0_41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g2582b55a4a5_0_41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2582b55a4a5_0_419:notes"/>
          <p:cNvSpPr txBox="1"/>
          <p:nvPr/>
        </p:nvSpPr>
        <p:spPr>
          <a:xfrm>
            <a:off x="3886696" y="8686800"/>
            <a:ext cx="297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50" lIns="91100" spcFirstLastPara="1" rIns="91100" wrap="square" tIns="455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GB" sz="1200" u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582b55a4a5_0_628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2582b55a4a5_0_628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584478c9f3_0_1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g2584478c9f3_0_1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584478c9f3_0_26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2584478c9f3_0_26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584478c9f3_0_35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2584478c9f3_0_35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584478c9f3_0_45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2584478c9f3_0_45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584478c9f3_0_54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2584478c9f3_0_54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8d79cb0e10_2_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28d79cb0e10_2_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584478c9f3_0_64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2584478c9f3_0_64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584478c9f3_0_74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2584478c9f3_0_74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8d79cb0e10_2_9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28d79cb0e10_2_9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584478c9f3_0_83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g2584478c9f3_0_83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84478c9f3_0_93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2584478c9f3_0_93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584478c9f3_0_103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g2584478c9f3_0_103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2584478c9f3_0_112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g2584478c9f3_0_112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2584478c9f3_0_122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2584478c9f3_0_122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4c71399fcc_0_0:notes"/>
          <p:cNvSpPr txBox="1"/>
          <p:nvPr>
            <p:ph idx="1" type="body"/>
          </p:nvPr>
        </p:nvSpPr>
        <p:spPr>
          <a:xfrm>
            <a:off x="913903" y="4343400"/>
            <a:ext cx="5030100" cy="411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24c71399fcc_0_0:notes"/>
          <p:cNvSpPr/>
          <p:nvPr>
            <p:ph idx="2" type="sldImg"/>
          </p:nvPr>
        </p:nvSpPr>
        <p:spPr>
          <a:xfrm>
            <a:off x="429100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■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○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53" name="Google Shape;53;p13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 txBox="1"/>
          <p:nvPr>
            <p:ph type="ctrTitle"/>
          </p:nvPr>
        </p:nvSpPr>
        <p:spPr>
          <a:xfrm>
            <a:off x="990600" y="13144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Rectangle: Click to edit Master text styles&#10;Second level&#10;Third level&#10;Fourth level&#10;Fifth level" id="129" name="Google Shape;129;p15"/>
          <p:cNvSpPr txBox="1"/>
          <p:nvPr>
            <p:ph idx="1" type="subTitle"/>
          </p:nvPr>
        </p:nvSpPr>
        <p:spPr>
          <a:xfrm>
            <a:off x="990600" y="2482453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rtl="0" algn="l"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/>
            </a:lvl1pPr>
            <a:lvl2pPr lvl="1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lvl="2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lvl="3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lvl="4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lvl="5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lvl="6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lvl="7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lvl="8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130" name="Google Shape;130;p15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1" name="Google Shape;131;p15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 and Chart" type="txAndChart">
  <p:cSld name="TEXT_AND_CHAR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17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2" name="Google Shape;202;p17"/>
          <p:cNvSpPr/>
          <p:nvPr>
            <p:ph idx="2" type="chart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03" name="Google Shape;203;p17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17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17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18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09" name="Google Shape;209;p18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10" name="Google Shape;210;p18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18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18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9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9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9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0"/>
          <p:cNvSpPr txBox="1"/>
          <p:nvPr>
            <p:ph idx="1" type="body"/>
          </p:nvPr>
        </p:nvSpPr>
        <p:spPr>
          <a:xfrm>
            <a:off x="8382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20" name="Google Shape;220;p20"/>
          <p:cNvSpPr txBox="1"/>
          <p:nvPr>
            <p:ph idx="2" type="body"/>
          </p:nvPr>
        </p:nvSpPr>
        <p:spPr>
          <a:xfrm>
            <a:off x="4800600" y="1428750"/>
            <a:ext cx="3810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rtl="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1pPr>
            <a:lvl2pPr indent="-320040" lvl="1" marL="914400" rtl="0" algn="l"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2pPr>
            <a:lvl3pPr indent="-349250" lvl="2" marL="1371600" rtl="0" algn="l">
              <a:spcBef>
                <a:spcPts val="400"/>
              </a:spcBef>
              <a:spcAft>
                <a:spcPts val="0"/>
              </a:spcAft>
              <a:buSzPts val="1900"/>
              <a:buChar char="⬥"/>
              <a:defRPr sz="2000"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 sz="1800"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 sz="1800"/>
            </a:lvl9pPr>
          </a:lstStyle>
          <a:p/>
        </p:txBody>
      </p:sp>
      <p:sp>
        <p:nvSpPr>
          <p:cNvPr id="221" name="Google Shape;221;p20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0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0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1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rtl="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1pPr>
            <a:lvl2pPr indent="-297180" lvl="1" marL="914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2pPr>
            <a:lvl3pPr indent="-337185" lvl="2" marL="1371600" rtl="0" algn="l">
              <a:spcBef>
                <a:spcPts val="360"/>
              </a:spcBef>
              <a:spcAft>
                <a:spcPts val="0"/>
              </a:spcAft>
              <a:buSzPts val="1710"/>
              <a:buChar char="⬥"/>
              <a:defRPr/>
            </a:lvl3pPr>
            <a:lvl4pPr indent="-302894" lvl="3" marL="1828800" rtl="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4pPr>
            <a:lvl5pPr indent="-297179" lvl="4" marL="22860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5pPr>
            <a:lvl6pPr indent="-297179" lvl="5" marL="27432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6pPr>
            <a:lvl7pPr indent="-297179" lvl="6" marL="32004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7pPr>
            <a:lvl8pPr indent="-297179" lvl="7" marL="36576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8pPr>
            <a:lvl9pPr indent="-297179" lvl="8" marL="4114800" rtl="0" algn="l"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9pPr>
          </a:lstStyle>
          <a:p/>
        </p:txBody>
      </p:sp>
      <p:sp>
        <p:nvSpPr>
          <p:cNvPr id="227" name="Google Shape;227;p21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1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1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theme" Target="../theme/theme1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4"/>
          <p:cNvGrpSpPr/>
          <p:nvPr/>
        </p:nvGrpSpPr>
        <p:grpSpPr>
          <a:xfrm>
            <a:off x="-136525" y="0"/>
            <a:ext cx="9204325" cy="5029200"/>
            <a:chOff x="-86" y="0"/>
            <a:chExt cx="5798" cy="4224"/>
          </a:xfrm>
        </p:grpSpPr>
        <p:grpSp>
          <p:nvGrpSpPr>
            <p:cNvPr id="59" name="Google Shape;59;p14"/>
            <p:cNvGrpSpPr/>
            <p:nvPr/>
          </p:nvGrpSpPr>
          <p:grpSpPr>
            <a:xfrm>
              <a:off x="0" y="0"/>
              <a:ext cx="5712" cy="4224"/>
              <a:chOff x="0" y="0"/>
              <a:chExt cx="5712" cy="4224"/>
            </a:xfrm>
          </p:grpSpPr>
          <p:sp>
            <p:nvSpPr>
              <p:cNvPr id="60" name="Google Shape;60;p14"/>
              <p:cNvSpPr txBox="1"/>
              <p:nvPr/>
            </p:nvSpPr>
            <p:spPr>
              <a:xfrm>
                <a:off x="2112" y="0"/>
                <a:ext cx="3600" cy="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grpSp>
            <p:nvGrpSpPr>
              <p:cNvPr id="61" name="Google Shape;61;p14"/>
              <p:cNvGrpSpPr/>
              <p:nvPr/>
            </p:nvGrpSpPr>
            <p:grpSpPr>
              <a:xfrm>
                <a:off x="0" y="0"/>
                <a:ext cx="5700" cy="4224"/>
                <a:chOff x="0" y="0"/>
                <a:chExt cx="5700" cy="4224"/>
              </a:xfrm>
            </p:grpSpPr>
            <p:cxnSp>
              <p:nvCxnSpPr>
                <p:cNvPr id="62" name="Google Shape;62;p14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3" name="Google Shape;63;p14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4" name="Google Shape;64;p14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5" name="Google Shape;65;p14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6" name="Google Shape;66;p14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7" name="Google Shape;67;p14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8" name="Google Shape;68;p14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69" name="Google Shape;69;p14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0" name="Google Shape;70;p14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1" name="Google Shape;71;p14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2" name="Google Shape;72;p14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3" name="Google Shape;73;p14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4" name="Google Shape;74;p14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5" name="Google Shape;75;p14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6" name="Google Shape;76;p14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7" name="Google Shape;77;p14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8" name="Google Shape;78;p14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79" name="Google Shape;79;p14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0" name="Google Shape;80;p14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1" name="Google Shape;81;p14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2" name="Google Shape;82;p14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3" name="Google Shape;83;p14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4" name="Google Shape;84;p14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5" name="Google Shape;85;p14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6" name="Google Shape;86;p14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7" name="Google Shape;87;p14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8" name="Google Shape;88;p14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89" name="Google Shape;89;p14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0" name="Google Shape;90;p14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1" name="Google Shape;91;p14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2" name="Google Shape;92;p14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3" name="Google Shape;93;p14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4" name="Google Shape;94;p14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5" name="Google Shape;95;p14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6" name="Google Shape;96;p14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7" name="Google Shape;97;p14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8" name="Google Shape;98;p14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99" name="Google Shape;99;p14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0" name="Google Shape;100;p14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1" name="Google Shape;101;p14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2" name="Google Shape;102;p14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3" name="Google Shape;103;p14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4" name="Google Shape;104;p14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5" name="Google Shape;105;p14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6" name="Google Shape;106;p14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7" name="Google Shape;107;p14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8" name="Google Shape;108;p14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09" name="Google Shape;109;p14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0" name="Google Shape;110;p14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1" name="Google Shape;111;p14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12" name="Google Shape;112;p14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cxnSp>
            <p:nvCxnSpPr>
              <p:cNvPr id="113" name="Google Shape;113;p14"/>
              <p:cNvCxnSpPr/>
              <p:nvPr/>
            </p:nvCxnSpPr>
            <p:spPr>
              <a:xfrm>
                <a:off x="5568" y="0"/>
                <a:ext cx="0" cy="1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</p:grpSp>
        <p:grpSp>
          <p:nvGrpSpPr>
            <p:cNvPr id="114" name="Google Shape;114;p14"/>
            <p:cNvGrpSpPr/>
            <p:nvPr/>
          </p:nvGrpSpPr>
          <p:grpSpPr>
            <a:xfrm>
              <a:off x="-86" y="559"/>
              <a:ext cx="4281" cy="1800"/>
              <a:chOff x="-86" y="559"/>
              <a:chExt cx="4281" cy="1800"/>
            </a:xfrm>
          </p:grpSpPr>
          <p:cxnSp>
            <p:nvCxnSpPr>
              <p:cNvPr id="115" name="Google Shape;115;p14"/>
              <p:cNvCxnSpPr/>
              <p:nvPr/>
            </p:nvCxnSpPr>
            <p:spPr>
              <a:xfrm>
                <a:off x="506" y="559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6" name="Google Shape;116;p14"/>
              <p:cNvCxnSpPr/>
              <p:nvPr/>
            </p:nvCxnSpPr>
            <p:spPr>
              <a:xfrm rot="10800000">
                <a:off x="-86" y="1925"/>
                <a:ext cx="33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17" name="Google Shape;117;p14"/>
              <p:cNvCxnSpPr/>
              <p:nvPr/>
            </p:nvCxnSpPr>
            <p:spPr>
              <a:xfrm rot="10800000">
                <a:off x="295" y="939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18" name="Google Shape;118;p14"/>
              <p:cNvSpPr/>
              <p:nvPr/>
            </p:nvSpPr>
            <p:spPr>
              <a:xfrm flipH="1" rot="-5400000">
                <a:off x="425" y="860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grpSp>
          <p:nvGrpSpPr>
            <p:cNvPr id="119" name="Google Shape;119;p14"/>
            <p:cNvGrpSpPr/>
            <p:nvPr/>
          </p:nvGrpSpPr>
          <p:grpSpPr>
            <a:xfrm>
              <a:off x="1480" y="1952"/>
              <a:ext cx="3900" cy="1800"/>
              <a:chOff x="1480" y="1952"/>
              <a:chExt cx="3900" cy="1800"/>
            </a:xfrm>
          </p:grpSpPr>
          <p:cxnSp>
            <p:nvCxnSpPr>
              <p:cNvPr id="120" name="Google Shape;120;p14"/>
              <p:cNvCxnSpPr/>
              <p:nvPr/>
            </p:nvCxnSpPr>
            <p:spPr>
              <a:xfrm>
                <a:off x="1480" y="3442"/>
                <a:ext cx="39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21" name="Google Shape;121;p14"/>
              <p:cNvCxnSpPr/>
              <p:nvPr/>
            </p:nvCxnSpPr>
            <p:spPr>
              <a:xfrm>
                <a:off x="5172" y="1952"/>
                <a:ext cx="0" cy="1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22" name="Google Shape;122;p14"/>
              <p:cNvSpPr/>
              <p:nvPr/>
            </p:nvSpPr>
            <p:spPr>
              <a:xfrm rot="5400000">
                <a:off x="5145" y="3347"/>
                <a:ext cx="108" cy="108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23" name="Google Shape;123;p1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24" name="Google Shape;124;p14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4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16"/>
          <p:cNvGrpSpPr/>
          <p:nvPr/>
        </p:nvGrpSpPr>
        <p:grpSpPr>
          <a:xfrm>
            <a:off x="0" y="0"/>
            <a:ext cx="9067800" cy="5029200"/>
            <a:chOff x="0" y="0"/>
            <a:chExt cx="5712" cy="4224"/>
          </a:xfrm>
        </p:grpSpPr>
        <p:grpSp>
          <p:nvGrpSpPr>
            <p:cNvPr id="134" name="Google Shape;134;p16"/>
            <p:cNvGrpSpPr/>
            <p:nvPr/>
          </p:nvGrpSpPr>
          <p:grpSpPr>
            <a:xfrm>
              <a:off x="0" y="0"/>
              <a:ext cx="5700" cy="4224"/>
              <a:chOff x="0" y="0"/>
              <a:chExt cx="5700" cy="4224"/>
            </a:xfrm>
          </p:grpSpPr>
          <p:grpSp>
            <p:nvGrpSpPr>
              <p:cNvPr id="135" name="Google Shape;135;p16"/>
              <p:cNvGrpSpPr/>
              <p:nvPr/>
            </p:nvGrpSpPr>
            <p:grpSpPr>
              <a:xfrm>
                <a:off x="0" y="192"/>
                <a:ext cx="5700" cy="4032"/>
                <a:chOff x="0" y="192"/>
                <a:chExt cx="5700" cy="4032"/>
              </a:xfrm>
            </p:grpSpPr>
            <p:cxnSp>
              <p:nvCxnSpPr>
                <p:cNvPr id="136" name="Google Shape;136;p16"/>
                <p:cNvCxnSpPr/>
                <p:nvPr/>
              </p:nvCxnSpPr>
              <p:spPr>
                <a:xfrm>
                  <a:off x="0" y="19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7" name="Google Shape;137;p16"/>
                <p:cNvCxnSpPr/>
                <p:nvPr/>
              </p:nvCxnSpPr>
              <p:spPr>
                <a:xfrm>
                  <a:off x="0" y="38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8" name="Google Shape;138;p16"/>
                <p:cNvCxnSpPr/>
                <p:nvPr/>
              </p:nvCxnSpPr>
              <p:spPr>
                <a:xfrm>
                  <a:off x="0" y="57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39" name="Google Shape;139;p16"/>
                <p:cNvCxnSpPr/>
                <p:nvPr/>
              </p:nvCxnSpPr>
              <p:spPr>
                <a:xfrm>
                  <a:off x="0" y="76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0" name="Google Shape;140;p16"/>
                <p:cNvCxnSpPr/>
                <p:nvPr/>
              </p:nvCxnSpPr>
              <p:spPr>
                <a:xfrm>
                  <a:off x="0" y="96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1" name="Google Shape;141;p16"/>
                <p:cNvCxnSpPr/>
                <p:nvPr/>
              </p:nvCxnSpPr>
              <p:spPr>
                <a:xfrm>
                  <a:off x="0" y="115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2" name="Google Shape;142;p16"/>
                <p:cNvCxnSpPr/>
                <p:nvPr/>
              </p:nvCxnSpPr>
              <p:spPr>
                <a:xfrm>
                  <a:off x="0" y="134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3" name="Google Shape;143;p16"/>
                <p:cNvCxnSpPr/>
                <p:nvPr/>
              </p:nvCxnSpPr>
              <p:spPr>
                <a:xfrm>
                  <a:off x="0" y="153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4" name="Google Shape;144;p16"/>
                <p:cNvCxnSpPr/>
                <p:nvPr/>
              </p:nvCxnSpPr>
              <p:spPr>
                <a:xfrm>
                  <a:off x="0" y="172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5" name="Google Shape;145;p16"/>
                <p:cNvCxnSpPr/>
                <p:nvPr/>
              </p:nvCxnSpPr>
              <p:spPr>
                <a:xfrm>
                  <a:off x="0" y="192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6" name="Google Shape;146;p16"/>
                <p:cNvCxnSpPr/>
                <p:nvPr/>
              </p:nvCxnSpPr>
              <p:spPr>
                <a:xfrm>
                  <a:off x="0" y="211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7" name="Google Shape;147;p16"/>
                <p:cNvCxnSpPr/>
                <p:nvPr/>
              </p:nvCxnSpPr>
              <p:spPr>
                <a:xfrm>
                  <a:off x="0" y="230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8" name="Google Shape;148;p16"/>
                <p:cNvCxnSpPr/>
                <p:nvPr/>
              </p:nvCxnSpPr>
              <p:spPr>
                <a:xfrm>
                  <a:off x="0" y="249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49" name="Google Shape;149;p16"/>
                <p:cNvCxnSpPr/>
                <p:nvPr/>
              </p:nvCxnSpPr>
              <p:spPr>
                <a:xfrm>
                  <a:off x="0" y="268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0" name="Google Shape;150;p16"/>
                <p:cNvCxnSpPr/>
                <p:nvPr/>
              </p:nvCxnSpPr>
              <p:spPr>
                <a:xfrm>
                  <a:off x="0" y="288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1" name="Google Shape;151;p16"/>
                <p:cNvCxnSpPr/>
                <p:nvPr/>
              </p:nvCxnSpPr>
              <p:spPr>
                <a:xfrm>
                  <a:off x="0" y="307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2" name="Google Shape;152;p16"/>
                <p:cNvCxnSpPr/>
                <p:nvPr/>
              </p:nvCxnSpPr>
              <p:spPr>
                <a:xfrm>
                  <a:off x="0" y="326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3" name="Google Shape;153;p16"/>
                <p:cNvCxnSpPr/>
                <p:nvPr/>
              </p:nvCxnSpPr>
              <p:spPr>
                <a:xfrm>
                  <a:off x="0" y="3456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4" name="Google Shape;154;p16"/>
                <p:cNvCxnSpPr/>
                <p:nvPr/>
              </p:nvCxnSpPr>
              <p:spPr>
                <a:xfrm>
                  <a:off x="0" y="3648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5" name="Google Shape;155;p16"/>
                <p:cNvCxnSpPr/>
                <p:nvPr/>
              </p:nvCxnSpPr>
              <p:spPr>
                <a:xfrm>
                  <a:off x="0" y="3840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6" name="Google Shape;156;p16"/>
                <p:cNvCxnSpPr/>
                <p:nvPr/>
              </p:nvCxnSpPr>
              <p:spPr>
                <a:xfrm>
                  <a:off x="0" y="4032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57" name="Google Shape;157;p16"/>
                <p:cNvCxnSpPr/>
                <p:nvPr/>
              </p:nvCxnSpPr>
              <p:spPr>
                <a:xfrm>
                  <a:off x="0" y="4224"/>
                  <a:ext cx="5700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58" name="Google Shape;158;p16"/>
              <p:cNvGrpSpPr/>
              <p:nvPr/>
            </p:nvGrpSpPr>
            <p:grpSpPr>
              <a:xfrm>
                <a:off x="192" y="0"/>
                <a:ext cx="5376" cy="4200"/>
                <a:chOff x="192" y="0"/>
                <a:chExt cx="5376" cy="4200"/>
              </a:xfrm>
            </p:grpSpPr>
            <p:cxnSp>
              <p:nvCxnSpPr>
                <p:cNvPr id="159" name="Google Shape;159;p16"/>
                <p:cNvCxnSpPr/>
                <p:nvPr/>
              </p:nvCxnSpPr>
              <p:spPr>
                <a:xfrm>
                  <a:off x="1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0" name="Google Shape;160;p16"/>
                <p:cNvCxnSpPr/>
                <p:nvPr/>
              </p:nvCxnSpPr>
              <p:spPr>
                <a:xfrm>
                  <a:off x="3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1" name="Google Shape;161;p16"/>
                <p:cNvCxnSpPr/>
                <p:nvPr/>
              </p:nvCxnSpPr>
              <p:spPr>
                <a:xfrm>
                  <a:off x="5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2" name="Google Shape;162;p16"/>
                <p:cNvCxnSpPr/>
                <p:nvPr/>
              </p:nvCxnSpPr>
              <p:spPr>
                <a:xfrm>
                  <a:off x="7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3" name="Google Shape;163;p16"/>
                <p:cNvCxnSpPr/>
                <p:nvPr/>
              </p:nvCxnSpPr>
              <p:spPr>
                <a:xfrm>
                  <a:off x="96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4" name="Google Shape;164;p16"/>
                <p:cNvCxnSpPr/>
                <p:nvPr/>
              </p:nvCxnSpPr>
              <p:spPr>
                <a:xfrm>
                  <a:off x="115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5" name="Google Shape;165;p16"/>
                <p:cNvCxnSpPr/>
                <p:nvPr/>
              </p:nvCxnSpPr>
              <p:spPr>
                <a:xfrm>
                  <a:off x="134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6" name="Google Shape;166;p16"/>
                <p:cNvCxnSpPr/>
                <p:nvPr/>
              </p:nvCxnSpPr>
              <p:spPr>
                <a:xfrm>
                  <a:off x="153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7" name="Google Shape;167;p16"/>
                <p:cNvCxnSpPr/>
                <p:nvPr/>
              </p:nvCxnSpPr>
              <p:spPr>
                <a:xfrm>
                  <a:off x="172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8" name="Google Shape;168;p16"/>
                <p:cNvCxnSpPr/>
                <p:nvPr/>
              </p:nvCxnSpPr>
              <p:spPr>
                <a:xfrm>
                  <a:off x="192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69" name="Google Shape;169;p16"/>
                <p:cNvCxnSpPr/>
                <p:nvPr/>
              </p:nvCxnSpPr>
              <p:spPr>
                <a:xfrm>
                  <a:off x="211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0" name="Google Shape;170;p16"/>
                <p:cNvCxnSpPr/>
                <p:nvPr/>
              </p:nvCxnSpPr>
              <p:spPr>
                <a:xfrm>
                  <a:off x="230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1" name="Google Shape;171;p16"/>
                <p:cNvCxnSpPr/>
                <p:nvPr/>
              </p:nvCxnSpPr>
              <p:spPr>
                <a:xfrm>
                  <a:off x="249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2" name="Google Shape;172;p16"/>
                <p:cNvCxnSpPr/>
                <p:nvPr/>
              </p:nvCxnSpPr>
              <p:spPr>
                <a:xfrm>
                  <a:off x="268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3" name="Google Shape;173;p16"/>
                <p:cNvCxnSpPr/>
                <p:nvPr/>
              </p:nvCxnSpPr>
              <p:spPr>
                <a:xfrm>
                  <a:off x="288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4" name="Google Shape;174;p16"/>
                <p:cNvCxnSpPr/>
                <p:nvPr/>
              </p:nvCxnSpPr>
              <p:spPr>
                <a:xfrm>
                  <a:off x="307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5" name="Google Shape;175;p16"/>
                <p:cNvCxnSpPr/>
                <p:nvPr/>
              </p:nvCxnSpPr>
              <p:spPr>
                <a:xfrm>
                  <a:off x="326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6" name="Google Shape;176;p16"/>
                <p:cNvCxnSpPr/>
                <p:nvPr/>
              </p:nvCxnSpPr>
              <p:spPr>
                <a:xfrm>
                  <a:off x="345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7" name="Google Shape;177;p16"/>
                <p:cNvCxnSpPr/>
                <p:nvPr/>
              </p:nvCxnSpPr>
              <p:spPr>
                <a:xfrm>
                  <a:off x="364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8" name="Google Shape;178;p16"/>
                <p:cNvCxnSpPr/>
                <p:nvPr/>
              </p:nvCxnSpPr>
              <p:spPr>
                <a:xfrm>
                  <a:off x="384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79" name="Google Shape;179;p16"/>
                <p:cNvCxnSpPr/>
                <p:nvPr/>
              </p:nvCxnSpPr>
              <p:spPr>
                <a:xfrm>
                  <a:off x="403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0" name="Google Shape;180;p16"/>
                <p:cNvCxnSpPr/>
                <p:nvPr/>
              </p:nvCxnSpPr>
              <p:spPr>
                <a:xfrm>
                  <a:off x="422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1" name="Google Shape;181;p16"/>
                <p:cNvCxnSpPr/>
                <p:nvPr/>
              </p:nvCxnSpPr>
              <p:spPr>
                <a:xfrm>
                  <a:off x="441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2" name="Google Shape;182;p16"/>
                <p:cNvCxnSpPr/>
                <p:nvPr/>
              </p:nvCxnSpPr>
              <p:spPr>
                <a:xfrm>
                  <a:off x="460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3" name="Google Shape;183;p16"/>
                <p:cNvCxnSpPr/>
                <p:nvPr/>
              </p:nvCxnSpPr>
              <p:spPr>
                <a:xfrm>
                  <a:off x="4800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4" name="Google Shape;184;p16"/>
                <p:cNvCxnSpPr/>
                <p:nvPr/>
              </p:nvCxnSpPr>
              <p:spPr>
                <a:xfrm>
                  <a:off x="4992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5" name="Google Shape;185;p16"/>
                <p:cNvCxnSpPr/>
                <p:nvPr/>
              </p:nvCxnSpPr>
              <p:spPr>
                <a:xfrm>
                  <a:off x="5184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6" name="Google Shape;186;p16"/>
                <p:cNvCxnSpPr/>
                <p:nvPr/>
              </p:nvCxnSpPr>
              <p:spPr>
                <a:xfrm>
                  <a:off x="5376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  <p:cxnSp>
              <p:nvCxnSpPr>
                <p:cNvPr id="187" name="Google Shape;187;p16"/>
                <p:cNvCxnSpPr/>
                <p:nvPr/>
              </p:nvCxnSpPr>
              <p:spPr>
                <a:xfrm>
                  <a:off x="5568" y="0"/>
                  <a:ext cx="0" cy="42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folHlink"/>
                  </a:solidFill>
                  <a:prstDash val="solid"/>
                  <a:miter lim="800000"/>
                  <a:headEnd len="med" w="med" type="none"/>
                  <a:tailEnd len="med" w="med" type="none"/>
                </a:ln>
              </p:spPr>
            </p:cxnSp>
          </p:grpSp>
        </p:grpSp>
        <p:sp>
          <p:nvSpPr>
            <p:cNvPr descr="60%" id="188" name="Google Shape;188;p16"/>
            <p:cNvSpPr txBox="1"/>
            <p:nvPr/>
          </p:nvSpPr>
          <p:spPr>
            <a:xfrm>
              <a:off x="2112" y="0"/>
              <a:ext cx="3600" cy="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89" name="Google Shape;189;p16"/>
            <p:cNvCxnSpPr/>
            <p:nvPr/>
          </p:nvCxnSpPr>
          <p:spPr>
            <a:xfrm>
              <a:off x="5568" y="0"/>
              <a:ext cx="0" cy="1500"/>
            </a:xfrm>
            <a:prstGeom prst="straightConnector1">
              <a:avLst/>
            </a:prstGeom>
            <a:noFill/>
            <a:ln cap="flat" cmpd="sng" w="9525">
              <a:solidFill>
                <a:schemeClr val="hlink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grpSp>
          <p:nvGrpSpPr>
            <p:cNvPr id="190" name="Google Shape;190;p16"/>
            <p:cNvGrpSpPr/>
            <p:nvPr/>
          </p:nvGrpSpPr>
          <p:grpSpPr>
            <a:xfrm>
              <a:off x="316" y="892"/>
              <a:ext cx="1069" cy="1529"/>
              <a:chOff x="204" y="916"/>
              <a:chExt cx="2100" cy="3004"/>
            </a:xfrm>
          </p:grpSpPr>
          <p:cxnSp>
            <p:nvCxnSpPr>
              <p:cNvPr id="191" name="Google Shape;191;p16"/>
              <p:cNvCxnSpPr/>
              <p:nvPr/>
            </p:nvCxnSpPr>
            <p:spPr>
              <a:xfrm rot="10800000">
                <a:off x="204" y="1038"/>
                <a:ext cx="21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cxnSp>
            <p:nvCxnSpPr>
              <p:cNvPr id="192" name="Google Shape;192;p16"/>
              <p:cNvCxnSpPr/>
              <p:nvPr/>
            </p:nvCxnSpPr>
            <p:spPr>
              <a:xfrm>
                <a:off x="336" y="920"/>
                <a:ext cx="0" cy="30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hlink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193" name="Google Shape;193;p16"/>
              <p:cNvSpPr/>
              <p:nvPr/>
            </p:nvSpPr>
            <p:spPr>
              <a:xfrm flipH="1">
                <a:off x="240" y="916"/>
                <a:ext cx="216" cy="216"/>
              </a:xfrm>
              <a:custGeom>
                <a:rect b="b" l="l" r="r" t="t"/>
                <a:pathLst>
                  <a:path extrusionOk="0" fill="none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extrusionOk="0" h="43200" w="43195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hlink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400" u="non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sp>
        <p:nvSpPr>
          <p:cNvPr id="194" name="Google Shape;194;p1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descr="Rectangle: Click to edit Master text styles &#10;Second level &#10;Third level &#10;Fourth level &#10;Fifth level" id="195" name="Google Shape;195;p16"/>
          <p:cNvSpPr txBox="1"/>
          <p:nvPr>
            <p:ph idx="1" type="body"/>
          </p:nvPr>
        </p:nvSpPr>
        <p:spPr>
          <a:xfrm>
            <a:off x="838200" y="1428750"/>
            <a:ext cx="7772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Noto Sans Symbols"/>
              <a:buChar char="❑"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3528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733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2280"/>
              <a:buFont typeface="Noto Sans Symbols"/>
              <a:buChar char="⬥"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048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048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048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048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048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96" name="Google Shape;196;p16"/>
          <p:cNvSpPr txBox="1"/>
          <p:nvPr>
            <p:ph idx="10" type="dt"/>
          </p:nvPr>
        </p:nvSpPr>
        <p:spPr>
          <a:xfrm>
            <a:off x="76200" y="4686300"/>
            <a:ext cx="350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7" name="Google Shape;197;p16"/>
          <p:cNvSpPr txBox="1"/>
          <p:nvPr>
            <p:ph idx="11" type="ftr"/>
          </p:nvPr>
        </p:nvSpPr>
        <p:spPr>
          <a:xfrm>
            <a:off x="3581400" y="4686300"/>
            <a:ext cx="2895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98" name="Google Shape;198;p16"/>
          <p:cNvSpPr txBox="1"/>
          <p:nvPr>
            <p:ph idx="12" type="sldNum"/>
          </p:nvPr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  <a:defRPr b="0" i="0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/>
          <p:cNvSpPr txBox="1"/>
          <p:nvPr>
            <p:ph type="ctrTitle"/>
          </p:nvPr>
        </p:nvSpPr>
        <p:spPr>
          <a:xfrm>
            <a:off x="1193275" y="143105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</a:t>
            </a:r>
            <a:r>
              <a:rPr lang="en-GB" sz="3600"/>
              <a:t>3</a:t>
            </a:r>
            <a: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br>
              <a:rPr b="0" i="0" lang="en-GB" sz="3600" u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3600"/>
              <a:t>Pattern Discovery in Data Mining</a:t>
            </a:r>
            <a:endParaRPr sz="3600"/>
          </a:p>
        </p:txBody>
      </p:sp>
      <p:pic>
        <p:nvPicPr>
          <p:cNvPr id="236" name="Google Shape;23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Sequential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42" name="Google Shape;242;p23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Introduction to sequential pattern mining and its applications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Algorithms for mining sequential patterns, such as GSP (Generalized Sequential Pattern) algorithm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Challenges and considerations in sequential pattern mining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43" name="Google Shape;24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i="1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Sequential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51" name="Google Shape;251;p24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Introduction to Sequential Patterns: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Sequential patterns refer to patterns that capture the temporal order of events or items in a sequence.</a:t>
            </a:r>
            <a:endParaRPr sz="1800">
              <a:solidFill>
                <a:srgbClr val="1F1F1F"/>
              </a:solidFill>
            </a:endParaRPr>
          </a:p>
          <a:p>
            <a:pPr indent="-37338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They represent frequent subsequences or episodes in sequential data.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52" name="Google Shape;25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</a:t>
            </a: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equential Patterns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Sequential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60" name="Google Shape;260;p25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Importance of Sequential Patterns: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Sequential patterns provide insights into temporal dependencies and patterns of events.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They are valuable in various domains such as customer behavior analysis, web log analysis, and process mining.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34290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61" name="Google Shape;26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Sequential Patterns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Sequential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69" name="Google Shape;269;p26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What is Sequential Pattern Mining?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Sequential pattern mining aims to discover frequent sequences or episodes in sequential data.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It involves identifying patterns that occur frequently and maintain the temporal order of events.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70" name="Google Shape;27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72" name="Google Shape;272;p26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Sequential Pattern Mining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Sequential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78" name="Google Shape;278;p27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Applications of Sequential Pattern Mining: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Market Basket Analysis: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Identifying frequently occurring sequences of items in customer transactions.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Discovering purchase patterns and associations between items.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Web Log Analysis: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Analyzing website clickstreams to understand user navigation patterns.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Identifying frequently visited sequences of webpages.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Process Mining: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Analyzing event logs to uncover process flows and dependencies.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Discovering frequent execution sequences in business processes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79" name="Google Shape;27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81" name="Google Shape;281;p27"/>
          <p:cNvSpPr txBox="1"/>
          <p:nvPr/>
        </p:nvSpPr>
        <p:spPr>
          <a:xfrm>
            <a:off x="762000" y="1184875"/>
            <a:ext cx="4197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Sequential Pattern Mining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Sequential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287" name="Google Shape;287;p28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Introduction to GSP Algorithm: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GSP (Generalized Sequential Pattern) is an apriori-based algorithm for mining sequential patterns.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It extends the Apriori algorithm to handle sequential data.</a:t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288" name="Google Shape;28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762000" y="1184875"/>
            <a:ext cx="544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GSP: Apriori-based Sequential Pattern Mining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Sequential Patterns</a:t>
            </a:r>
            <a:endParaRPr sz="3600"/>
          </a:p>
        </p:txBody>
      </p:sp>
      <p:pic>
        <p:nvPicPr>
          <p:cNvPr id="296" name="Google Shape;29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9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298" name="Google Shape;298;p29"/>
          <p:cNvSpPr txBox="1"/>
          <p:nvPr/>
        </p:nvSpPr>
        <p:spPr>
          <a:xfrm>
            <a:off x="762000" y="1184875"/>
            <a:ext cx="544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GSP: Apriori-based Sequential Pattern Mining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9" name="Google Shape;29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5675" y="1646575"/>
            <a:ext cx="6400800" cy="3127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0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Sequential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05" name="Google Shape;305;p30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Steps of GSP Algorithm: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Candidate Generation: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Generate candidate sequences by combining frequent (k-1)-length sequences.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Support Counting: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Scan the database to count the support of each candidate sequence.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Support is the number of occurrences of a sequence in the dataset.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06" name="Google Shape;30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08" name="Google Shape;308;p30"/>
          <p:cNvSpPr txBox="1"/>
          <p:nvPr/>
        </p:nvSpPr>
        <p:spPr>
          <a:xfrm>
            <a:off x="762000" y="1184875"/>
            <a:ext cx="544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GSP: Apriori-based Sequential Pattern Mining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1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Sequential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14" name="Google Shape;314;p31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Steps of GSP Algorithm: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Pruning: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Remove infrequent sequences based on the minimum support threshold.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Iteration: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-GB" sz="1800">
                <a:solidFill>
                  <a:srgbClr val="1F1F1F"/>
                </a:solidFill>
              </a:rPr>
              <a:t>Repeat the candidate generation, support counting, and pruning steps until no more frequent sequences can be discovered.</a:t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15" name="Google Shape;31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1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17" name="Google Shape;317;p31"/>
          <p:cNvSpPr txBox="1"/>
          <p:nvPr/>
        </p:nvSpPr>
        <p:spPr>
          <a:xfrm>
            <a:off x="762000" y="1184875"/>
            <a:ext cx="544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GSP: Apriori-based Sequential Pattern Mining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2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Sequential Patterns</a:t>
            </a:r>
            <a:endParaRPr sz="3600"/>
          </a:p>
        </p:txBody>
      </p:sp>
      <p:pic>
        <p:nvPicPr>
          <p:cNvPr id="323" name="Google Shape;32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32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25" name="Google Shape;325;p32"/>
          <p:cNvSpPr txBox="1"/>
          <p:nvPr/>
        </p:nvSpPr>
        <p:spPr>
          <a:xfrm>
            <a:off x="762000" y="1184875"/>
            <a:ext cx="544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GSP: Apriori-based Sequential Pattern Mining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6" name="Google Shape;32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7000" y="1745450"/>
            <a:ext cx="6400800" cy="30059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3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Sequential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32" name="Google Shape;332;p33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Consider a retail scenario with a dataset of customer transactions, where each transaction represents the sequence of items purchased.</a:t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Using GSP algorithm, we can discover sequential patterns such as: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{A, B, C}: A common sequence where items A, B, and C are frequently purchased together in that order.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{D, E}: A frequent subsequence where items D and E occur consecutively.</a:t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These sequential patterns provide insights into customer purchasing behavior and help optimize product placement or recommend related items</a:t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33" name="Google Shape;33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3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35" name="Google Shape;335;p33"/>
          <p:cNvSpPr txBox="1"/>
          <p:nvPr/>
        </p:nvSpPr>
        <p:spPr>
          <a:xfrm>
            <a:off x="762000" y="1184875"/>
            <a:ext cx="544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Example: Mining Sequential Patterns with GSP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4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Sequential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41" name="Google Shape;341;p34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Apriori-based Approach: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The GSP algorithm builds on the well-known Apriori principle for efficient pattern mining.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It leverages the candidate generation and pruning steps to effectively identify frequent sequential patterns.</a:t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42" name="Google Shape;34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4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44" name="Google Shape;344;p34"/>
          <p:cNvSpPr txBox="1"/>
          <p:nvPr/>
        </p:nvSpPr>
        <p:spPr>
          <a:xfrm>
            <a:off x="762000" y="1184875"/>
            <a:ext cx="544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 of GSP Algorithm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5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Sequential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50" name="Google Shape;350;p35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Flexible Minimum Support Threshold: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GSP allows users to define a minimum support threshold to control the minimum occurrence frequency of discovered sequential patterns.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Adjusting the threshold helps focus on more significant patterns or explore more detailed patterns.</a:t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51" name="Google Shape;35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53" name="Google Shape;353;p35"/>
          <p:cNvSpPr txBox="1"/>
          <p:nvPr/>
        </p:nvSpPr>
        <p:spPr>
          <a:xfrm>
            <a:off x="762000" y="1184875"/>
            <a:ext cx="544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 of GSP Algorithm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6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Sequential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59" name="Google Shape;359;p36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Computational Complexity: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Sequential pattern mining can be computationally intensive, especially for large datasets.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Optimization techniques, such as indexing and pruning strategies, are often employed to handle scalability.</a:t>
            </a:r>
            <a:endParaRPr sz="18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60" name="Google Shape;36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6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62" name="Google Shape;362;p36"/>
          <p:cNvSpPr txBox="1"/>
          <p:nvPr/>
        </p:nvSpPr>
        <p:spPr>
          <a:xfrm>
            <a:off x="762000" y="1184875"/>
            <a:ext cx="544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 and Considerations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7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Mining Sequential Patterns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68" name="Google Shape;368;p37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1F1F1F"/>
                </a:solidFill>
              </a:rPr>
              <a:t>Parameter Tuning: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Choosing an appropriate minimum support threshold impacts the number and significance of discovered sequential patterns.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lang="en-GB" sz="1800">
                <a:solidFill>
                  <a:srgbClr val="1F1F1F"/>
                </a:solidFill>
              </a:rPr>
              <a:t>Finding the right balance between inclusiveness and specificity requires experimentation and domain knowledge.</a:t>
            </a:r>
            <a:endParaRPr sz="1200"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None/>
            </a:pPr>
            <a:r>
              <a:t/>
            </a:r>
            <a:endParaRPr sz="1800">
              <a:solidFill>
                <a:srgbClr val="1F1F1F"/>
              </a:solidFill>
            </a:endParaRPr>
          </a:p>
        </p:txBody>
      </p:sp>
      <p:pic>
        <p:nvPicPr>
          <p:cNvPr id="369" name="Google Shape;36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7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71" name="Google Shape;371;p37"/>
          <p:cNvSpPr txBox="1"/>
          <p:nvPr/>
        </p:nvSpPr>
        <p:spPr>
          <a:xfrm>
            <a:off x="762000" y="1184875"/>
            <a:ext cx="5448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 and Considerations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8"/>
          <p:cNvSpPr txBox="1"/>
          <p:nvPr>
            <p:ph type="title"/>
          </p:nvPr>
        </p:nvSpPr>
        <p:spPr>
          <a:xfrm>
            <a:off x="609600" y="228600"/>
            <a:ext cx="7772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Times New Roman"/>
              <a:buNone/>
            </a:pPr>
            <a:r>
              <a:rPr lang="en-GB" sz="3600"/>
              <a:t>Summary</a:t>
            </a:r>
            <a:endParaRPr sz="3600"/>
          </a:p>
        </p:txBody>
      </p:sp>
      <p:sp>
        <p:nvSpPr>
          <p:cNvPr descr="Rectangle: Click to edit Master text styles &#10;Second level &#10;Third level &#10;Fourth level &#10;Fifth level" id="377" name="Google Shape;377;p38"/>
          <p:cNvSpPr txBox="1"/>
          <p:nvPr>
            <p:ph idx="1" type="body"/>
          </p:nvPr>
        </p:nvSpPr>
        <p:spPr>
          <a:xfrm>
            <a:off x="762000" y="1646581"/>
            <a:ext cx="79533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Discover temporal patterns in data.</a:t>
            </a:r>
            <a:endParaRPr sz="1800">
              <a:solidFill>
                <a:srgbClr val="000000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GSP algorithm for efficient discovery.</a:t>
            </a:r>
            <a:endParaRPr sz="1800">
              <a:solidFill>
                <a:srgbClr val="000000"/>
              </a:solidFill>
            </a:endParaRPr>
          </a:p>
          <a:p>
            <a:pPr indent="-388620" lvl="0" marL="342900" rtl="0" algn="just"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GB" sz="1800">
                <a:solidFill>
                  <a:srgbClr val="000000"/>
                </a:solidFill>
              </a:rPr>
              <a:t>Challenges include scale and complexity.</a:t>
            </a:r>
            <a:endParaRPr sz="1800">
              <a:solidFill>
                <a:srgbClr val="000000"/>
              </a:solidFill>
            </a:endParaRPr>
          </a:p>
        </p:txBody>
      </p:sp>
      <p:pic>
        <p:nvPicPr>
          <p:cNvPr id="378" name="Google Shape;378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87" y="33337"/>
            <a:ext cx="940596" cy="366713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8"/>
          <p:cNvSpPr txBox="1"/>
          <p:nvPr/>
        </p:nvSpPr>
        <p:spPr>
          <a:xfrm>
            <a:off x="6705600" y="4686300"/>
            <a:ext cx="1905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None/>
            </a:pPr>
            <a:fld id="{00000000-1234-1234-1234-123412341234}" type="slidenum">
              <a:rPr b="0" i="0" lang="en-GB" sz="1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/>
          </a:p>
        </p:txBody>
      </p:sp>
      <p:sp>
        <p:nvSpPr>
          <p:cNvPr id="380" name="Google Shape;380;p38"/>
          <p:cNvSpPr txBox="1"/>
          <p:nvPr/>
        </p:nvSpPr>
        <p:spPr>
          <a:xfrm>
            <a:off x="762000" y="1184875"/>
            <a:ext cx="795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1" name="Google Shape;381;p38"/>
          <p:cNvSpPr txBox="1"/>
          <p:nvPr/>
        </p:nvSpPr>
        <p:spPr>
          <a:xfrm>
            <a:off x="762000" y="1184875"/>
            <a:ext cx="8239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i="1" lang="en-GB" sz="1800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Sequential Pattern Mining</a:t>
            </a:r>
            <a:endParaRPr b="1" i="1" sz="1800"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ueprint">
  <a:themeElements>
    <a:clrScheme name="">
      <a:dk1>
        <a:srgbClr val="40458C"/>
      </a:dk1>
      <a:lt1>
        <a:srgbClr val="FFFFFF"/>
      </a:lt1>
      <a:dk2>
        <a:srgbClr val="BE2D00"/>
      </a:dk2>
      <a:lt2>
        <a:srgbClr val="B7C1EB"/>
      </a:lt2>
      <a:accent1>
        <a:srgbClr val="ECD882"/>
      </a:accent1>
      <a:accent2>
        <a:srgbClr val="577052"/>
      </a:accent2>
      <a:accent3>
        <a:srgbClr val="FFFFFF"/>
      </a:accent3>
      <a:accent4>
        <a:srgbClr val="353A77"/>
      </a:accent4>
      <a:accent5>
        <a:srgbClr val="F4E9C1"/>
      </a:accent5>
      <a:accent6>
        <a:srgbClr val="4E6549"/>
      </a:accent6>
      <a:hlink>
        <a:srgbClr val="6F89F7"/>
      </a:hlink>
      <a:folHlink>
        <a:srgbClr val="CFDB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