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49d8857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49d8857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49d8857_0_202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49d8857_0_2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49d8857_0_2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49d8857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49d8857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49d8857_0_3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49d8857_0_3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49d8857_0_4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49d8857_0_4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c749d8857_0_41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4c749d8857_0_41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Density and Grid-based clustering methods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To familiarize with </a:t>
            </a:r>
            <a:r>
              <a:rPr lang="en-GB" sz="1800">
                <a:solidFill>
                  <a:srgbClr val="1F1F1F"/>
                </a:solidFill>
              </a:rPr>
              <a:t>density-based and grid-based clustering methods, and hands-on experience with applying these techniques to datasets.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Clustering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importance and applications of clustering in data analysis.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main objectives of clustering, including grouping similar data points.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density-based and grid-based clustering methods differ from traditional partitioning and hierarchical methods.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Density-Based Clustering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Talk about density-based clustering methods, such as DBSCAN (Density-Based Spatial Clustering of Applications with Noise).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DBSCAN works and its advantages, particularly for handling noise and identifying irregularly shaped clusters.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on a given dataset (e.g., a set of spatial data points) and apply DBSCAN to it.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Explore different parameters like epsilon and minimum points and observe the clustering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Grid-Based Clustering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Talk about grid-based clustering methods, such as CLIQUE (Clustering in Quest).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CLIQUE divides the data space into grids and identifies dense regions.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on a given dataset and apply CLIQUE to it.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Experiment with grid sizes and minimum density thresholds to observe how it affects clustering.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Comparison and Discussion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about comparing density-based and grid-based clustering.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advantages and disadvantages of each method and the types of datasets they are suited for.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