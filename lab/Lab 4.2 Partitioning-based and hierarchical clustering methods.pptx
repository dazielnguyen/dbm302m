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5" r:id="rId4"/>
    <p:sldMasterId id="2147483666" r:id="rId5"/>
    <p:sldMasterId id="2147483667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y="5143500" cx="9144000"/>
  <p:notesSz cx="6858000" cy="9144000"/>
  <p:embeddedFontLst>
    <p:embeddedFont>
      <p:font typeface="Tahoma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5" Type="http://schemas.openxmlformats.org/officeDocument/2006/relationships/font" Target="fonts/Tahoma-regular.fntdata"/><Relationship Id="rId14" Type="http://schemas.openxmlformats.org/officeDocument/2006/relationships/slide" Target="slides/slide7.xml"/><Relationship Id="rId16" Type="http://schemas.openxmlformats.org/officeDocument/2006/relationships/font" Target="fonts/Tahoma-bold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4c743c0201_0_202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5" name="Google Shape;225;g24c743c0201_0_202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g24c743c0201_0_202:notes"/>
          <p:cNvSpPr txBox="1"/>
          <p:nvPr/>
        </p:nvSpPr>
        <p:spPr>
          <a:xfrm>
            <a:off x="3886696" y="8686800"/>
            <a:ext cx="297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GB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4c743c0201_0_208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24c743c0201_0_208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4c743c0201_0_216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24c743c0201_0_216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4c743c0201_0_399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24c743c0201_0_399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4c743c0201_0_408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g24c743c0201_0_408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24c743c0201_0_417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g24c743c0201_0_417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24c743c0201_0_426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g24c743c0201_0_426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4"/>
          <p:cNvSpPr txBox="1"/>
          <p:nvPr>
            <p:ph type="ctrTitle"/>
          </p:nvPr>
        </p:nvSpPr>
        <p:spPr>
          <a:xfrm>
            <a:off x="990600" y="13144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Rectangle: Click to edit Master text styles&#10;Second level&#10;Third level&#10;Fourth level&#10;Fifth level" id="122" name="Google Shape;122;p14"/>
          <p:cNvSpPr txBox="1"/>
          <p:nvPr>
            <p:ph idx="1" type="subTitle"/>
          </p:nvPr>
        </p:nvSpPr>
        <p:spPr>
          <a:xfrm>
            <a:off x="990600" y="2482453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0" algn="l"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/>
            </a:lvl1pPr>
            <a:lvl2pPr lvl="1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lvl="2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lvl="3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lvl="4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lvl="5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lvl="6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lvl="7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lvl="8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123" name="Google Shape;123;p14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4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 and Chart" type="txAndChart">
  <p:cSld name="TEXT_AND_CHART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6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16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195" name="Google Shape;195;p16"/>
          <p:cNvSpPr/>
          <p:nvPr>
            <p:ph idx="2" type="chart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96" name="Google Shape;196;p16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16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16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17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02" name="Google Shape;202;p17"/>
          <p:cNvSpPr txBox="1"/>
          <p:nvPr>
            <p:ph idx="2" type="body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03" name="Google Shape;203;p17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17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17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18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18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9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19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rtl="0" algn="l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indent="-320040" lvl="1" marL="9144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indent="-349250" lvl="2" marL="1371600" rtl="0" algn="l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/>
        </p:txBody>
      </p:sp>
      <p:sp>
        <p:nvSpPr>
          <p:cNvPr id="213" name="Google Shape;213;p19"/>
          <p:cNvSpPr txBox="1"/>
          <p:nvPr>
            <p:ph idx="2" type="body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rtl="0" algn="l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indent="-320040" lvl="1" marL="9144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indent="-349250" lvl="2" marL="1371600" rtl="0" algn="l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/>
        </p:txBody>
      </p:sp>
      <p:sp>
        <p:nvSpPr>
          <p:cNvPr id="214" name="Google Shape;214;p19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19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19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20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20" name="Google Shape;220;p20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20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20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4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13"/>
          <p:cNvGrpSpPr/>
          <p:nvPr/>
        </p:nvGrpSpPr>
        <p:grpSpPr>
          <a:xfrm>
            <a:off x="-136525" y="0"/>
            <a:ext cx="9204325" cy="5029200"/>
            <a:chOff x="-86" y="0"/>
            <a:chExt cx="5798" cy="4224"/>
          </a:xfrm>
        </p:grpSpPr>
        <p:grpSp>
          <p:nvGrpSpPr>
            <p:cNvPr id="52" name="Google Shape;52;p13"/>
            <p:cNvGrpSpPr/>
            <p:nvPr/>
          </p:nvGrpSpPr>
          <p:grpSpPr>
            <a:xfrm>
              <a:off x="0" y="0"/>
              <a:ext cx="5712" cy="4224"/>
              <a:chOff x="0" y="0"/>
              <a:chExt cx="5712" cy="4224"/>
            </a:xfrm>
          </p:grpSpPr>
          <p:sp>
            <p:nvSpPr>
              <p:cNvPr id="53" name="Google Shape;53;p13"/>
              <p:cNvSpPr txBox="1"/>
              <p:nvPr/>
            </p:nvSpPr>
            <p:spPr>
              <a:xfrm>
                <a:off x="2112" y="0"/>
                <a:ext cx="3600" cy="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54" name="Google Shape;54;p13"/>
              <p:cNvGrpSpPr/>
              <p:nvPr/>
            </p:nvGrpSpPr>
            <p:grpSpPr>
              <a:xfrm>
                <a:off x="0" y="0"/>
                <a:ext cx="5700" cy="4224"/>
                <a:chOff x="0" y="0"/>
                <a:chExt cx="5700" cy="4224"/>
              </a:xfrm>
            </p:grpSpPr>
            <p:cxnSp>
              <p:nvCxnSpPr>
                <p:cNvPr id="55" name="Google Shape;55;p13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56" name="Google Shape;56;p13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57" name="Google Shape;57;p13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58" name="Google Shape;58;p13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59" name="Google Shape;59;p13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0" name="Google Shape;60;p13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1" name="Google Shape;61;p13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2" name="Google Shape;62;p13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3" name="Google Shape;63;p13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4" name="Google Shape;64;p13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5" name="Google Shape;65;p13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6" name="Google Shape;66;p13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7" name="Google Shape;67;p13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8" name="Google Shape;68;p13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9" name="Google Shape;69;p13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0" name="Google Shape;70;p13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1" name="Google Shape;71;p13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2" name="Google Shape;72;p13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3" name="Google Shape;73;p13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4" name="Google Shape;74;p13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5" name="Google Shape;75;p13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6" name="Google Shape;76;p13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7" name="Google Shape;77;p13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8" name="Google Shape;78;p13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9" name="Google Shape;79;p13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0" name="Google Shape;80;p13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1" name="Google Shape;81;p13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2" name="Google Shape;82;p13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3" name="Google Shape;83;p13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4" name="Google Shape;84;p13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5" name="Google Shape;85;p13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6" name="Google Shape;86;p13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7" name="Google Shape;87;p13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8" name="Google Shape;88;p13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9" name="Google Shape;89;p13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0" name="Google Shape;90;p13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1" name="Google Shape;91;p13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2" name="Google Shape;92;p13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3" name="Google Shape;93;p13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4" name="Google Shape;94;p13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5" name="Google Shape;95;p13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6" name="Google Shape;96;p13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7" name="Google Shape;97;p13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8" name="Google Shape;98;p13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9" name="Google Shape;99;p13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0" name="Google Shape;100;p13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1" name="Google Shape;101;p13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2" name="Google Shape;102;p13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3" name="Google Shape;103;p13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4" name="Google Shape;104;p13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5" name="Google Shape;105;p13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106" name="Google Shape;106;p13"/>
              <p:cNvCxnSpPr/>
              <p:nvPr/>
            </p:nvCxnSpPr>
            <p:spPr>
              <a:xfrm>
                <a:off x="5568" y="0"/>
                <a:ext cx="0" cy="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107" name="Google Shape;107;p13"/>
            <p:cNvGrpSpPr/>
            <p:nvPr/>
          </p:nvGrpSpPr>
          <p:grpSpPr>
            <a:xfrm>
              <a:off x="-86" y="559"/>
              <a:ext cx="4281" cy="1800"/>
              <a:chOff x="-86" y="559"/>
              <a:chExt cx="4281" cy="1800"/>
            </a:xfrm>
          </p:grpSpPr>
          <p:cxnSp>
            <p:nvCxnSpPr>
              <p:cNvPr id="108" name="Google Shape;108;p13"/>
              <p:cNvCxnSpPr/>
              <p:nvPr/>
            </p:nvCxnSpPr>
            <p:spPr>
              <a:xfrm>
                <a:off x="506" y="559"/>
                <a:ext cx="0" cy="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09" name="Google Shape;109;p13"/>
              <p:cNvCxnSpPr/>
              <p:nvPr/>
            </p:nvCxnSpPr>
            <p:spPr>
              <a:xfrm rot="10800000">
                <a:off x="-86" y="1925"/>
                <a:ext cx="3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10" name="Google Shape;110;p13"/>
              <p:cNvCxnSpPr/>
              <p:nvPr/>
            </p:nvCxnSpPr>
            <p:spPr>
              <a:xfrm rot="10800000">
                <a:off x="295" y="939"/>
                <a:ext cx="3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11" name="Google Shape;111;p13"/>
              <p:cNvSpPr/>
              <p:nvPr/>
            </p:nvSpPr>
            <p:spPr>
              <a:xfrm flipH="1" rot="-5400000">
                <a:off x="425" y="860"/>
                <a:ext cx="108" cy="108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112" name="Google Shape;112;p13"/>
            <p:cNvGrpSpPr/>
            <p:nvPr/>
          </p:nvGrpSpPr>
          <p:grpSpPr>
            <a:xfrm>
              <a:off x="1480" y="1952"/>
              <a:ext cx="3900" cy="1800"/>
              <a:chOff x="1480" y="1952"/>
              <a:chExt cx="3900" cy="1800"/>
            </a:xfrm>
          </p:grpSpPr>
          <p:cxnSp>
            <p:nvCxnSpPr>
              <p:cNvPr id="113" name="Google Shape;113;p13"/>
              <p:cNvCxnSpPr/>
              <p:nvPr/>
            </p:nvCxnSpPr>
            <p:spPr>
              <a:xfrm>
                <a:off x="1480" y="3442"/>
                <a:ext cx="3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14" name="Google Shape;114;p13"/>
              <p:cNvCxnSpPr/>
              <p:nvPr/>
            </p:nvCxnSpPr>
            <p:spPr>
              <a:xfrm>
                <a:off x="5172" y="1952"/>
                <a:ext cx="0" cy="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15" name="Google Shape;115;p13"/>
              <p:cNvSpPr/>
              <p:nvPr/>
            </p:nvSpPr>
            <p:spPr>
              <a:xfrm rot="5400000">
                <a:off x="5145" y="3347"/>
                <a:ext cx="108" cy="108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16" name="Google Shape;116;p13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descr="Rectangle: Click to edit Master text styles &#10;Second level &#10;Third level &#10;Fourth level &#10;Fifth level" id="117" name="Google Shape;117;p13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3528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7338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048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048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048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048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048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18" name="Google Shape;118;p13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3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Google Shape;126;p15"/>
          <p:cNvGrpSpPr/>
          <p:nvPr/>
        </p:nvGrpSpPr>
        <p:grpSpPr>
          <a:xfrm>
            <a:off x="0" y="0"/>
            <a:ext cx="9067800" cy="5029200"/>
            <a:chOff x="0" y="0"/>
            <a:chExt cx="5712" cy="4224"/>
          </a:xfrm>
        </p:grpSpPr>
        <p:grpSp>
          <p:nvGrpSpPr>
            <p:cNvPr id="127" name="Google Shape;127;p15"/>
            <p:cNvGrpSpPr/>
            <p:nvPr/>
          </p:nvGrpSpPr>
          <p:grpSpPr>
            <a:xfrm>
              <a:off x="0" y="0"/>
              <a:ext cx="5700" cy="4224"/>
              <a:chOff x="0" y="0"/>
              <a:chExt cx="5700" cy="4224"/>
            </a:xfrm>
          </p:grpSpPr>
          <p:grpSp>
            <p:nvGrpSpPr>
              <p:cNvPr id="128" name="Google Shape;128;p15"/>
              <p:cNvGrpSpPr/>
              <p:nvPr/>
            </p:nvGrpSpPr>
            <p:grpSpPr>
              <a:xfrm>
                <a:off x="0" y="192"/>
                <a:ext cx="5700" cy="4032"/>
                <a:chOff x="0" y="192"/>
                <a:chExt cx="5700" cy="4032"/>
              </a:xfrm>
            </p:grpSpPr>
            <p:cxnSp>
              <p:nvCxnSpPr>
                <p:cNvPr id="129" name="Google Shape;129;p15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0" name="Google Shape;130;p15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1" name="Google Shape;131;p15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2" name="Google Shape;132;p15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3" name="Google Shape;133;p15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4" name="Google Shape;134;p15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5" name="Google Shape;135;p15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6" name="Google Shape;136;p15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7" name="Google Shape;137;p15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8" name="Google Shape;138;p15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9" name="Google Shape;139;p15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0" name="Google Shape;140;p15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1" name="Google Shape;141;p15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2" name="Google Shape;142;p15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3" name="Google Shape;143;p15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4" name="Google Shape;144;p15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5" name="Google Shape;145;p15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6" name="Google Shape;146;p15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7" name="Google Shape;147;p15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8" name="Google Shape;148;p15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9" name="Google Shape;149;p15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0" name="Google Shape;150;p15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51" name="Google Shape;151;p15"/>
              <p:cNvGrpSpPr/>
              <p:nvPr/>
            </p:nvGrpSpPr>
            <p:grpSpPr>
              <a:xfrm>
                <a:off x="192" y="0"/>
                <a:ext cx="5376" cy="4200"/>
                <a:chOff x="192" y="0"/>
                <a:chExt cx="5376" cy="4200"/>
              </a:xfrm>
            </p:grpSpPr>
            <p:cxnSp>
              <p:nvCxnSpPr>
                <p:cNvPr id="152" name="Google Shape;152;p15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3" name="Google Shape;153;p15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4" name="Google Shape;154;p15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5" name="Google Shape;155;p15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6" name="Google Shape;156;p15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7" name="Google Shape;157;p15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8" name="Google Shape;158;p15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9" name="Google Shape;159;p15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0" name="Google Shape;160;p15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1" name="Google Shape;161;p15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2" name="Google Shape;162;p15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3" name="Google Shape;163;p15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4" name="Google Shape;164;p15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5" name="Google Shape;165;p15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6" name="Google Shape;166;p15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7" name="Google Shape;167;p15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8" name="Google Shape;168;p15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9" name="Google Shape;169;p15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0" name="Google Shape;170;p15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1" name="Google Shape;171;p15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2" name="Google Shape;172;p15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3" name="Google Shape;173;p15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4" name="Google Shape;174;p15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5" name="Google Shape;175;p15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6" name="Google Shape;176;p15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7" name="Google Shape;177;p15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8" name="Google Shape;178;p15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9" name="Google Shape;179;p15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0" name="Google Shape;180;p15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</p:grpSp>
        <p:sp>
          <p:nvSpPr>
            <p:cNvPr descr="60%" id="181" name="Google Shape;181;p15"/>
            <p:cNvSpPr txBox="1"/>
            <p:nvPr/>
          </p:nvSpPr>
          <p:spPr>
            <a:xfrm>
              <a:off x="2112" y="0"/>
              <a:ext cx="3600" cy="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182" name="Google Shape;182;p15"/>
            <p:cNvCxnSpPr/>
            <p:nvPr/>
          </p:nvCxnSpPr>
          <p:spPr>
            <a:xfrm>
              <a:off x="5568" y="0"/>
              <a:ext cx="0" cy="1500"/>
            </a:xfrm>
            <a:prstGeom prst="straightConnector1">
              <a:avLst/>
            </a:prstGeom>
            <a:noFill/>
            <a:ln cap="flat" cmpd="sng" w="9525">
              <a:solidFill>
                <a:schemeClr val="hlink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grpSp>
          <p:nvGrpSpPr>
            <p:cNvPr id="183" name="Google Shape;183;p15"/>
            <p:cNvGrpSpPr/>
            <p:nvPr/>
          </p:nvGrpSpPr>
          <p:grpSpPr>
            <a:xfrm>
              <a:off x="316" y="892"/>
              <a:ext cx="1069" cy="1529"/>
              <a:chOff x="204" y="916"/>
              <a:chExt cx="2100" cy="3004"/>
            </a:xfrm>
          </p:grpSpPr>
          <p:cxnSp>
            <p:nvCxnSpPr>
              <p:cNvPr id="184" name="Google Shape;184;p15"/>
              <p:cNvCxnSpPr/>
              <p:nvPr/>
            </p:nvCxnSpPr>
            <p:spPr>
              <a:xfrm rot="10800000">
                <a:off x="204" y="1038"/>
                <a:ext cx="2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85" name="Google Shape;185;p15"/>
              <p:cNvCxnSpPr/>
              <p:nvPr/>
            </p:nvCxnSpPr>
            <p:spPr>
              <a:xfrm>
                <a:off x="336" y="920"/>
                <a:ext cx="0" cy="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86" name="Google Shape;186;p15"/>
              <p:cNvSpPr/>
              <p:nvPr/>
            </p:nvSpPr>
            <p:spPr>
              <a:xfrm flipH="1">
                <a:off x="240" y="916"/>
                <a:ext cx="216" cy="216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87" name="Google Shape;187;p15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descr="Rectangle: Click to edit Master text styles &#10;Second level &#10;Third level &#10;Fourth level &#10;Fifth level" id="188" name="Google Shape;188;p15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3528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7338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048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048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048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048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048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89" name="Google Shape;189;p15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90" name="Google Shape;190;p15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91" name="Google Shape;191;p15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1"/>
          <p:cNvSpPr txBox="1"/>
          <p:nvPr>
            <p:ph type="ctrTitle"/>
          </p:nvPr>
        </p:nvSpPr>
        <p:spPr>
          <a:xfrm>
            <a:off x="1193275" y="14310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Lab 4.2</a:t>
            </a:r>
            <a: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b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3600"/>
              <a:t>Partitioning-based and Hierarchical clustering methods</a:t>
            </a:r>
            <a:endParaRPr sz="3600"/>
          </a:p>
        </p:txBody>
      </p:sp>
      <p:pic>
        <p:nvPicPr>
          <p:cNvPr id="229" name="Google Shape;22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2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Lab 4.2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35" name="Google Shape;235;p22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To familiarize with </a:t>
            </a:r>
            <a:r>
              <a:rPr lang="en-GB" sz="1800">
                <a:solidFill>
                  <a:srgbClr val="1F1F1F"/>
                </a:solidFill>
              </a:rPr>
              <a:t>both partitioning-based and hierarchical clustering methods, and hands-on experience with applying these techniques to datasets.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Duration: 1 slot session (approximately 2.15 hours)</a:t>
            </a:r>
            <a:endParaRPr sz="1800">
              <a:solidFill>
                <a:srgbClr val="1F1F1F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36" name="Google Shape;23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2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3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Lab 4.2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44" name="Google Shape;244;p23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Activity 1: Introduction to Clustering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Discuss the importance and applications of clustering in data analysis.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Discuss the main objectives of clustering, including grouping similar data points.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Explain how clustering can reveal insights and patterns within data.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45" name="Google Shape;24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47" name="Google Shape;247;p23"/>
          <p:cNvSpPr txBox="1"/>
          <p:nvPr/>
        </p:nvSpPr>
        <p:spPr>
          <a:xfrm>
            <a:off x="762000" y="1184875"/>
            <a:ext cx="419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4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Lab 4.2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53" name="Google Shape;253;p24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Activity 2: Types of Clustering Methods 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Discuss partitioning-based clustering methods, such as K-Means and K-Medoids.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Explain the concept of hierarchical clustering methods, including agglomerative and divisive approaches.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Discuss when to use each type of method based on data characteristics.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54" name="Google Shape;25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4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56" name="Google Shape;256;p24"/>
          <p:cNvSpPr txBox="1"/>
          <p:nvPr/>
        </p:nvSpPr>
        <p:spPr>
          <a:xfrm>
            <a:off x="762000" y="1184875"/>
            <a:ext cx="419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5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Lab 4.2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62" name="Google Shape;262;p25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Activity 3: Hands-on K-Means Clustering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Work with a given dataset (e.g., a collection of numerical data points).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Apply the K-Means clustering algorithm to the dataset.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Experiment with different values of K (number of clusters) and interpret the results.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63" name="Google Shape;26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5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65" name="Google Shape;265;p25"/>
          <p:cNvSpPr txBox="1"/>
          <p:nvPr/>
        </p:nvSpPr>
        <p:spPr>
          <a:xfrm>
            <a:off x="762000" y="1184875"/>
            <a:ext cx="419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6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Lab 4.2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71" name="Google Shape;271;p26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Activity 4: Hands-on Hierarchical Clustering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Perform hierarchical clustering using agglomerative or divisive methods.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Visualize and interpret the hierarchical clustering dendrogram.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72" name="Google Shape;27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6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74" name="Google Shape;274;p26"/>
          <p:cNvSpPr txBox="1"/>
          <p:nvPr/>
        </p:nvSpPr>
        <p:spPr>
          <a:xfrm>
            <a:off x="762000" y="1184875"/>
            <a:ext cx="419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7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Lab 4.2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80" name="Google Shape;280;p27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Activity 5: Comparison and Discussion 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Discuss about experiences with both clustering methods.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Discuss the advantages and disadvantages of partitioning-based and hierarchical clustering.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81" name="Google Shape;28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7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83" name="Google Shape;283;p27"/>
          <p:cNvSpPr txBox="1"/>
          <p:nvPr/>
        </p:nvSpPr>
        <p:spPr>
          <a:xfrm>
            <a:off x="762000" y="1184875"/>
            <a:ext cx="419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1_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