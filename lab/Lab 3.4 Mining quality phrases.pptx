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c74cc13de_0_20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24c74cc13de_0_20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4c74cc13de_0_202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c74cc13de_0_2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4c74cc13de_0_2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c74cc13de_0_2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4c74cc13de_0_2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c74cc13de_0_39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4c74cc13de_0_39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c74cc13de_0_4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4c74cc13de_0_4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4c74cc13de_0_41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4c74cc13de_0_41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2" name="Google Shape;122;p14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95" name="Google Shape;195;p16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3" name="Google Shape;213;p19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53" name="Google Shape;53;p13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4" name="Google Shape;54;p13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55" name="Google Shape;55;p13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13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13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13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13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13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13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2" name="Google Shape;62;p13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3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3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3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3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3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3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3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3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3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3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3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3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3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3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3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3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3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3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3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3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3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3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3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3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3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3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3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3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3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3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3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3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3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3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3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06" name="Google Shape;106;p13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07" name="Google Shape;107;p13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08" name="Google Shape;108;p13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3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3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1" name="Google Shape;111;p13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2" name="Google Shape;112;p13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13" name="Google Shape;113;p13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3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16" name="Google Shape;116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7" name="Google Shape;117;p13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28" name="Google Shape;128;p15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29" name="Google Shape;129;p15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0" name="Google Shape;130;p15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1" name="Google Shape;131;p15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2" name="Google Shape;132;p15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3" name="Google Shape;133;p15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4" name="Google Shape;134;p15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5" name="Google Shape;135;p15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6" name="Google Shape;136;p15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5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5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5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5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5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5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5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5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5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5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5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5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5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5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1" name="Google Shape;151;p15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2" name="Google Shape;152;p15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5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5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5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5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5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8" name="Google Shape;158;p15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5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5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5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5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5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5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5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5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5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5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5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5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5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5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5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5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5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1" name="Google Shape;181;p15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2" name="Google Shape;182;p15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83" name="Google Shape;183;p15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84" name="Google Shape;184;p15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6" name="Google Shape;186;p15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87" name="Google Shape;187;p1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88" name="Google Shape;188;p15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Mining Quality Phrases</a:t>
            </a:r>
            <a:endParaRPr sz="3600"/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35" name="Google Shape;235;p2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t</a:t>
            </a:r>
            <a:r>
              <a:rPr lang="en-GB" sz="1800">
                <a:solidFill>
                  <a:srgbClr val="1F1F1F"/>
                </a:solidFill>
              </a:rPr>
              <a:t>he concept of mining quality phrases or collocations from textual data and hands-on experience with phrase mining techniques.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4" name="Google Shape;244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Introduction to Quality Phrase Mining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</a:t>
            </a:r>
            <a:r>
              <a:rPr lang="en-GB" sz="1800">
                <a:solidFill>
                  <a:srgbClr val="1F1F1F"/>
                </a:solidFill>
              </a:rPr>
              <a:t> the significance of mining quality phrases or collocations in natural language processing.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how quality phrases enhance language understanding and sentiment analysis.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the importance of meaningful phrase extraction in text data.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3" name="Google Shape;253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Types of Quality Phrases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different types of quality phrases, including noun phrases, verb phrases, and adjective-noun phrases.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when and where each type of phrase is valuable.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2" name="Google Shape;262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Hands-on Quality Phrase Mining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with a given text dataset (e.g., a collection of articles, product reviews, or social media posts).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Choose a phrase mining technique (e.g., pointwise mutual information, log-likelihood ratio) and apply it to the dataset.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Extract meaningful quality phrases based on chosen technique.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1" name="Google Shape;271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4: Interpretation and Application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Interpret the extracted quality phrases.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how these phrases can be used in various natural language processing tasks, such as sentiment analysis or topic modeling.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